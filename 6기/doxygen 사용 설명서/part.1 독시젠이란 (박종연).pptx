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7" r:id="rId1"/>
  </p:sldMasterIdLst>
  <p:sldIdLst>
    <p:sldId id="256" r:id="rId2"/>
    <p:sldId id="257" r:id="rId3"/>
    <p:sldId id="258" r:id="rId4"/>
    <p:sldId id="264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69" r:id="rId16"/>
  </p:sldIdLst>
  <p:sldSz cx="12192000" cy="6858000"/>
  <p:notesSz cx="6858000" cy="9144000"/>
  <p:embeddedFontLst>
    <p:embeddedFont>
      <p:font typeface="HY견고딕" panose="02030600000101010101" pitchFamily="18" charset="-127"/>
      <p:regular r:id="rId17"/>
    </p:embeddedFont>
    <p:embeddedFont>
      <p:font typeface="Malgun Gothic" panose="020B0503020000020004" pitchFamily="50" charset="-127"/>
      <p:regular r:id="rId18"/>
      <p:bold r:id="rId19"/>
    </p:embeddedFont>
    <p:embeddedFont>
      <p:font typeface="Malgun Gothic Semilight" panose="020B0502040204020203" pitchFamily="50" charset="-127"/>
      <p:regular r:id="rId2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40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61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4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86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02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6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05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58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56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8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436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spc="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1200" spc="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200" spc="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64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0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1" r:id="rId12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400" b="1" i="0" kern="1200" spc="1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7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7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7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7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7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3754433-ABBD-16CA-70FB-2CD1C5333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422" y="773760"/>
            <a:ext cx="4620584" cy="1781604"/>
          </a:xfrm>
        </p:spPr>
        <p:txBody>
          <a:bodyPr>
            <a:normAutofit/>
          </a:bodyPr>
          <a:lstStyle/>
          <a:p>
            <a:r>
              <a:rPr lang="en-US" altLang="ko-KR" sz="8000" dirty="0" err="1"/>
              <a:t>Doxygen</a:t>
            </a:r>
            <a:endParaRPr lang="ko-KR" altLang="en-US" sz="8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E02126-E92B-2DA0-F318-95F66C940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422" y="4719146"/>
            <a:ext cx="3644754" cy="1697604"/>
          </a:xfrm>
        </p:spPr>
        <p:txBody>
          <a:bodyPr>
            <a:normAutofit/>
          </a:bodyPr>
          <a:lstStyle/>
          <a:p>
            <a:r>
              <a:rPr lang="ko-KR" altLang="en-US" sz="2000" b="1" spc="600" dirty="0" err="1"/>
              <a:t>컴퓨터소프웨어공학과</a:t>
            </a:r>
            <a:endParaRPr lang="en-US" altLang="ko-KR" sz="2000" b="1" spc="600" dirty="0"/>
          </a:p>
          <a:p>
            <a:r>
              <a:rPr lang="en-US" altLang="ko-KR" sz="2000" b="1" spc="600" dirty="0"/>
              <a:t>202307059</a:t>
            </a:r>
            <a:r>
              <a:rPr lang="ko-KR" altLang="en-US" sz="2000" b="1" spc="600" dirty="0"/>
              <a:t>박종연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017372-8604-1AC1-35BF-88A315DB20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60" r="3493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FD7025EC-E757-15FF-0337-56E5A8D55DCD}"/>
              </a:ext>
            </a:extLst>
          </p:cNvPr>
          <p:cNvSpPr txBox="1">
            <a:spLocks/>
          </p:cNvSpPr>
          <p:nvPr/>
        </p:nvSpPr>
        <p:spPr>
          <a:xfrm>
            <a:off x="820113" y="2605033"/>
            <a:ext cx="3644754" cy="1697604"/>
          </a:xfrm>
          <a:prstGeom prst="rect">
            <a:avLst/>
          </a:prstGeom>
        </p:spPr>
        <p:txBody>
          <a:bodyPr lIns="109728" tIns="109728" rIns="109728" bIns="9144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cap="all" spc="7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spc="7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7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spc="7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spc="7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1" spc="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자동 문서화 도구</a:t>
            </a:r>
          </a:p>
        </p:txBody>
      </p:sp>
    </p:spTree>
    <p:extLst>
      <p:ext uri="{BB962C8B-B14F-4D97-AF65-F5344CB8AC3E}">
        <p14:creationId xmlns:p14="http://schemas.microsoft.com/office/powerpoint/2010/main" val="4078744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59F85-8886-5CAC-6DAD-34FBAFAB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ABA3E4-811F-4E3C-B003-BCB3F2A38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ko-KR" b="1" dirty="0" err="1"/>
              <a:t>Doxygen이란</a:t>
            </a:r>
            <a:r>
              <a:rPr lang="ko-KR" altLang="ko-KR" b="1" dirty="0"/>
              <a:t> 무엇인가?</a:t>
            </a:r>
            <a:endParaRPr lang="en-US" altLang="ko-KR" b="1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ko-KR" b="1" dirty="0"/>
              <a:t>개발 문서화의 필요성</a:t>
            </a:r>
            <a:endParaRPr lang="en-US" altLang="ko-KR" b="1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ko-KR" b="1" dirty="0" err="1"/>
              <a:t>Doxygen</a:t>
            </a:r>
            <a:r>
              <a:rPr lang="ko-KR" altLang="ko-KR" b="1" dirty="0"/>
              <a:t> 핵심 기능 및 지원 언어</a:t>
            </a:r>
            <a:endParaRPr lang="en-US" altLang="ko-KR" b="1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b="1" dirty="0"/>
              <a:t>예시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022331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31434-7054-0A69-392B-ED7428C4B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442892"/>
          </a:xfrm>
        </p:spPr>
        <p:txBody>
          <a:bodyPr>
            <a:normAutofit/>
          </a:bodyPr>
          <a:lstStyle/>
          <a:p>
            <a:r>
              <a:rPr lang="ko-KR" altLang="ko-KR" dirty="0" err="1"/>
              <a:t>Doxygen이란</a:t>
            </a:r>
            <a:r>
              <a:rPr lang="ko-KR" altLang="ko-KR" dirty="0"/>
              <a:t> 무엇인가?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CA88F2-5E2F-F027-FBD7-67FE7104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26" y="3154986"/>
            <a:ext cx="10889347" cy="99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25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E7243-E073-68C1-EA19-40D212122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EA2CA6-87CC-C5ED-9BAB-2A780E66B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750453-F8B0-ED30-D7D2-60343130A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137" y="872214"/>
            <a:ext cx="9403726" cy="227893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E8C678-752A-64F7-D98F-98343233A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137" y="3706854"/>
            <a:ext cx="9403726" cy="227893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9414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F7AB0-A6AB-C927-3698-8D9FAF703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9048"/>
          </a:xfrm>
        </p:spPr>
        <p:txBody>
          <a:bodyPr>
            <a:normAutofit/>
          </a:bodyPr>
          <a:lstStyle/>
          <a:p>
            <a:r>
              <a:rPr lang="ko-KR" altLang="ko-KR" dirty="0"/>
              <a:t>개발 문서화의 필요성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B18B8B-9E3C-8FFD-8FBC-A8DBC6FB4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73361AB-51A9-4787-9774-102A6AA8D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236979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93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82651-3AD7-C7F9-2524-D01AFC3F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6298"/>
            <a:ext cx="10515600" cy="1325563"/>
          </a:xfrm>
        </p:spPr>
        <p:txBody>
          <a:bodyPr/>
          <a:lstStyle/>
          <a:p>
            <a:r>
              <a:rPr lang="ko-KR" altLang="en-US" dirty="0"/>
              <a:t>개발 문서화가 필요한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AE9743-9BA5-36C5-0433-7DA04D477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1861"/>
            <a:ext cx="10515600" cy="41605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과거의 내가 짠 코드</a:t>
            </a:r>
            <a:r>
              <a:rPr lang="en-US" altLang="ko-KR" dirty="0"/>
              <a:t>, </a:t>
            </a:r>
            <a:r>
              <a:rPr lang="ko-KR" altLang="en-US" dirty="0"/>
              <a:t>미래의 내가 못 알아본다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팀 프로젝트 협업 시 소통 비용 절감</a:t>
            </a:r>
            <a:r>
              <a:rPr lang="en-US" altLang="ko-KR" dirty="0"/>
              <a:t>, </a:t>
            </a:r>
            <a:r>
              <a:rPr lang="ko-KR" altLang="en-US" dirty="0"/>
              <a:t>개발 인력 변동에 대한 대비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/>
              <a:t>"</a:t>
            </a:r>
            <a:r>
              <a:rPr lang="ko-KR" altLang="en-US" sz="1800" dirty="0"/>
              <a:t>이 함수 매개변수 뭐 넣어야 해</a:t>
            </a:r>
            <a:r>
              <a:rPr lang="en-US" altLang="ko-KR" sz="1800" dirty="0"/>
              <a:t>?", "</a:t>
            </a:r>
            <a:r>
              <a:rPr lang="ko-KR" altLang="en-US" sz="1800" dirty="0"/>
              <a:t>이 클래스 무슨 역할이야</a:t>
            </a:r>
            <a:r>
              <a:rPr lang="en-US" altLang="ko-KR" sz="1800" dirty="0"/>
              <a:t>?" </a:t>
            </a:r>
            <a:r>
              <a:rPr lang="ko-KR" altLang="en-US" sz="1800" dirty="0"/>
              <a:t>일일이 카톡으로 물어보는 불필요한 번거로움 방지</a:t>
            </a:r>
            <a:r>
              <a:rPr lang="en-US" altLang="ko-KR" sz="18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800" dirty="0"/>
              <a:t>후속 개발자에게 프로젝트에 대한 설명을 할 수 있는 가장 좋은 방법은 바로 </a:t>
            </a:r>
            <a:r>
              <a:rPr lang="en-US" altLang="ko-KR" sz="1800" dirty="0"/>
              <a:t>'</a:t>
            </a:r>
            <a:r>
              <a:rPr lang="ko-KR" altLang="en-US" sz="1800" dirty="0"/>
              <a:t>문서 자료</a:t>
            </a:r>
            <a:r>
              <a:rPr lang="en-US" altLang="ko-KR" sz="1800" dirty="0"/>
              <a:t>'</a:t>
            </a:r>
            <a:endParaRPr lang="ko-KR" altLang="en-US" sz="1800" dirty="0"/>
          </a:p>
          <a:p>
            <a:pPr>
              <a:lnSpc>
                <a:spcPct val="100000"/>
              </a:lnSpc>
            </a:pPr>
            <a:r>
              <a:rPr lang="ko-KR" altLang="en-US" dirty="0"/>
              <a:t>코드의 가독성과 유지보수성 향상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800" dirty="0"/>
              <a:t>잘 정돈된 설명서가 있으면 새로운 팀원이 들어와도 코드 전체를 안 뜯어보고 바로 개발 참여 가능</a:t>
            </a:r>
            <a:r>
              <a:rPr lang="en-US" altLang="ko-KR" sz="1800" dirty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결국 </a:t>
            </a:r>
            <a:r>
              <a:rPr lang="ko-KR" altLang="en-US" dirty="0">
                <a:highlight>
                  <a:srgbClr val="FFFF00"/>
                </a:highlight>
              </a:rPr>
              <a:t>코드를 쉽고 빠르게 이해하여 정보를 편하게 얻고 서로의 시간을 아끼기 위함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32485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ACFAF-B53A-C75F-935B-EA243FE56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dirty="0" err="1"/>
              <a:t>Doxygen</a:t>
            </a:r>
            <a:r>
              <a:rPr lang="ko-KR" altLang="ko-KR" dirty="0"/>
              <a:t> 핵심 기능 및 지원 언어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4CFC56-EB82-6C7A-14CA-B24B90EB1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F40393-EDF1-7A68-7094-2E9B41DEF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94" y="2343480"/>
            <a:ext cx="11069612" cy="356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61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05FA7-EA72-F2D4-44F1-9EDBC499A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Doxygen</a:t>
            </a:r>
            <a:r>
              <a:rPr lang="ko-KR" altLang="ko-KR" dirty="0"/>
              <a:t> 핵심 기능 및 지원 언어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E8903-10F8-9FAD-E1A6-9DF58DD10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7C0FD9-3107-5895-8922-9B31FD167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62" y="2011556"/>
            <a:ext cx="10798476" cy="383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6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871F7E-1B96-AD73-2D73-B64A94877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Doxygen</a:t>
            </a:r>
            <a:r>
              <a:rPr lang="ko-KR" altLang="ko-KR" dirty="0"/>
              <a:t> 핵심 기능 및 지원 언어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417428-9C77-28FE-2225-BEA319916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992F84-4D3D-35F3-CD65-B44DC0997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34" y="1893544"/>
            <a:ext cx="10684166" cy="38288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1E8D72-CF5B-5E4B-99DD-B91F247B29C2}"/>
              </a:ext>
            </a:extLst>
          </p:cNvPr>
          <p:cNvSpPr txBox="1"/>
          <p:nvPr/>
        </p:nvSpPr>
        <p:spPr>
          <a:xfrm>
            <a:off x="6626941" y="4611330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* </a:t>
            </a:r>
            <a:r>
              <a:rPr lang="ko-KR" altLang="en-US" dirty="0">
                <a:highlight>
                  <a:srgbClr val="FFFF00"/>
                </a:highlight>
              </a:rPr>
              <a:t>하이퍼링크 같은 기능</a:t>
            </a:r>
          </a:p>
        </p:txBody>
      </p:sp>
    </p:spTree>
    <p:extLst>
      <p:ext uri="{BB962C8B-B14F-4D97-AF65-F5344CB8AC3E}">
        <p14:creationId xmlns:p14="http://schemas.microsoft.com/office/powerpoint/2010/main" val="2243440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C445A-B3E4-9DD8-832B-BF31ACCFB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Doxygen</a:t>
            </a:r>
            <a:r>
              <a:rPr lang="ko-KR" altLang="ko-KR" dirty="0"/>
              <a:t> 핵심 기능 및 지원 언어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5DF627-816F-5098-F49D-C73FC35D4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CDD563-E8DC-7393-C2CC-A81C8AA6B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873798"/>
            <a:ext cx="4618120" cy="8763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FD867F7-D3A3-AE2D-5F35-315980A1B5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15"/>
          <a:stretch>
            <a:fillRect/>
          </a:stretch>
        </p:blipFill>
        <p:spPr>
          <a:xfrm>
            <a:off x="457199" y="2901352"/>
            <a:ext cx="5921413" cy="3433581"/>
          </a:xfrm>
          <a:prstGeom prst="rect">
            <a:avLst/>
          </a:prstGeom>
        </p:spPr>
      </p:pic>
      <p:pic>
        <p:nvPicPr>
          <p:cNvPr id="8" name="그림 7" descr="회사 조직도의 비밀 (다양한 정보 추측!)">
            <a:extLst>
              <a:ext uri="{FF2B5EF4-FFF2-40B4-BE49-F238E27FC236}">
                <a16:creationId xmlns:a16="http://schemas.microsoft.com/office/drawing/2014/main" id="{3DC8A4F4-617B-5A58-FE23-6041B781A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906" y="2901352"/>
            <a:ext cx="5562600" cy="343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58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AD8EA-5D38-0763-C51B-15FA99AB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Doxygen</a:t>
            </a:r>
            <a:r>
              <a:rPr lang="ko-KR" altLang="ko-KR" dirty="0"/>
              <a:t> 핵심 기능 및 지원 언어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18CE9E-6134-4561-079D-1A10ABB1C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612F6C-90EF-522A-C999-AE28945C9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10" y="2167723"/>
            <a:ext cx="10836579" cy="38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35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E0E6D-892A-44BC-CCF2-ABFDF810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B2D0B5F-23FA-5FDE-CFA0-59535FE9B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DDC744-E5EB-2C0B-8F25-41630F262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30" y="1437937"/>
            <a:ext cx="6226080" cy="485436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F8DA335-1B2B-C66A-BF82-659C2800F8DA}"/>
              </a:ext>
            </a:extLst>
          </p:cNvPr>
          <p:cNvSpPr/>
          <p:nvPr/>
        </p:nvSpPr>
        <p:spPr>
          <a:xfrm>
            <a:off x="686930" y="1859280"/>
            <a:ext cx="5643716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312FD1-0200-5110-9B93-FC1A905BB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547" y="4393837"/>
            <a:ext cx="5921253" cy="19585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3059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A461F-C3A6-BDAF-F327-17D77D44D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1C6EED-8571-4115-B2B4-6934C2A4E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373" y="3112685"/>
            <a:ext cx="5921253" cy="19585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액자 7">
            <a:extLst>
              <a:ext uri="{FF2B5EF4-FFF2-40B4-BE49-F238E27FC236}">
                <a16:creationId xmlns:a16="http://schemas.microsoft.com/office/drawing/2014/main" id="{862459E4-8BB3-56F8-2A15-BF53A54A453F}"/>
              </a:ext>
            </a:extLst>
          </p:cNvPr>
          <p:cNvSpPr/>
          <p:nvPr/>
        </p:nvSpPr>
        <p:spPr>
          <a:xfrm>
            <a:off x="3706761" y="3618271"/>
            <a:ext cx="727587" cy="373626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0F2239E-9476-4345-6B93-4B1052979598}"/>
              </a:ext>
            </a:extLst>
          </p:cNvPr>
          <p:cNvCxnSpPr/>
          <p:nvPr/>
        </p:nvCxnSpPr>
        <p:spPr>
          <a:xfrm flipH="1">
            <a:off x="4434348" y="2733368"/>
            <a:ext cx="678426" cy="8849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56C666B-4449-E90F-39E8-E52F8904A628}"/>
              </a:ext>
            </a:extLst>
          </p:cNvPr>
          <p:cNvSpPr txBox="1"/>
          <p:nvPr/>
        </p:nvSpPr>
        <p:spPr>
          <a:xfrm>
            <a:off x="4789608" y="240667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클릭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53814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81966-48BF-4F99-4EEB-4A5C2A259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A4FC2-7468-6C08-30D6-1114E828D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38A6BA-66E8-A67A-BC45-80491F782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13" y="1744776"/>
            <a:ext cx="9182896" cy="46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90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2B435-ACA9-B23A-E43B-9659631DB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6600" dirty="0"/>
              <a:t>감사합니다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4B4E2F-6BC0-A4C8-A5C8-17089F631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9C9C590-B6E2-E476-F55F-8033B4381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1" y="2370421"/>
            <a:ext cx="11735817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93524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Malgun Gothic"/>
        <a:ea typeface=""/>
        <a:cs typeface="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11546</TotalTime>
  <Words>164</Words>
  <Application>Microsoft Office PowerPoint</Application>
  <PresentationFormat>와이드스크린</PresentationFormat>
  <Paragraphs>30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Arial</vt:lpstr>
      <vt:lpstr>Malgun Gothic Semilight</vt:lpstr>
      <vt:lpstr>HY견고딕</vt:lpstr>
      <vt:lpstr>Malgun Gothic</vt:lpstr>
      <vt:lpstr>BrushVTI</vt:lpstr>
      <vt:lpstr>Doxygen</vt:lpstr>
      <vt:lpstr>목차</vt:lpstr>
      <vt:lpstr>Doxygen이란 무엇인가?</vt:lpstr>
      <vt:lpstr>PowerPoint 프레젠테이션</vt:lpstr>
      <vt:lpstr>개발 문서화의 필요성</vt:lpstr>
      <vt:lpstr>개발 문서화가 필요한 이유</vt:lpstr>
      <vt:lpstr>Doxygen 핵심 기능 및 지원 언어</vt:lpstr>
      <vt:lpstr>Doxygen 핵심 기능 및 지원 언어</vt:lpstr>
      <vt:lpstr>Doxygen 핵심 기능 및 지원 언어</vt:lpstr>
      <vt:lpstr>Doxygen 핵심 기능 및 지원 언어</vt:lpstr>
      <vt:lpstr>Doxygen 핵심 기능 및 지원 언어</vt:lpstr>
      <vt:lpstr>예시</vt:lpstr>
      <vt:lpstr>예시</vt:lpstr>
      <vt:lpstr>예시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박종연</dc:creator>
  <cp:lastModifiedBy>박종연</cp:lastModifiedBy>
  <cp:revision>4</cp:revision>
  <dcterms:created xsi:type="dcterms:W3CDTF">2026-07-31T08:42:16Z</dcterms:created>
  <dcterms:modified xsi:type="dcterms:W3CDTF">2026-08-10T06:22:49Z</dcterms:modified>
</cp:coreProperties>
</file>