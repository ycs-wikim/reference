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5" r:id="rId2"/>
    <p:sldId id="573" r:id="rId3"/>
    <p:sldId id="574" r:id="rId4"/>
    <p:sldId id="575" r:id="rId5"/>
    <p:sldId id="576" r:id="rId6"/>
    <p:sldId id="577" r:id="rId7"/>
    <p:sldId id="578" r:id="rId8"/>
    <p:sldId id="579" r:id="rId9"/>
    <p:sldId id="580" r:id="rId10"/>
    <p:sldId id="581" r:id="rId11"/>
    <p:sldId id="582" r:id="rId12"/>
    <p:sldId id="583" r:id="rId13"/>
    <p:sldId id="584" r:id="rId14"/>
    <p:sldId id="58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6C7C4-45FB-4F00-B181-D679E6E7E08B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6CEBF-94E5-46C0-8818-ECD82DFEC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078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2에서는 Doxygen, Sphinx, Javadoc 세 가지 문서화 도구를 실제로 사용해보고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89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26483-AA83-01C6-98BA-A45DDB10D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8DAF0C-3279-DC32-DB74-24193369A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32FFC7-E18D-5425-80EA-6C53661B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EE7DA6-D0E6-B451-6329-279F2EBE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907C9-D4BD-8F87-8617-00BC4C29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37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6A488-2AAF-FACE-BD2B-7BAA4673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D4825-61BC-F390-0855-2F8B3BB87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C1617-7477-031B-EAB4-B90433BF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E95D6-48E2-91C0-8859-6D30AD0B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D54A6E-D670-8830-9935-0513E186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53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F42C5-D781-507B-D4A5-623F35F4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6007F-B0DD-06B2-7BEF-06BC566F8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13291-D312-49D1-8538-4B00F22E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BD22A-87EF-65B5-B770-1B0FF075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080AC-BC5C-35A7-2D1A-B7C59F04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02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03DE3-B8B2-BB21-93F9-8FA6EE8F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336DE-4BE4-00B3-312F-0B0AC0DDC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A7BA51-0B31-F30A-43B1-99150C262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2691D2-D1E3-A7F7-6716-10070DD9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918241-A97F-EAD2-0233-D8B192EC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57499A-5148-3FB8-A664-D179E273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4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5C80A-7C60-21C8-9A43-F424CE3D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5C578-88A9-81B6-6D19-9A5365303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43ECF9-6461-2974-7718-81F875B1D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A6A3B-BB90-3BE9-AC12-D8373DC3E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91933B-C947-8643-324B-70993D8F7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343739-BDB3-2EBB-C323-2B220225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440C1F-3EE6-A82F-FB3D-7202AF223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F9EB6F-F070-EC44-473B-80C61951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91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6F093-FC7F-A1EB-A843-BEF8BC32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8444AA-AA8C-AE7B-A416-9C87DA1B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86C295-E724-E8A9-D5CE-B4787B57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8B77FB-53D2-9B87-64F0-4C5BF60E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58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8AB3B7-0E94-1D54-3B0D-813EDB64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811DB0-617A-F93B-3729-FC905F2F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391CE-0464-CED9-CD39-FDB8D762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1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4916-9EAF-47E6-E88E-3D099CD1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8B364-5ACE-06A7-435A-37C231E1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D90466-02B2-268B-EEC9-6DC1AD755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D4BBA4-0CF2-8AAC-8CE7-011895C2B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EA65E5-4AD5-9130-2DE6-E19258FF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01A5A7-C70D-8DA5-5004-45B35A28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BBDAB-EADB-90A3-F719-AEE973F7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BFA07A-8906-53A2-40B9-859EA7C65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6CA514-4BE0-952F-21F7-FF825968E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FA6AA-29B6-91CB-02AC-32FAFB98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4CC0EC-D300-DE17-9BA6-C70A6018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7BA19C-CBB8-1556-43C5-89948EA1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70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C5F27-4BEC-6152-81F9-CBF734EA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DE6A9B-ACBB-48D5-FE2C-413DAD85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3DAB9-F282-E47E-26CE-6B4956BC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91171-8AED-A5E0-3C2A-F01EEDC8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3C082-EB4F-D191-4C0A-E536EA34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38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6E05E0-F229-EDFB-D73A-B083190E8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1AE47E-EC47-D0DB-9E16-363BBEF05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7E090-49D2-A6C5-322B-79B4965B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81E132-77BE-9917-F2C9-18B32B20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91BBD-8A41-C639-4ACD-1E8744BD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05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04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328581-07D1-9B8B-799D-CD7E4E2A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78332F-D3A9-E5DB-D5DC-438618593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518F3C-BE76-D8A1-7F09-E6084869D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02D5C-CEB5-33F9-E781-DC2543045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D37AE-AD43-D5F7-EFDA-9A7DD242D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50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988F29C-1783-431E-F3B2-8E07380CCB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9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E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발표 · PART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</a:t>
            </a:r>
            <a:r>
              <a:rPr lang="en-US" altLang="ko-KR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</a:t>
            </a:r>
            <a:r>
              <a:rPr lang="ko-KR" alt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마무리 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· Sphinx · Javadoc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6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F1EE8-FA66-A2BB-2300-C32D4E12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E1653-3949-B45C-15B8-EB2CC72AA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ko-KR" sz="3000" b="1" dirty="0" err="1"/>
              <a:t>Doxygen</a:t>
            </a:r>
            <a:r>
              <a:rPr lang="ko-KR" altLang="en-US" sz="3000" b="1" dirty="0" err="1"/>
              <a:t>이란</a:t>
            </a:r>
            <a:r>
              <a:rPr lang="en-US" altLang="ko-KR" sz="3000" b="1" dirty="0"/>
              <a:t>?&gt;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endParaRPr lang="en-US" altLang="ko-KR" sz="3000" b="1" dirty="0"/>
          </a:p>
          <a:p>
            <a:r>
              <a:rPr lang="ko-KR" altLang="en-US" sz="1800" b="1" dirty="0"/>
              <a:t>역할 </a:t>
            </a:r>
            <a:r>
              <a:rPr lang="en-US" altLang="ko-KR" sz="1800" b="1" dirty="0"/>
              <a:t>: </a:t>
            </a:r>
            <a:r>
              <a:rPr lang="ko-KR" altLang="ko-KR" sz="1800" dirty="0"/>
              <a:t>소스 코드 주석</a:t>
            </a:r>
            <a:r>
              <a:rPr lang="ko-KR" altLang="en-US" sz="1800" dirty="0"/>
              <a:t>을 </a:t>
            </a:r>
            <a:r>
              <a:rPr lang="ko-KR" altLang="ko-KR" sz="1800" dirty="0"/>
              <a:t>문서</a:t>
            </a:r>
            <a:r>
              <a:rPr lang="ko-KR" altLang="en-US" sz="1800" dirty="0"/>
              <a:t>로</a:t>
            </a:r>
            <a:r>
              <a:rPr lang="ko-KR" altLang="ko-KR" sz="1800" dirty="0"/>
              <a:t> 자동 생성</a:t>
            </a:r>
            <a:r>
              <a:rPr lang="ko-KR" altLang="en-US" sz="1800" dirty="0"/>
              <a:t>해주는</a:t>
            </a:r>
            <a:r>
              <a:rPr lang="ko-KR" altLang="ko-KR" sz="1800" dirty="0"/>
              <a:t> 도구</a:t>
            </a:r>
            <a:endParaRPr lang="en-US" altLang="ko-KR" sz="1800" dirty="0"/>
          </a:p>
          <a:p>
            <a:r>
              <a:rPr lang="ko-KR" altLang="en-US" sz="1800" b="1" dirty="0"/>
              <a:t>특징 </a:t>
            </a:r>
            <a:r>
              <a:rPr lang="en-US" altLang="ko-KR" sz="1800" b="1" dirty="0"/>
              <a:t>: </a:t>
            </a:r>
            <a:r>
              <a:rPr lang="ko-KR" altLang="ko-KR" sz="1800" dirty="0"/>
              <a:t>다양한 출력 형식(HTML/PDF/</a:t>
            </a:r>
            <a:r>
              <a:rPr lang="ko-KR" altLang="ko-KR" sz="1800" dirty="0" err="1"/>
              <a:t>LaTeX</a:t>
            </a:r>
            <a:r>
              <a:rPr lang="ko-KR" altLang="ko-KR" sz="1800" dirty="0"/>
              <a:t> 등), 여러 언어 지원</a:t>
            </a:r>
            <a:r>
              <a:rPr lang="en-US" altLang="ko-KR" sz="1800" dirty="0"/>
              <a:t>, </a:t>
            </a:r>
            <a:r>
              <a:rPr lang="ko-KR" altLang="ko-KR" sz="1800" dirty="0"/>
              <a:t>상호 참조(하이퍼링크)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ko-KR" altLang="ko-KR" sz="1800" dirty="0"/>
              <a:t>다이어그램 자동 생성</a:t>
            </a:r>
            <a:endParaRPr lang="en-US" altLang="ko-KR" sz="1800" dirty="0"/>
          </a:p>
          <a:p>
            <a:r>
              <a:rPr lang="ko-KR" altLang="en-US" sz="1800" b="1" dirty="0"/>
              <a:t>필요한 이유 </a:t>
            </a:r>
            <a:r>
              <a:rPr lang="en-US" altLang="ko-KR" sz="1800" b="1" dirty="0"/>
              <a:t>: </a:t>
            </a:r>
            <a:r>
              <a:rPr lang="ko-KR" altLang="ko-KR" sz="1800" dirty="0"/>
              <a:t>코드</a:t>
            </a:r>
            <a:r>
              <a:rPr lang="ko-KR" altLang="en-US" sz="1800" dirty="0"/>
              <a:t>에 대한 정보 </a:t>
            </a:r>
            <a:r>
              <a:rPr lang="ko-KR" altLang="en-US" sz="1800" dirty="0" err="1"/>
              <a:t>기억어려움</a:t>
            </a:r>
            <a:r>
              <a:rPr lang="ko-KR" altLang="ko-KR" sz="1800" dirty="0"/>
              <a:t> / 협업 시 소통 비용 절감 / 유지보수성 향상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* </a:t>
            </a:r>
            <a:r>
              <a:rPr lang="en-US" altLang="ko-KR" sz="1800" dirty="0" err="1"/>
              <a:t>Graphviz</a:t>
            </a:r>
            <a:r>
              <a:rPr lang="ko-KR" altLang="en-US" sz="1800" dirty="0"/>
              <a:t>가 </a:t>
            </a:r>
            <a:r>
              <a:rPr lang="en-US" altLang="ko-KR" sz="1800" dirty="0" err="1"/>
              <a:t>Doxygen</a:t>
            </a:r>
            <a:r>
              <a:rPr lang="ko-KR" altLang="en-US" sz="1800" dirty="0"/>
              <a:t>에 있어서 중요한 이유</a:t>
            </a:r>
            <a:r>
              <a:rPr lang="en-US" altLang="ko-KR" sz="1800" dirty="0"/>
              <a:t>: </a:t>
            </a:r>
            <a:r>
              <a:rPr lang="ko-KR" altLang="en-US" sz="1800" dirty="0"/>
              <a:t>화살표 있는 관계도</a:t>
            </a:r>
            <a:r>
              <a:rPr lang="en-US" altLang="ko-KR" sz="1800" dirty="0"/>
              <a:t>,</a:t>
            </a:r>
            <a:r>
              <a:rPr lang="ko-KR" altLang="en-US" sz="1800" dirty="0"/>
              <a:t>클래스 간의 협업</a:t>
            </a:r>
            <a:r>
              <a:rPr lang="en-US" altLang="ko-KR" sz="1800" dirty="0"/>
              <a:t>, </a:t>
            </a:r>
            <a:r>
              <a:rPr lang="ko-KR" altLang="en-US" sz="1800" dirty="0"/>
              <a:t>다이어그램까지 그려주는 기능이 있어 중요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9157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AEA1A-EA10-1CCE-1E06-746ABB1C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D4A15-B295-A574-70B0-E9B54BF37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C3EBB5-2AF4-9C6E-8047-D7FBE26A0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ko-KR" sz="3200" dirty="0"/>
              <a:t>설치 방법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endParaRPr lang="en-US" altLang="ko-KR" sz="3000" b="1" dirty="0"/>
          </a:p>
          <a:p>
            <a:pPr lvl="0"/>
            <a:r>
              <a:rPr lang="ko-KR" altLang="ko-KR" sz="1800" b="1" dirty="0"/>
              <a:t>Windows</a:t>
            </a:r>
            <a:r>
              <a:rPr lang="ko-KR" altLang="ko-KR" sz="1800" dirty="0"/>
              <a:t>: 공식 설치 파일(.</a:t>
            </a:r>
            <a:r>
              <a:rPr lang="ko-KR" altLang="ko-KR" sz="1800" dirty="0" err="1"/>
              <a:t>exe</a:t>
            </a:r>
            <a:r>
              <a:rPr lang="ko-KR" altLang="ko-KR" sz="1800" dirty="0"/>
              <a:t>)로 설치 마법사 진행</a:t>
            </a:r>
            <a:endParaRPr lang="en-US" altLang="ko-KR" sz="1800" dirty="0"/>
          </a:p>
          <a:p>
            <a:pPr lvl="0"/>
            <a:endParaRPr lang="ko-KR" altLang="ko-KR" sz="1800" dirty="0"/>
          </a:p>
          <a:p>
            <a:pPr lvl="0"/>
            <a:r>
              <a:rPr lang="ko-KR" altLang="ko-KR" sz="1800" b="1" dirty="0" err="1"/>
              <a:t>macOS</a:t>
            </a:r>
            <a:r>
              <a:rPr lang="ko-KR" altLang="ko-KR" sz="1800" dirty="0"/>
              <a:t>: </a:t>
            </a:r>
            <a:r>
              <a:rPr lang="ko-KR" altLang="ko-KR" sz="1800" dirty="0" err="1"/>
              <a:t>Homebrew로</a:t>
            </a:r>
            <a:r>
              <a:rPr lang="ko-KR" altLang="ko-KR" sz="1800" dirty="0"/>
              <a:t> 설치 → </a:t>
            </a:r>
            <a:r>
              <a:rPr lang="ko-KR" altLang="ko-KR" sz="1800" dirty="0" err="1"/>
              <a:t>brew</a:t>
            </a:r>
            <a:r>
              <a:rPr lang="ko-KR" altLang="ko-KR" sz="1800" dirty="0"/>
              <a:t> </a:t>
            </a:r>
            <a:r>
              <a:rPr lang="ko-KR" altLang="ko-KR" sz="1800" dirty="0" err="1"/>
              <a:t>install</a:t>
            </a:r>
            <a:r>
              <a:rPr lang="ko-KR" altLang="ko-KR" sz="1800" dirty="0"/>
              <a:t> </a:t>
            </a:r>
            <a:r>
              <a:rPr lang="ko-KR" altLang="ko-KR" sz="1800" dirty="0" err="1"/>
              <a:t>doxygen</a:t>
            </a:r>
            <a:endParaRPr lang="en-US" altLang="ko-KR" sz="1800" dirty="0"/>
          </a:p>
          <a:p>
            <a:pPr lvl="0"/>
            <a:endParaRPr lang="ko-KR" altLang="ko-KR" sz="1800" dirty="0"/>
          </a:p>
          <a:p>
            <a:pPr lvl="0"/>
            <a:r>
              <a:rPr lang="ko-KR" altLang="ko-KR" sz="1800" b="1" dirty="0" err="1"/>
              <a:t>Linux</a:t>
            </a:r>
            <a:r>
              <a:rPr lang="ko-KR" altLang="ko-KR" sz="1800" b="1" dirty="0"/>
              <a:t>(</a:t>
            </a:r>
            <a:r>
              <a:rPr lang="ko-KR" altLang="ko-KR" sz="1800" b="1" dirty="0" err="1"/>
              <a:t>Ubuntu</a:t>
            </a:r>
            <a:r>
              <a:rPr lang="ko-KR" altLang="ko-KR" sz="1800" b="1" dirty="0"/>
              <a:t>)</a:t>
            </a:r>
            <a:r>
              <a:rPr lang="ko-KR" altLang="ko-KR" sz="1800" dirty="0"/>
              <a:t>: </a:t>
            </a:r>
            <a:r>
              <a:rPr lang="ko-KR" altLang="ko-KR" sz="1800" dirty="0" err="1"/>
              <a:t>APT로</a:t>
            </a:r>
            <a:r>
              <a:rPr lang="ko-KR" altLang="ko-KR" sz="1800" dirty="0"/>
              <a:t> 설치 → </a:t>
            </a:r>
            <a:r>
              <a:rPr lang="ko-KR" altLang="ko-KR" sz="1800" dirty="0" err="1"/>
              <a:t>sudo</a:t>
            </a:r>
            <a:r>
              <a:rPr lang="ko-KR" altLang="ko-KR" sz="1800" dirty="0"/>
              <a:t> </a:t>
            </a:r>
            <a:r>
              <a:rPr lang="ko-KR" altLang="ko-KR" sz="1800" dirty="0" err="1"/>
              <a:t>apt</a:t>
            </a:r>
            <a:r>
              <a:rPr lang="ko-KR" altLang="ko-KR" sz="1800" dirty="0"/>
              <a:t> </a:t>
            </a:r>
            <a:r>
              <a:rPr lang="ko-KR" altLang="ko-KR" sz="1800" dirty="0" err="1"/>
              <a:t>install</a:t>
            </a:r>
            <a:r>
              <a:rPr lang="ko-KR" altLang="ko-KR" sz="1800" dirty="0"/>
              <a:t> </a:t>
            </a:r>
            <a:r>
              <a:rPr lang="ko-KR" altLang="ko-KR" sz="1800" dirty="0" err="1"/>
              <a:t>doxygen</a:t>
            </a:r>
            <a:r>
              <a:rPr lang="ko-KR" altLang="ko-KR" sz="1800" dirty="0"/>
              <a:t> </a:t>
            </a:r>
            <a:r>
              <a:rPr lang="ko-KR" altLang="ko-KR" sz="1800" dirty="0" err="1"/>
              <a:t>graphviz</a:t>
            </a:r>
            <a:endParaRPr lang="ko-KR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0263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CB53-B06B-68E4-0F70-1D8F6F74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9277F36-A7BF-3643-1BD1-735D06F49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1" y="5531689"/>
            <a:ext cx="4710545" cy="1182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DA41E0C-1FCF-F96F-0B89-9759A278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27AD8-C2C8-10AA-1059-F3198A9B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200" b="1" dirty="0"/>
              <a:t>필수 설정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en-US" altLang="ko-KR" sz="1800" dirty="0"/>
              <a:t>1.Specify the working directory from which </a:t>
            </a:r>
            <a:r>
              <a:rPr lang="en-US" altLang="ko-KR" sz="1800" dirty="0" err="1"/>
              <a:t>doxygen</a:t>
            </a:r>
            <a:r>
              <a:rPr lang="en-US" altLang="ko-KR" sz="1800" dirty="0"/>
              <a:t> will run : </a:t>
            </a:r>
            <a:r>
              <a:rPr lang="ko-KR" altLang="en-US" sz="1800" dirty="0"/>
              <a:t>전체 작업의 기준점이 되는 폴더를 선택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(</a:t>
            </a:r>
            <a:r>
              <a:rPr lang="ko-KR" altLang="en-US" sz="1800" dirty="0" err="1"/>
              <a:t>독시젠이</a:t>
            </a:r>
            <a:r>
              <a:rPr lang="ko-KR" altLang="en-US" sz="1800" dirty="0"/>
              <a:t> 실행될 작업 디렉토리를 지정하세요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2.Project version or id : </a:t>
            </a:r>
            <a:r>
              <a:rPr lang="ko-KR" altLang="en-US" sz="1800" dirty="0"/>
              <a:t>문서화할 코드의 버전 적는 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3.Project logo : </a:t>
            </a:r>
            <a:r>
              <a:rPr lang="ko-KR" altLang="en-US" sz="1800" dirty="0"/>
              <a:t>문서 상단 타이틀 옆에 띄울 이미지 파일을 넣는 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4.Specify the directory to scan for source code : </a:t>
            </a:r>
            <a:r>
              <a:rPr lang="ko-KR" altLang="en-US" sz="1800" dirty="0"/>
              <a:t>소스 코드를 검색할 폴더 지정</a:t>
            </a:r>
            <a:br>
              <a:rPr lang="en-US" altLang="ko-KR" sz="1800" dirty="0"/>
            </a:br>
            <a:br>
              <a:rPr lang="en-US" altLang="ko-KR" sz="1800" dirty="0"/>
            </a:br>
            <a:r>
              <a:rPr lang="en-US" altLang="ko-KR" sz="1800" dirty="0"/>
              <a:t>-Source code directory :  </a:t>
            </a:r>
            <a:r>
              <a:rPr lang="ko-KR" altLang="en-US" sz="1800" dirty="0"/>
              <a:t>소스코드 폴더</a:t>
            </a:r>
            <a:r>
              <a:rPr lang="en-US" altLang="ko-KR" sz="1800" dirty="0"/>
              <a:t> (</a:t>
            </a:r>
            <a:r>
              <a:rPr lang="ko-KR" altLang="en-US" sz="1800" dirty="0"/>
              <a:t>주석을 달아둔 실제 코드 파일들이 </a:t>
            </a:r>
            <a:r>
              <a:rPr lang="ko-KR" altLang="en-US" sz="1800" dirty="0" err="1"/>
              <a:t>모여있는</a:t>
            </a:r>
            <a:r>
              <a:rPr lang="ko-KR" altLang="en-US" sz="1800" dirty="0"/>
              <a:t> 폴더 지정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-Scan</a:t>
            </a:r>
            <a:r>
              <a:rPr lang="ko-KR" altLang="en-US" sz="1800" dirty="0"/>
              <a:t> </a:t>
            </a:r>
            <a:r>
              <a:rPr lang="en-US" altLang="ko-KR" sz="1800" dirty="0"/>
              <a:t>recursively : </a:t>
            </a:r>
            <a:r>
              <a:rPr lang="ko-KR" altLang="en-US" sz="1800" dirty="0"/>
              <a:t>하위 폴더까지 재귀적 검색</a:t>
            </a:r>
            <a:r>
              <a:rPr lang="en-US" altLang="ko-KR" sz="1800" dirty="0"/>
              <a:t> (</a:t>
            </a:r>
            <a:r>
              <a:rPr lang="ko-KR" altLang="en-US" sz="1800" dirty="0"/>
              <a:t>폴더 속 폴더까지 전부 뒤져서 코드를 찾음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3972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417C7-E7DD-7E0B-D0BE-7BF2D398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2A37E-82D9-ED27-12D6-7E76E893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82E59-DAD7-C006-AE9E-6DDCD89B8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200" b="1" dirty="0"/>
              <a:t>필수 설정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en-US" altLang="ko-KR" sz="1800" dirty="0"/>
              <a:t>5.Specify the directory where </a:t>
            </a:r>
            <a:r>
              <a:rPr lang="en-US" altLang="ko-KR" sz="1800" dirty="0" err="1"/>
              <a:t>doxygen</a:t>
            </a:r>
            <a:r>
              <a:rPr lang="en-US" altLang="ko-KR" sz="1800" dirty="0"/>
              <a:t> should put the generated documentation</a:t>
            </a:r>
            <a:br>
              <a:rPr lang="en-US" altLang="ko-KR" sz="1800" dirty="0"/>
            </a:br>
            <a:r>
              <a:rPr lang="en-US" altLang="ko-KR" sz="1800" dirty="0"/>
              <a:t>  (</a:t>
            </a:r>
            <a:r>
              <a:rPr lang="ko-KR" altLang="en-US" sz="1800" dirty="0" err="1"/>
              <a:t>독시젠이</a:t>
            </a:r>
            <a:r>
              <a:rPr lang="ko-KR" altLang="en-US" sz="1800" dirty="0"/>
              <a:t> 생성된 문서를 저장할 디렉토리를 지정하세요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-Destination directory : </a:t>
            </a:r>
            <a:r>
              <a:rPr lang="ko-KR" altLang="en-US" sz="1800" dirty="0"/>
              <a:t>완성된 문서가 최종적으로 만들어져 저장될 폴더 </a:t>
            </a:r>
            <a:r>
              <a:rPr lang="en-US" altLang="ko-KR" sz="1800" dirty="0"/>
              <a:t>(</a:t>
            </a:r>
            <a:r>
              <a:rPr lang="ko-KR" altLang="en-US" sz="1800" dirty="0"/>
              <a:t>비우면 </a:t>
            </a:r>
            <a:r>
              <a:rPr lang="ko-KR" altLang="en-US" sz="1800" dirty="0" err="1"/>
              <a:t>최상단</a:t>
            </a:r>
            <a:r>
              <a:rPr lang="ko-KR" altLang="en-US" sz="1800" dirty="0"/>
              <a:t> 폴더 위치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57B5D2-59F6-75C4-5293-C855659A9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8" y="3854105"/>
            <a:ext cx="11803122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1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04B5-D551-8BF5-39CC-C8EE8EF8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A8E956F-1A09-9829-F6EB-805892BB5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284" y="3429000"/>
            <a:ext cx="9100425" cy="28071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3399769-79B5-B0EB-1747-659137C5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B0061A-C0B2-B987-FAEA-5387A9B24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73" y="951345"/>
            <a:ext cx="4084782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200" b="1" dirty="0"/>
              <a:t>주석 스타일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r>
              <a:rPr lang="ko-KR" altLang="ko-KR" sz="1800" dirty="0"/>
              <a:t>언어별 주석 문법이 다름</a:t>
            </a:r>
            <a:endParaRPr lang="en-US" altLang="ko-KR" sz="1800" dirty="0"/>
          </a:p>
          <a:p>
            <a:r>
              <a:rPr lang="ko-KR" altLang="ko-KR" sz="1800" dirty="0"/>
              <a:t>C/C++</a:t>
            </a:r>
            <a:r>
              <a:rPr lang="en-US" altLang="ko-KR" sz="1800" dirty="0"/>
              <a:t> </a:t>
            </a:r>
            <a:r>
              <a:rPr lang="ko-KR" altLang="en-US" sz="1800" dirty="0"/>
              <a:t>기본 주석 </a:t>
            </a:r>
            <a:r>
              <a:rPr lang="en-US" altLang="ko-KR" sz="1800" dirty="0"/>
              <a:t>: </a:t>
            </a:r>
            <a:r>
              <a:rPr lang="ko-KR" altLang="ko-KR" sz="1800" dirty="0"/>
              <a:t>(//</a:t>
            </a:r>
            <a:r>
              <a:rPr lang="en-US" altLang="ko-KR" sz="1800" dirty="0"/>
              <a:t> </a:t>
            </a:r>
            <a:r>
              <a:rPr lang="ko-KR" altLang="ko-KR" sz="1800" dirty="0"/>
              <a:t>, /* */)</a:t>
            </a:r>
            <a:r>
              <a:rPr lang="en-US" altLang="ko-KR" sz="1800" dirty="0"/>
              <a:t> </a:t>
            </a:r>
          </a:p>
          <a:p>
            <a:r>
              <a:rPr lang="ko-KR" altLang="ko-KR" sz="1800" dirty="0" err="1"/>
              <a:t>Java</a:t>
            </a:r>
            <a:r>
              <a:rPr lang="en-US" altLang="ko-KR" sz="1800" dirty="0"/>
              <a:t> </a:t>
            </a:r>
            <a:r>
              <a:rPr lang="ko-KR" altLang="en-US" sz="1800" dirty="0"/>
              <a:t>기본 주석 </a:t>
            </a:r>
            <a:r>
              <a:rPr lang="en-US" altLang="ko-KR" sz="1800" dirty="0"/>
              <a:t>: </a:t>
            </a:r>
            <a:r>
              <a:rPr lang="ko-KR" altLang="ko-KR" sz="1800" dirty="0"/>
              <a:t>(//</a:t>
            </a:r>
            <a:r>
              <a:rPr lang="en-US" altLang="ko-KR" sz="1800" dirty="0"/>
              <a:t> </a:t>
            </a:r>
            <a:r>
              <a:rPr lang="ko-KR" altLang="ko-KR" sz="1800" dirty="0"/>
              <a:t>, /** */)</a:t>
            </a:r>
            <a:endParaRPr lang="en-US" altLang="ko-KR" sz="1800" dirty="0"/>
          </a:p>
          <a:p>
            <a:r>
              <a:rPr lang="ko-KR" altLang="ko-KR" sz="1800" dirty="0" err="1"/>
              <a:t>Python</a:t>
            </a:r>
            <a:r>
              <a:rPr lang="ko-KR" altLang="en-US" sz="1800" dirty="0"/>
              <a:t> 기본 주석 </a:t>
            </a:r>
            <a:r>
              <a:rPr lang="en-US" altLang="ko-KR" sz="1800" dirty="0"/>
              <a:t>: </a:t>
            </a:r>
            <a:r>
              <a:rPr lang="ko-KR" altLang="ko-KR" sz="1800" dirty="0"/>
              <a:t>(#</a:t>
            </a:r>
            <a:r>
              <a:rPr lang="en-US" altLang="ko-KR" sz="1800" dirty="0"/>
              <a:t> </a:t>
            </a:r>
            <a:r>
              <a:rPr lang="ko-KR" altLang="ko-KR" sz="1800" dirty="0"/>
              <a:t>, """ """)</a:t>
            </a:r>
            <a:endParaRPr lang="en-US" altLang="ko-KR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93D26F-CEF5-2E7E-78AB-23D5CAE0CFE0}"/>
              </a:ext>
            </a:extLst>
          </p:cNvPr>
          <p:cNvSpPr txBox="1"/>
          <p:nvPr/>
        </p:nvSpPr>
        <p:spPr>
          <a:xfrm>
            <a:off x="5809673" y="6378611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 err="1"/>
              <a:t>독시젠</a:t>
            </a:r>
            <a:r>
              <a:rPr lang="ko-KR" altLang="en-US" dirty="0"/>
              <a:t> 주석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01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61CF-F896-D5C2-D452-8C76C439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26D50-84C9-6269-8FCF-4D06DE2E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DF928-2DF9-38D6-49B3-C4213CBA5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특수 명령어</a:t>
            </a:r>
            <a:r>
              <a:rPr lang="en-US" altLang="ko-KR" sz="3000" b="1" dirty="0"/>
              <a:t>(</a:t>
            </a:r>
            <a:r>
              <a:rPr lang="ko-KR" altLang="en-US" sz="3000" b="1" dirty="0"/>
              <a:t>태그</a:t>
            </a:r>
            <a:r>
              <a:rPr lang="en-US" altLang="ko-KR" sz="3000" b="1" dirty="0"/>
              <a:t>)&gt;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lvl="0"/>
            <a:r>
              <a:rPr lang="ko-KR" altLang="ko-KR" sz="1800" dirty="0"/>
              <a:t>@brief : </a:t>
            </a:r>
            <a:r>
              <a:rPr lang="ko-KR" altLang="en-US" sz="1800" dirty="0"/>
              <a:t>문서화 대상에 대한 간단한 설명할 때 사용</a:t>
            </a:r>
            <a:endParaRPr lang="ko-KR" altLang="ko-KR" sz="1800" dirty="0"/>
          </a:p>
          <a:p>
            <a:pPr lvl="0"/>
            <a:r>
              <a:rPr lang="ko-KR" altLang="ko-KR" sz="1800" dirty="0"/>
              <a:t>@details :</a:t>
            </a:r>
            <a:r>
              <a:rPr lang="en-US" altLang="ko-KR" sz="1800" dirty="0"/>
              <a:t> </a:t>
            </a:r>
            <a:r>
              <a:rPr lang="ko-KR" altLang="en-US" sz="1800" dirty="0"/>
              <a:t>문서화 대상에 대한 상세한 설명할 때 사용</a:t>
            </a:r>
            <a:r>
              <a:rPr lang="ko-KR" altLang="ko-KR" sz="1800" dirty="0"/>
              <a:t> </a:t>
            </a:r>
            <a:endParaRPr lang="en-US" altLang="ko-KR" sz="1800" dirty="0"/>
          </a:p>
          <a:p>
            <a:pPr lvl="0"/>
            <a:r>
              <a:rPr lang="ko-KR" altLang="ko-KR" sz="1800" dirty="0"/>
              <a:t>@author : </a:t>
            </a:r>
            <a:r>
              <a:rPr lang="ko-KR" altLang="en-US" sz="1800" dirty="0"/>
              <a:t>문서화 대상의 작성자 정보 기록하는 명령어</a:t>
            </a:r>
            <a:endParaRPr lang="en-US" altLang="ko-KR" sz="1800" dirty="0"/>
          </a:p>
          <a:p>
            <a:pPr lvl="0"/>
            <a:r>
              <a:rPr lang="ko-KR" altLang="ko-KR" sz="1800" dirty="0"/>
              <a:t>@date :</a:t>
            </a:r>
            <a:r>
              <a:rPr lang="en-US" altLang="ko-KR" sz="1800" dirty="0"/>
              <a:t> </a:t>
            </a:r>
            <a:r>
              <a:rPr lang="ko-KR" altLang="en-US" sz="1800" dirty="0"/>
              <a:t>작성 날짜 기록하는 명령어</a:t>
            </a:r>
            <a:endParaRPr lang="en-US" altLang="ko-KR" sz="1800" dirty="0"/>
          </a:p>
          <a:p>
            <a:pPr lvl="0"/>
            <a:r>
              <a:rPr lang="ko-KR" altLang="ko-KR" sz="1800" dirty="0"/>
              <a:t>@param [방향] 이름 설명 : 함수의 매개변수 설명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&lt;</a:t>
            </a:r>
            <a:r>
              <a:rPr lang="ko-KR" altLang="en-US" sz="1800" dirty="0"/>
              <a:t>방향</a:t>
            </a:r>
            <a:r>
              <a:rPr lang="en-US" altLang="ko-KR" sz="1800" dirty="0"/>
              <a:t>&gt;</a:t>
            </a:r>
            <a:br>
              <a:rPr lang="en-US" altLang="ko-KR" sz="1800" dirty="0"/>
            </a:br>
            <a:r>
              <a:rPr lang="en-US" altLang="ko-KR" sz="1800" dirty="0"/>
              <a:t>[in]-</a:t>
            </a:r>
            <a:r>
              <a:rPr lang="ko-KR" altLang="en-US" sz="1800" dirty="0"/>
              <a:t>입력 전용</a:t>
            </a:r>
            <a:r>
              <a:rPr lang="en-US" altLang="ko-KR" sz="1800" dirty="0"/>
              <a:t>(</a:t>
            </a:r>
            <a:r>
              <a:rPr lang="ko-KR" altLang="en-US" sz="1800" dirty="0"/>
              <a:t>값 읽기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[out]-</a:t>
            </a:r>
            <a:r>
              <a:rPr lang="ko-KR" altLang="en-US" sz="1800" dirty="0"/>
              <a:t>출력 전용</a:t>
            </a:r>
            <a:r>
              <a:rPr lang="en-US" altLang="ko-KR" sz="1800" dirty="0"/>
              <a:t>(</a:t>
            </a:r>
            <a:r>
              <a:rPr lang="ko-KR" altLang="en-US" sz="1800" dirty="0"/>
              <a:t>값 채워서 나가기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[</a:t>
            </a:r>
            <a:r>
              <a:rPr lang="en-US" altLang="ko-KR" sz="1800" dirty="0" err="1"/>
              <a:t>in,out</a:t>
            </a:r>
            <a:r>
              <a:rPr lang="en-US" altLang="ko-KR" sz="1800" dirty="0"/>
              <a:t>]-</a:t>
            </a:r>
            <a:r>
              <a:rPr lang="ko-KR" altLang="en-US" sz="1800" dirty="0"/>
              <a:t>입출력 겸용</a:t>
            </a:r>
            <a:r>
              <a:rPr lang="en-US" altLang="ko-KR" sz="1800" dirty="0"/>
              <a:t>(</a:t>
            </a:r>
            <a:r>
              <a:rPr lang="ko-KR" altLang="en-US" sz="1800" dirty="0"/>
              <a:t>들어간 값을 함수가 수정하고 나가기</a:t>
            </a:r>
            <a:r>
              <a:rPr lang="en-US" altLang="ko-KR" sz="1800" dirty="0"/>
              <a:t>)</a:t>
            </a:r>
          </a:p>
          <a:p>
            <a:pPr lvl="0"/>
            <a:r>
              <a:rPr lang="en-US" altLang="ko-KR" sz="1800" dirty="0"/>
              <a:t>@return </a:t>
            </a:r>
            <a:r>
              <a:rPr lang="ko-KR" altLang="en-US" sz="1800" dirty="0"/>
              <a:t>설명</a:t>
            </a:r>
            <a:r>
              <a:rPr lang="en-US" altLang="ko-KR" sz="1800" dirty="0"/>
              <a:t> : </a:t>
            </a:r>
            <a:r>
              <a:rPr lang="ko-KR" altLang="en-US" sz="1800" dirty="0"/>
              <a:t>함수가 돌려주는 </a:t>
            </a:r>
            <a:r>
              <a:rPr lang="ko-KR" altLang="en-US" sz="1800" dirty="0" err="1"/>
              <a:t>반환값을</a:t>
            </a:r>
            <a:r>
              <a:rPr lang="ko-KR" altLang="en-US" sz="1800" dirty="0"/>
              <a:t> 설명하는 태그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80636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5CA03-B10C-F0FE-01ED-267D8793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9BE1F-62C4-856C-2FDB-FF6A275E6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F70F27-0516-9EFC-F53A-5A35C7193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부가 명령어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lvl="0"/>
            <a:r>
              <a:rPr lang="ko-KR" altLang="ko-KR" sz="1800" dirty="0"/>
              <a:t>@note : 사용자에게 참고할 추가 정보 제공</a:t>
            </a:r>
            <a:r>
              <a:rPr lang="en-US" altLang="ko-KR" sz="1800" dirty="0"/>
              <a:t> &amp; </a:t>
            </a:r>
            <a:r>
              <a:rPr lang="ko-KR" altLang="en-US" sz="1800" dirty="0"/>
              <a:t>주의주기</a:t>
            </a:r>
            <a:endParaRPr lang="ko-KR" altLang="ko-KR" sz="1800" dirty="0"/>
          </a:p>
          <a:p>
            <a:pPr lvl="0"/>
            <a:r>
              <a:rPr lang="ko-KR" altLang="ko-KR" sz="1800" dirty="0"/>
              <a:t>@warning : 부작용이나 주의할 사항, 위험 요소 등을 </a:t>
            </a:r>
            <a:r>
              <a:rPr lang="ko-KR" altLang="en-US" sz="1800" dirty="0"/>
              <a:t>사전에 경고</a:t>
            </a:r>
            <a:endParaRPr lang="ko-KR" altLang="ko-KR" sz="1800" dirty="0"/>
          </a:p>
          <a:p>
            <a:pPr lvl="0"/>
            <a:r>
              <a:rPr lang="ko-KR" altLang="ko-KR" sz="1800" dirty="0"/>
              <a:t>@see : 관련 있는 다른 </a:t>
            </a:r>
            <a:r>
              <a:rPr lang="ko-KR" altLang="ko-KR" sz="1800" dirty="0" err="1"/>
              <a:t>클래스·파일·URL</a:t>
            </a:r>
            <a:r>
              <a:rPr lang="ko-KR" altLang="ko-KR" sz="1800" dirty="0"/>
              <a:t> 등을 참조</a:t>
            </a:r>
            <a:r>
              <a:rPr lang="ko-KR" altLang="en-US" sz="1800" dirty="0"/>
              <a:t>해서 하이퍼링크 연결</a:t>
            </a:r>
            <a:endParaRPr lang="en-US" altLang="ko-KR" sz="1800" dirty="0"/>
          </a:p>
          <a:p>
            <a:pPr lvl="0"/>
            <a:r>
              <a:rPr lang="ko-KR" altLang="ko-KR" sz="1800" dirty="0"/>
              <a:t>@todo : </a:t>
            </a:r>
            <a:r>
              <a:rPr lang="ko-KR" altLang="en-US" sz="1800" dirty="0"/>
              <a:t>앞으로 </a:t>
            </a:r>
            <a:r>
              <a:rPr lang="ko-KR" altLang="en-US" sz="1800" dirty="0" err="1"/>
              <a:t>해야할</a:t>
            </a:r>
            <a:r>
              <a:rPr lang="ko-KR" altLang="en-US" sz="1800" dirty="0"/>
              <a:t> 작업 혹은 개선사항을 알 수 있는 명령어</a:t>
            </a:r>
            <a:endParaRPr lang="en-US" altLang="ko-KR" sz="1800" dirty="0"/>
          </a:p>
          <a:p>
            <a:pPr lvl="0"/>
            <a:r>
              <a:rPr lang="ko-KR" altLang="ko-KR" sz="1800" dirty="0"/>
              <a:t>@code ~ @endcode : </a:t>
            </a:r>
            <a:r>
              <a:rPr lang="ko-KR" altLang="en-US" sz="1800" dirty="0"/>
              <a:t>문서안에 코드 예제를 깔끔하게 정리하여 보여주기 위해 사용</a:t>
            </a:r>
            <a:endParaRPr lang="ko-KR" altLang="ko-KR" sz="1800" dirty="0"/>
          </a:p>
          <a:p>
            <a:pPr lvl="0"/>
            <a:r>
              <a:rPr lang="ko-KR" altLang="ko-KR" sz="1800" dirty="0"/>
              <a:t>@file : 소스 파일 자체에 대한 설명을 작성할 때 사용</a:t>
            </a:r>
          </a:p>
        </p:txBody>
      </p:sp>
    </p:spTree>
    <p:extLst>
      <p:ext uri="{BB962C8B-B14F-4D97-AF65-F5344CB8AC3E}">
        <p14:creationId xmlns:p14="http://schemas.microsoft.com/office/powerpoint/2010/main" val="3902687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1BAB-4E92-36F6-EC57-7052A891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5C5F1-21D1-C56C-8CDD-7F0AE25D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1E49FC-0391-DD41-E319-89E394B76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 err="1"/>
              <a:t>독시젠의</a:t>
            </a:r>
            <a:r>
              <a:rPr lang="ko-KR" altLang="en-US" sz="3000" b="1" dirty="0"/>
              <a:t> 특징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7B45A-735E-1523-9362-945696AEB252}"/>
              </a:ext>
            </a:extLst>
          </p:cNvPr>
          <p:cNvSpPr txBox="1"/>
          <p:nvPr/>
        </p:nvSpPr>
        <p:spPr>
          <a:xfrm>
            <a:off x="376382" y="1902844"/>
            <a:ext cx="53201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다양한 출력 형식(HTML/PDF/</a:t>
            </a:r>
            <a:r>
              <a:rPr lang="ko-KR" altLang="ko-KR" dirty="0" err="1"/>
              <a:t>LaTeX</a:t>
            </a:r>
            <a:r>
              <a:rPr lang="ko-KR" altLang="ko-KR" dirty="0"/>
              <a:t> 등)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여러 언어 지원</a:t>
            </a:r>
            <a:r>
              <a:rPr lang="en-US" altLang="ko-K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상호 참조(하이퍼링크)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다이어그램 자동 생성</a:t>
            </a:r>
            <a:r>
              <a:rPr lang="en-US" altLang="ko-KR" dirty="0"/>
              <a:t>(</a:t>
            </a:r>
            <a:r>
              <a:rPr lang="en-US" altLang="ko-KR" dirty="0" err="1"/>
              <a:t>Graphviz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155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D5CE0-AD46-F215-34CF-C37313B4F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1265D-DA7F-358F-80C1-548CE9C3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CA5E16-ED2E-376C-0E9D-56F887723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 err="1"/>
              <a:t>스핀스의</a:t>
            </a:r>
            <a:r>
              <a:rPr lang="ko-KR" altLang="en-US" sz="3000" b="1" dirty="0"/>
              <a:t> 특징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FA4FC-52DD-DFA8-464E-0BE57714DEF4}"/>
              </a:ext>
            </a:extLst>
          </p:cNvPr>
          <p:cNvSpPr txBox="1"/>
          <p:nvPr/>
        </p:nvSpPr>
        <p:spPr>
          <a:xfrm>
            <a:off x="376382" y="1893608"/>
            <a:ext cx="53201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파이썬 생태계 표준 문서화 도구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설치방법 </a:t>
            </a:r>
            <a:r>
              <a:rPr lang="en-US" altLang="ko-KR" dirty="0"/>
              <a:t>: </a:t>
            </a:r>
            <a:r>
              <a:rPr lang="ko-KR" altLang="ko-KR" dirty="0" err="1"/>
              <a:t>pip</a:t>
            </a:r>
            <a:r>
              <a:rPr lang="ko-KR" altLang="ko-KR" dirty="0"/>
              <a:t> </a:t>
            </a:r>
            <a:r>
              <a:rPr lang="ko-KR" altLang="ko-KR" dirty="0" err="1"/>
              <a:t>install</a:t>
            </a:r>
            <a:r>
              <a:rPr lang="ko-KR" altLang="ko-KR" dirty="0"/>
              <a:t> </a:t>
            </a:r>
            <a:r>
              <a:rPr lang="ko-KR" altLang="ko-KR" dirty="0" err="1"/>
              <a:t>sphinx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터미널</a:t>
            </a:r>
            <a:r>
              <a:rPr lang="en-US" altLang="ko-KR" dirty="0"/>
              <a:t> </a:t>
            </a:r>
            <a:r>
              <a:rPr lang="ko-KR" altLang="en-US" dirty="0"/>
              <a:t>명령어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reStructuredText</a:t>
            </a:r>
            <a:r>
              <a:rPr lang="ko-KR" altLang="ko-KR" dirty="0"/>
              <a:t>/</a:t>
            </a:r>
            <a:r>
              <a:rPr lang="ko-KR" altLang="ko-KR" dirty="0" err="1"/>
              <a:t>Markdown</a:t>
            </a:r>
            <a:r>
              <a:rPr lang="en-US" altLang="ko-KR" dirty="0"/>
              <a:t> </a:t>
            </a:r>
            <a:r>
              <a:rPr lang="ko-KR" altLang="en-US" dirty="0"/>
              <a:t>같은 </a:t>
            </a:r>
            <a:br>
              <a:rPr lang="en-US" altLang="ko-KR" dirty="0"/>
            </a:br>
            <a:r>
              <a:rPr lang="ko-KR" altLang="en-US" dirty="0"/>
              <a:t>글쓰기 전용</a:t>
            </a:r>
            <a:r>
              <a:rPr lang="en-US" altLang="ko-KR" dirty="0"/>
              <a:t> </a:t>
            </a:r>
            <a:r>
              <a:rPr lang="ko-KR" altLang="en-US" dirty="0"/>
              <a:t>언어 위에서 작동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설명서 제작에 용이함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코드 주석을 </a:t>
            </a:r>
            <a:r>
              <a:rPr lang="en-US" altLang="ko-KR" dirty="0" err="1"/>
              <a:t>autodoc</a:t>
            </a:r>
            <a:r>
              <a:rPr lang="ko-KR" altLang="en-US" dirty="0"/>
              <a:t>으로 자동으로 가져옴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30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9D60-40B2-24D7-0B00-AB19ABB3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548A7-0C12-270F-886B-B17BBDD7A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59C34E-ECF6-4E5C-C8DF-AACF485C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자바독의 특징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57F39-7483-1391-2106-E69D7299BBF5}"/>
              </a:ext>
            </a:extLst>
          </p:cNvPr>
          <p:cNvSpPr txBox="1"/>
          <p:nvPr/>
        </p:nvSpPr>
        <p:spPr>
          <a:xfrm>
            <a:off x="376382" y="1872060"/>
            <a:ext cx="5320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자바 전용 문서화 도구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설치방법 </a:t>
            </a:r>
            <a:r>
              <a:rPr lang="en-US" altLang="ko-KR" dirty="0"/>
              <a:t>: JDK </a:t>
            </a:r>
            <a:r>
              <a:rPr lang="ko-KR" altLang="en-US" dirty="0" err="1"/>
              <a:t>내장되어있어</a:t>
            </a:r>
            <a:r>
              <a:rPr lang="ko-KR" altLang="en-US" dirty="0"/>
              <a:t> 설치</a:t>
            </a:r>
            <a:r>
              <a:rPr lang="en-US" altLang="ko-KR" dirty="0"/>
              <a:t>X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클래스 · 메서드 · 필드 목록을 자동으로 표로 정리해서 보여줌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Eclipse</a:t>
            </a:r>
            <a:r>
              <a:rPr lang="ko-KR" altLang="en-US" dirty="0"/>
              <a:t>같은 </a:t>
            </a:r>
            <a:r>
              <a:rPr lang="en-US" altLang="ko-KR" dirty="0" err="1"/>
              <a:t>IDE와</a:t>
            </a:r>
            <a:r>
              <a:rPr lang="en-US" altLang="ko-KR" dirty="0"/>
              <a:t> </a:t>
            </a:r>
            <a:r>
              <a:rPr lang="en-US" altLang="ko-KR" dirty="0" err="1"/>
              <a:t>완벽하게</a:t>
            </a:r>
            <a:r>
              <a:rPr lang="en-US" altLang="ko-KR" dirty="0"/>
              <a:t> </a:t>
            </a:r>
            <a:r>
              <a:rPr lang="en-US" altLang="ko-KR" dirty="0" err="1"/>
              <a:t>통합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7069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0389-F87E-BDC4-D1D1-84084D7C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450A499C-DDA9-0148-8BF8-E937BC6C5C07}"/>
              </a:ext>
            </a:extLst>
          </p:cNvPr>
          <p:cNvSpPr/>
          <p:nvPr/>
        </p:nvSpPr>
        <p:spPr>
          <a:xfrm>
            <a:off x="597130" y="1273267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B5AF435-2CB0-523A-30A3-C8CEF0AD3AEA}"/>
              </a:ext>
            </a:extLst>
          </p:cNvPr>
          <p:cNvSpPr/>
          <p:nvPr/>
        </p:nvSpPr>
        <p:spPr>
          <a:xfrm>
            <a:off x="2791690" y="1273267"/>
            <a:ext cx="28346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F577F2D-09C4-014B-6ABC-A097D05080C8}"/>
              </a:ext>
            </a:extLst>
          </p:cNvPr>
          <p:cNvSpPr/>
          <p:nvPr/>
        </p:nvSpPr>
        <p:spPr>
          <a:xfrm>
            <a:off x="2791690" y="127326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</a:t>
            </a:r>
            <a:endParaRPr lang="en-US" sz="14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76C4B79-E6A7-EA38-52CA-0B9A965C2902}"/>
              </a:ext>
            </a:extLst>
          </p:cNvPr>
          <p:cNvSpPr/>
          <p:nvPr/>
        </p:nvSpPr>
        <p:spPr>
          <a:xfrm>
            <a:off x="5626330" y="1273267"/>
            <a:ext cx="28346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50BE081-58D7-7555-9429-3642407D9D0B}"/>
              </a:ext>
            </a:extLst>
          </p:cNvPr>
          <p:cNvSpPr/>
          <p:nvPr/>
        </p:nvSpPr>
        <p:spPr>
          <a:xfrm>
            <a:off x="5626330" y="127326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Sphinx</a:t>
            </a:r>
            <a:endParaRPr lang="en-US" sz="1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7AF11DB-DDA2-D702-0ADF-BF7497A081BF}"/>
              </a:ext>
            </a:extLst>
          </p:cNvPr>
          <p:cNvSpPr/>
          <p:nvPr/>
        </p:nvSpPr>
        <p:spPr>
          <a:xfrm>
            <a:off x="8460970" y="1273267"/>
            <a:ext cx="28346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C6F8CE8-269F-4F56-C30A-5B3AD37196E9}"/>
              </a:ext>
            </a:extLst>
          </p:cNvPr>
          <p:cNvSpPr/>
          <p:nvPr/>
        </p:nvSpPr>
        <p:spPr>
          <a:xfrm>
            <a:off x="8460970" y="127326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</a:t>
            </a:r>
            <a:endParaRPr lang="en-US" sz="14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EABD9B8-E10B-EDB6-4504-1C1DE686DFFF}"/>
              </a:ext>
            </a:extLst>
          </p:cNvPr>
          <p:cNvSpPr/>
          <p:nvPr/>
        </p:nvSpPr>
        <p:spPr>
          <a:xfrm>
            <a:off x="597130" y="1776187"/>
            <a:ext cx="219456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875C1B2-F556-5619-0DB8-EA2CC671C8AC}"/>
              </a:ext>
            </a:extLst>
          </p:cNvPr>
          <p:cNvSpPr/>
          <p:nvPr/>
        </p:nvSpPr>
        <p:spPr>
          <a:xfrm>
            <a:off x="706858" y="1776187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대상 언어</a:t>
            </a:r>
            <a:endParaRPr lang="en-US" sz="115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4C1FDCBA-600F-E9A6-ED6A-52383BF1D056}"/>
              </a:ext>
            </a:extLst>
          </p:cNvPr>
          <p:cNvSpPr/>
          <p:nvPr/>
        </p:nvSpPr>
        <p:spPr>
          <a:xfrm>
            <a:off x="2791690" y="1776187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6EF0851D-C314-C32B-8411-28EB410F9699}"/>
              </a:ext>
            </a:extLst>
          </p:cNvPr>
          <p:cNvSpPr/>
          <p:nvPr/>
        </p:nvSpPr>
        <p:spPr>
          <a:xfrm>
            <a:off x="2901418" y="1776187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등 다중 언어</a:t>
            </a:r>
            <a:endParaRPr lang="en-US" sz="115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18EBF965-6807-FA02-F40A-DFD69415C2E3}"/>
              </a:ext>
            </a:extLst>
          </p:cNvPr>
          <p:cNvSpPr/>
          <p:nvPr/>
        </p:nvSpPr>
        <p:spPr>
          <a:xfrm>
            <a:off x="5626330" y="1776187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2B00604-91A6-53FF-C5DC-124CEF9CAFB0}"/>
              </a:ext>
            </a:extLst>
          </p:cNvPr>
          <p:cNvSpPr/>
          <p:nvPr/>
        </p:nvSpPr>
        <p:spPr>
          <a:xfrm>
            <a:off x="5736058" y="1776187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5422EBA1-F818-3678-FCBE-17EF425E879F}"/>
              </a:ext>
            </a:extLst>
          </p:cNvPr>
          <p:cNvSpPr/>
          <p:nvPr/>
        </p:nvSpPr>
        <p:spPr>
          <a:xfrm>
            <a:off x="8460970" y="1776187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A5207316-07C9-A10D-BFF5-B29A5B91F541}"/>
              </a:ext>
            </a:extLst>
          </p:cNvPr>
          <p:cNvSpPr/>
          <p:nvPr/>
        </p:nvSpPr>
        <p:spPr>
          <a:xfrm>
            <a:off x="8570698" y="1776187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5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B7AED9CD-FD09-2314-5EE5-4398FDD53B40}"/>
              </a:ext>
            </a:extLst>
          </p:cNvPr>
          <p:cNvSpPr/>
          <p:nvPr/>
        </p:nvSpPr>
        <p:spPr>
          <a:xfrm>
            <a:off x="597130" y="2288251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0765D1F3-63AB-8B5E-A600-F6C536A526F7}"/>
              </a:ext>
            </a:extLst>
          </p:cNvPr>
          <p:cNvSpPr/>
          <p:nvPr/>
        </p:nvSpPr>
        <p:spPr>
          <a:xfrm>
            <a:off x="706858" y="2288251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스타일</a:t>
            </a:r>
            <a:endParaRPr lang="en-US" sz="1150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C5DA0F3C-1782-1509-0BF3-745D6ECC5FC6}"/>
              </a:ext>
            </a:extLst>
          </p:cNvPr>
          <p:cNvSpPr/>
          <p:nvPr/>
        </p:nvSpPr>
        <p:spPr>
          <a:xfrm>
            <a:off x="2791690" y="2288251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995B222E-0E38-0507-B23E-BB2BD7A1C927}"/>
              </a:ext>
            </a:extLst>
          </p:cNvPr>
          <p:cNvSpPr/>
          <p:nvPr/>
        </p:nvSpPr>
        <p:spPr>
          <a:xfrm>
            <a:off x="2901418" y="2288251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레퍼런스 중심</a:t>
            </a:r>
            <a:endParaRPr lang="en-US" sz="115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DA84D034-E912-4347-7FA2-38608E4D19F7}"/>
              </a:ext>
            </a:extLst>
          </p:cNvPr>
          <p:cNvSpPr/>
          <p:nvPr/>
        </p:nvSpPr>
        <p:spPr>
          <a:xfrm>
            <a:off x="5626330" y="2288251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1D51906-293B-6FE7-DBEB-F5DCA2C0ABB3}"/>
              </a:ext>
            </a:extLst>
          </p:cNvPr>
          <p:cNvSpPr/>
          <p:nvPr/>
        </p:nvSpPr>
        <p:spPr>
          <a:xfrm>
            <a:off x="5736058" y="2288251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튜토리얼 + 레퍼런스</a:t>
            </a:r>
            <a:endParaRPr lang="en-US" sz="1150" dirty="0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585BB780-33F8-CC42-E569-1327D0CAC9E0}"/>
              </a:ext>
            </a:extLst>
          </p:cNvPr>
          <p:cNvSpPr/>
          <p:nvPr/>
        </p:nvSpPr>
        <p:spPr>
          <a:xfrm>
            <a:off x="8460970" y="2288251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2CDF7E4F-A09A-88D0-1E0F-DA1810F1B1E4}"/>
              </a:ext>
            </a:extLst>
          </p:cNvPr>
          <p:cNvSpPr/>
          <p:nvPr/>
        </p:nvSpPr>
        <p:spPr>
          <a:xfrm>
            <a:off x="8570698" y="2288251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레퍼런스 중심</a:t>
            </a:r>
            <a:endParaRPr lang="en-US" sz="1150" dirty="0"/>
          </a:p>
        </p:txBody>
      </p:sp>
      <p:sp>
        <p:nvSpPr>
          <p:cNvPr id="52" name="Shape 25">
            <a:extLst>
              <a:ext uri="{FF2B5EF4-FFF2-40B4-BE49-F238E27FC236}">
                <a16:creationId xmlns:a16="http://schemas.microsoft.com/office/drawing/2014/main" id="{F2DBBCD9-AFBE-FEC0-5991-66F0D1E6A59A}"/>
              </a:ext>
            </a:extLst>
          </p:cNvPr>
          <p:cNvSpPr/>
          <p:nvPr/>
        </p:nvSpPr>
        <p:spPr>
          <a:xfrm>
            <a:off x="597130" y="2800315"/>
            <a:ext cx="219456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57C06A42-820C-98C5-5C45-0179B68D36B7}"/>
              </a:ext>
            </a:extLst>
          </p:cNvPr>
          <p:cNvSpPr/>
          <p:nvPr/>
        </p:nvSpPr>
        <p:spPr>
          <a:xfrm>
            <a:off x="706858" y="2800315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</a:t>
            </a:r>
            <a:endParaRPr lang="en-US" sz="115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55DFC468-62C8-CC91-1C22-C2B4FC63B786}"/>
              </a:ext>
            </a:extLst>
          </p:cNvPr>
          <p:cNvSpPr/>
          <p:nvPr/>
        </p:nvSpPr>
        <p:spPr>
          <a:xfrm>
            <a:off x="2791690" y="2800315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4707BA62-EADB-A896-956A-4E7156B32C3D}"/>
              </a:ext>
            </a:extLst>
          </p:cNvPr>
          <p:cNvSpPr/>
          <p:nvPr/>
        </p:nvSpPr>
        <p:spPr>
          <a:xfrm>
            <a:off x="2901418" y="2800315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Graphviz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설치 필요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5601A903-40CC-7089-FF9A-F9359C5C6C8B}"/>
              </a:ext>
            </a:extLst>
          </p:cNvPr>
          <p:cNvSpPr/>
          <p:nvPr/>
        </p:nvSpPr>
        <p:spPr>
          <a:xfrm>
            <a:off x="5626330" y="2800315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2AA11743-F9EA-FCA1-3FAF-146C608695B2}"/>
              </a:ext>
            </a:extLst>
          </p:cNvPr>
          <p:cNvSpPr/>
          <p:nvPr/>
        </p:nvSpPr>
        <p:spPr>
          <a:xfrm>
            <a:off x="5736058" y="2800315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설치 시 가능</a:t>
            </a:r>
            <a:endParaRPr lang="en-US" sz="1150" dirty="0"/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31297275-9A35-2831-6397-50D2F92F5CB6}"/>
              </a:ext>
            </a:extLst>
          </p:cNvPr>
          <p:cNvSpPr/>
          <p:nvPr/>
        </p:nvSpPr>
        <p:spPr>
          <a:xfrm>
            <a:off x="8460970" y="2800315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2323667D-C218-8C3E-A95A-1434249581F6}"/>
              </a:ext>
            </a:extLst>
          </p:cNvPr>
          <p:cNvSpPr/>
          <p:nvPr/>
        </p:nvSpPr>
        <p:spPr>
          <a:xfrm>
            <a:off x="8570698" y="2800315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미지원</a:t>
            </a:r>
            <a:endParaRPr lang="en-US" sz="1150" dirty="0"/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FCED6C8F-998C-FC98-3683-12BBE6EF965F}"/>
              </a:ext>
            </a:extLst>
          </p:cNvPr>
          <p:cNvSpPr/>
          <p:nvPr/>
        </p:nvSpPr>
        <p:spPr>
          <a:xfrm>
            <a:off x="597130" y="3312379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A3C49DE4-A33E-15CE-6C3B-B2944143C7AD}"/>
              </a:ext>
            </a:extLst>
          </p:cNvPr>
          <p:cNvSpPr/>
          <p:nvPr/>
        </p:nvSpPr>
        <p:spPr>
          <a:xfrm>
            <a:off x="706858" y="3312379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난이도</a:t>
            </a:r>
            <a:endParaRPr lang="en-US" sz="1150" dirty="0"/>
          </a:p>
        </p:txBody>
      </p:sp>
      <p:sp>
        <p:nvSpPr>
          <p:cNvPr id="72" name="Shape 35">
            <a:extLst>
              <a:ext uri="{FF2B5EF4-FFF2-40B4-BE49-F238E27FC236}">
                <a16:creationId xmlns:a16="http://schemas.microsoft.com/office/drawing/2014/main" id="{3B0865AD-20E2-224F-777D-F5F67CD07E48}"/>
              </a:ext>
            </a:extLst>
          </p:cNvPr>
          <p:cNvSpPr/>
          <p:nvPr/>
        </p:nvSpPr>
        <p:spPr>
          <a:xfrm>
            <a:off x="2791690" y="3312379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36">
            <a:extLst>
              <a:ext uri="{FF2B5EF4-FFF2-40B4-BE49-F238E27FC236}">
                <a16:creationId xmlns:a16="http://schemas.microsoft.com/office/drawing/2014/main" id="{DAF6C3DC-295F-6837-AB96-00EA8A568ADC}"/>
              </a:ext>
            </a:extLst>
          </p:cNvPr>
          <p:cNvSpPr/>
          <p:nvPr/>
        </p:nvSpPr>
        <p:spPr>
          <a:xfrm>
            <a:off x="2901418" y="3312379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설치 필요</a:t>
            </a:r>
            <a:endParaRPr lang="en-US" sz="1150" dirty="0"/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0BEB6E68-5746-673D-7D8F-3AE95271F10F}"/>
              </a:ext>
            </a:extLst>
          </p:cNvPr>
          <p:cNvSpPr/>
          <p:nvPr/>
        </p:nvSpPr>
        <p:spPr>
          <a:xfrm>
            <a:off x="5626330" y="3312379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38">
            <a:extLst>
              <a:ext uri="{FF2B5EF4-FFF2-40B4-BE49-F238E27FC236}">
                <a16:creationId xmlns:a16="http://schemas.microsoft.com/office/drawing/2014/main" id="{0F8F9A83-B243-2CD7-2282-913F7F36A053}"/>
              </a:ext>
            </a:extLst>
          </p:cNvPr>
          <p:cNvSpPr/>
          <p:nvPr/>
        </p:nvSpPr>
        <p:spPr>
          <a:xfrm>
            <a:off x="5736058" y="3312379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sphinx 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 명령어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CC867ACB-C764-B1D2-11B8-349EEC03C45D}"/>
              </a:ext>
            </a:extLst>
          </p:cNvPr>
          <p:cNvSpPr/>
          <p:nvPr/>
        </p:nvSpPr>
        <p:spPr>
          <a:xfrm>
            <a:off x="8460970" y="3312379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2C11EE77-E41A-918F-FCA4-97620987CED2}"/>
              </a:ext>
            </a:extLst>
          </p:cNvPr>
          <p:cNvSpPr/>
          <p:nvPr/>
        </p:nvSpPr>
        <p:spPr>
          <a:xfrm>
            <a:off x="8570698" y="3312379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내장, 설치 불필요</a:t>
            </a:r>
            <a:endParaRPr lang="en-US" sz="1150" dirty="0"/>
          </a:p>
        </p:txBody>
      </p:sp>
      <p:sp>
        <p:nvSpPr>
          <p:cNvPr id="84" name="Shape 41">
            <a:extLst>
              <a:ext uri="{FF2B5EF4-FFF2-40B4-BE49-F238E27FC236}">
                <a16:creationId xmlns:a16="http://schemas.microsoft.com/office/drawing/2014/main" id="{3C00168B-064C-B5C2-7CBB-6A1D4BE3BC1E}"/>
              </a:ext>
            </a:extLst>
          </p:cNvPr>
          <p:cNvSpPr/>
          <p:nvPr/>
        </p:nvSpPr>
        <p:spPr>
          <a:xfrm>
            <a:off x="597130" y="3824443"/>
            <a:ext cx="219456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42">
            <a:extLst>
              <a:ext uri="{FF2B5EF4-FFF2-40B4-BE49-F238E27FC236}">
                <a16:creationId xmlns:a16="http://schemas.microsoft.com/office/drawing/2014/main" id="{E15DFCE2-5B09-1B58-8AF6-88D665675A31}"/>
              </a:ext>
            </a:extLst>
          </p:cNvPr>
          <p:cNvSpPr/>
          <p:nvPr/>
        </p:nvSpPr>
        <p:spPr>
          <a:xfrm>
            <a:off x="706858" y="3824443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통합</a:t>
            </a:r>
            <a:endParaRPr lang="en-US" sz="1150" dirty="0"/>
          </a:p>
        </p:txBody>
      </p:sp>
      <p:sp>
        <p:nvSpPr>
          <p:cNvPr id="88" name="Shape 43">
            <a:extLst>
              <a:ext uri="{FF2B5EF4-FFF2-40B4-BE49-F238E27FC236}">
                <a16:creationId xmlns:a16="http://schemas.microsoft.com/office/drawing/2014/main" id="{9034A08B-B71F-D9A8-F06B-7F4AE5051605}"/>
              </a:ext>
            </a:extLst>
          </p:cNvPr>
          <p:cNvSpPr/>
          <p:nvPr/>
        </p:nvSpPr>
        <p:spPr>
          <a:xfrm>
            <a:off x="2791690" y="3824443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AD1E1E69-5556-836D-A35E-741BBADC7C17}"/>
              </a:ext>
            </a:extLst>
          </p:cNvPr>
          <p:cNvSpPr/>
          <p:nvPr/>
        </p:nvSpPr>
        <p:spPr>
          <a:xfrm>
            <a:off x="2901418" y="3824443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설명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92" name="Shape 45">
            <a:extLst>
              <a:ext uri="{FF2B5EF4-FFF2-40B4-BE49-F238E27FC236}">
                <a16:creationId xmlns:a16="http://schemas.microsoft.com/office/drawing/2014/main" id="{21807F33-AB71-9D71-0A92-614AE7075297}"/>
              </a:ext>
            </a:extLst>
          </p:cNvPr>
          <p:cNvSpPr/>
          <p:nvPr/>
        </p:nvSpPr>
        <p:spPr>
          <a:xfrm>
            <a:off x="5626330" y="3824443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46">
            <a:extLst>
              <a:ext uri="{FF2B5EF4-FFF2-40B4-BE49-F238E27FC236}">
                <a16:creationId xmlns:a16="http://schemas.microsoft.com/office/drawing/2014/main" id="{CF0A487D-3702-E44E-B951-51DD3195B72E}"/>
              </a:ext>
            </a:extLst>
          </p:cNvPr>
          <p:cNvSpPr/>
          <p:nvPr/>
        </p:nvSpPr>
        <p:spPr>
          <a:xfrm>
            <a:off x="5736058" y="3824443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설명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96" name="Shape 47">
            <a:extLst>
              <a:ext uri="{FF2B5EF4-FFF2-40B4-BE49-F238E27FC236}">
                <a16:creationId xmlns:a16="http://schemas.microsoft.com/office/drawing/2014/main" id="{EDA2DE1D-8207-3755-0DF6-9F016F6A0053}"/>
              </a:ext>
            </a:extLst>
          </p:cNvPr>
          <p:cNvSpPr/>
          <p:nvPr/>
        </p:nvSpPr>
        <p:spPr>
          <a:xfrm>
            <a:off x="8460970" y="3824443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48">
            <a:extLst>
              <a:ext uri="{FF2B5EF4-FFF2-40B4-BE49-F238E27FC236}">
                <a16:creationId xmlns:a16="http://schemas.microsoft.com/office/drawing/2014/main" id="{86B5F21E-D5CD-7707-C2E4-151E6CB8AA14}"/>
              </a:ext>
            </a:extLst>
          </p:cNvPr>
          <p:cNvSpPr/>
          <p:nvPr/>
        </p:nvSpPr>
        <p:spPr>
          <a:xfrm>
            <a:off x="8570698" y="3824443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뛰어남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서식 등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71865D-2848-AAF6-D476-4ECC7FF3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20EC4-BB1F-AF9E-045C-654A9C434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3762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한 눈 비교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A43B1CF-5DF9-41DA-5E08-81B1411E1023}"/>
              </a:ext>
            </a:extLst>
          </p:cNvPr>
          <p:cNvSpPr txBox="1"/>
          <p:nvPr/>
        </p:nvSpPr>
        <p:spPr>
          <a:xfrm>
            <a:off x="896389" y="5362283"/>
            <a:ext cx="10399221" cy="1222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/>
              <a:t>다양한 언어의 코드에 적용하고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클래스</a:t>
            </a:r>
            <a:r>
              <a:rPr lang="en-US" altLang="ko-KR" sz="1600" dirty="0"/>
              <a:t> </a:t>
            </a:r>
            <a:r>
              <a:rPr lang="en-US" altLang="ko-KR" sz="1600" dirty="0" err="1"/>
              <a:t>구조·호출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관계를</a:t>
            </a:r>
            <a:r>
              <a:rPr lang="en-US" altLang="ko-KR" sz="1600" dirty="0"/>
              <a:t> </a:t>
            </a:r>
            <a:r>
              <a:rPr lang="en-US" altLang="ko-KR" sz="1600" dirty="0" err="1"/>
              <a:t>그림으로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보고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싶다면</a:t>
            </a:r>
            <a:r>
              <a:rPr lang="en-US" altLang="ko-KR" sz="1600" dirty="0"/>
              <a:t> → </a:t>
            </a:r>
            <a:r>
              <a:rPr lang="en-US" altLang="ko-KR" sz="1600" dirty="0" err="1"/>
              <a:t>Doxygen</a:t>
            </a:r>
            <a:endParaRPr lang="en-US" altLang="ko-KR" sz="16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ko-KR" sz="1600" dirty="0"/>
              <a:t>Python </a:t>
            </a:r>
            <a:r>
              <a:rPr lang="en-US" altLang="ko-KR" sz="1600" dirty="0" err="1"/>
              <a:t>프로젝트이거나</a:t>
            </a:r>
            <a:r>
              <a:rPr lang="en-US" altLang="ko-KR" sz="1600" dirty="0"/>
              <a:t>, </a:t>
            </a:r>
            <a:r>
              <a:rPr lang="ko-KR" altLang="en-US" sz="1600" dirty="0"/>
              <a:t>코드 </a:t>
            </a:r>
            <a:r>
              <a:rPr lang="en-US" altLang="ko-KR" sz="1600" dirty="0" err="1"/>
              <a:t>튜토리얼까지</a:t>
            </a:r>
            <a:r>
              <a:rPr lang="en-US" altLang="ko-KR" sz="1600" dirty="0"/>
              <a:t> </a:t>
            </a:r>
            <a:r>
              <a:rPr lang="en-US" altLang="ko-KR" sz="1600" dirty="0" err="1"/>
              <a:t>함께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쓰고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싶다면</a:t>
            </a:r>
            <a:r>
              <a:rPr lang="en-US" altLang="ko-KR" sz="1600" dirty="0"/>
              <a:t> → Sphinx</a:t>
            </a: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altLang="ko-KR" sz="1600" dirty="0"/>
              <a:t>Java </a:t>
            </a:r>
            <a:r>
              <a:rPr lang="en-US" altLang="ko-KR" sz="1600" dirty="0" err="1"/>
              <a:t>프로젝트이고</a:t>
            </a:r>
            <a:r>
              <a:rPr lang="en-US" altLang="ko-KR" sz="1600" dirty="0"/>
              <a:t>, </a:t>
            </a:r>
            <a:r>
              <a:rPr lang="ko-KR" altLang="en-US" sz="1600" dirty="0"/>
              <a:t>다른 문서화 도구가 없다면 </a:t>
            </a:r>
            <a:r>
              <a:rPr lang="en-US" altLang="ko-KR" sz="1600" dirty="0"/>
              <a:t>→ Javadoc</a:t>
            </a:r>
          </a:p>
        </p:txBody>
      </p:sp>
    </p:spTree>
    <p:extLst>
      <p:ext uri="{BB962C8B-B14F-4D97-AF65-F5344CB8AC3E}">
        <p14:creationId xmlns:p14="http://schemas.microsoft.com/office/powerpoint/2010/main" val="324320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6421-B90A-488A-F5F1-3230DC93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766EB-9830-A119-88C4-0E172591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en-US" altLang="ko-KR" dirty="0" err="1"/>
              <a:t>협업</a:t>
            </a:r>
            <a:r>
              <a:rPr lang="en-US" altLang="ko-KR" dirty="0"/>
              <a:t> 시 </a:t>
            </a:r>
            <a:r>
              <a:rPr lang="en-US" altLang="ko-KR" dirty="0" err="1"/>
              <a:t>컨벤션</a:t>
            </a:r>
            <a:r>
              <a:rPr lang="en-US" altLang="ko-KR" dirty="0"/>
              <a:t> </a:t>
            </a:r>
            <a:r>
              <a:rPr lang="en-US" altLang="ko-KR" dirty="0" err="1"/>
              <a:t>유지</a:t>
            </a:r>
            <a:r>
              <a:rPr lang="en-US" altLang="ko-KR" dirty="0"/>
              <a:t> 팁-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EC45EB-ABC7-D8F3-6669-322FFD133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667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&lt;1. </a:t>
            </a:r>
            <a:r>
              <a:rPr lang="ko-KR" altLang="en-US" sz="3000" b="1" dirty="0"/>
              <a:t>태그 사용 규칙 문서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ko-KR" altLang="en-US" sz="2000" b="1" dirty="0"/>
              <a:t>  </a:t>
            </a:r>
            <a:r>
              <a:rPr lang="ko-KR" altLang="en-US" sz="2000" dirty="0"/>
              <a:t>태그를 서로 제각각 사용하면 문서 전체가 들쭉날쭉해질 가능성이 있음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  -&gt;</a:t>
            </a:r>
            <a:r>
              <a:rPr lang="ko-KR" altLang="en-US" sz="2000" dirty="0"/>
              <a:t>규칙을 만들어 준수하면 누가 써도 똑같은 형식이 나와 일관성 있음</a:t>
            </a:r>
            <a:br>
              <a:rPr lang="en-US" altLang="ko-KR" sz="2000" dirty="0"/>
            </a:br>
            <a:br>
              <a:rPr lang="en-US" altLang="ko-KR" sz="2000" dirty="0"/>
            </a:br>
            <a:endParaRPr lang="en-US" altLang="ko-KR" sz="2000" dirty="0"/>
          </a:p>
          <a:p>
            <a:pPr marL="0" indent="0">
              <a:buNone/>
            </a:pPr>
            <a:r>
              <a:rPr lang="en-US" altLang="ko-KR" sz="3000" b="1" dirty="0"/>
              <a:t>&lt;2. IDE</a:t>
            </a:r>
            <a:r>
              <a:rPr lang="ko-KR" altLang="en-US" sz="3000" b="1" dirty="0"/>
              <a:t> </a:t>
            </a:r>
            <a:r>
              <a:rPr lang="ko-KR" altLang="en-US" sz="3000" b="1" dirty="0" err="1"/>
              <a:t>스니펫</a:t>
            </a:r>
            <a:r>
              <a:rPr lang="ko-KR" altLang="en-US" sz="3000" b="1" dirty="0"/>
              <a:t> 사용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r>
              <a:rPr lang="en-US" altLang="ko-KR" sz="3000" b="1" dirty="0"/>
              <a:t> </a:t>
            </a:r>
            <a:r>
              <a:rPr lang="ko-KR" altLang="en-US" sz="2000" dirty="0"/>
              <a:t>손으로 태그를 치면 실수하는 일이 생기고 많은 주석을 사용하면 할 수록 시간 비용이 많이 </a:t>
            </a:r>
            <a:r>
              <a:rPr lang="ko-KR" altLang="en-US" sz="2000" dirty="0" err="1"/>
              <a:t>들어감</a:t>
            </a:r>
            <a:br>
              <a:rPr lang="en-US" altLang="ko-KR" sz="2000" dirty="0"/>
            </a:br>
            <a:r>
              <a:rPr lang="en-US" altLang="ko-KR" sz="2000" dirty="0"/>
              <a:t>  </a:t>
            </a:r>
          </a:p>
          <a:p>
            <a:pPr marL="0" indent="0">
              <a:buNone/>
            </a:pPr>
            <a:r>
              <a:rPr lang="en-US" altLang="ko-KR" sz="2000" dirty="0"/>
              <a:t>  -&gt;</a:t>
            </a:r>
            <a:r>
              <a:rPr lang="ko-KR" altLang="en-US" sz="2000" dirty="0"/>
              <a:t>자동완성 </a:t>
            </a:r>
            <a:r>
              <a:rPr lang="ko-KR" altLang="en-US" sz="2000" dirty="0" err="1"/>
              <a:t>스니펫을</a:t>
            </a:r>
            <a:r>
              <a:rPr lang="ko-KR" altLang="en-US" sz="2000" dirty="0"/>
              <a:t> 통해 미리 틀을 만들고 등록하면 피로와 시간이 더 적게 </a:t>
            </a:r>
            <a:r>
              <a:rPr lang="ko-KR" altLang="en-US" sz="2000" dirty="0" err="1"/>
              <a:t>들어감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1500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500" dirty="0" err="1">
                <a:solidFill>
                  <a:srgbClr val="FF0000"/>
                </a:solidFill>
                <a:highlight>
                  <a:srgbClr val="FFFF00"/>
                </a:highlight>
              </a:rPr>
              <a:t>스니펫</a:t>
            </a:r>
            <a:r>
              <a:rPr lang="en-US" altLang="ko-KR" sz="15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500" dirty="0">
                <a:highlight>
                  <a:srgbClr val="FFFF00"/>
                </a:highlight>
              </a:rPr>
              <a:t>: </a:t>
            </a:r>
            <a:r>
              <a:rPr lang="ko-KR" altLang="en-US" sz="1500" dirty="0">
                <a:highlight>
                  <a:srgbClr val="FFFF00"/>
                </a:highlight>
              </a:rPr>
              <a:t>자주 쓰는 코드를 미리 저장해두는 틀</a:t>
            </a:r>
            <a:endParaRPr lang="en-US" altLang="ko-KR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86852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443D-3DDE-ED8D-ED5D-6A6518ED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F5F93-30C6-677C-4643-C7C0DB70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en-US" altLang="ko-KR" dirty="0" err="1"/>
              <a:t>협업</a:t>
            </a:r>
            <a:r>
              <a:rPr lang="en-US" altLang="ko-KR" dirty="0"/>
              <a:t> 시 </a:t>
            </a:r>
            <a:r>
              <a:rPr lang="en-US" altLang="ko-KR" dirty="0" err="1"/>
              <a:t>컨벤션</a:t>
            </a:r>
            <a:r>
              <a:rPr lang="en-US" altLang="ko-KR" dirty="0"/>
              <a:t> </a:t>
            </a:r>
            <a:r>
              <a:rPr lang="en-US" altLang="ko-KR" dirty="0" err="1"/>
              <a:t>유지</a:t>
            </a:r>
            <a:r>
              <a:rPr lang="en-US" altLang="ko-KR" dirty="0"/>
              <a:t> 팁-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53EF90-21D0-2EAD-CEF3-F71A8332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1" y="1253331"/>
            <a:ext cx="11677073" cy="2302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&lt;3. </a:t>
            </a:r>
            <a:r>
              <a:rPr lang="en-US" altLang="ko-KR" sz="3000" b="1" dirty="0" err="1"/>
              <a:t>doxyfile</a:t>
            </a:r>
            <a:r>
              <a:rPr lang="en-US" altLang="ko-KR" sz="3000" b="1" dirty="0"/>
              <a:t> </a:t>
            </a:r>
            <a:r>
              <a:rPr lang="ko-KR" altLang="en-US" sz="3000" b="1" dirty="0"/>
              <a:t>공유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 err="1"/>
              <a:t>doxyfile</a:t>
            </a:r>
            <a:r>
              <a:rPr lang="ko-KR" altLang="en-US" sz="2000" dirty="0"/>
              <a:t> 설정이 다르면 문서의 모양</a:t>
            </a:r>
            <a:r>
              <a:rPr lang="en-US" altLang="ko-KR" sz="2000" dirty="0"/>
              <a:t>,</a:t>
            </a:r>
            <a:r>
              <a:rPr lang="ko-KR" altLang="en-US" sz="2000" dirty="0"/>
              <a:t>레이아웃</a:t>
            </a:r>
            <a:r>
              <a:rPr lang="en-US" altLang="ko-KR" sz="2000" dirty="0"/>
              <a:t>,</a:t>
            </a:r>
            <a:r>
              <a:rPr lang="ko-KR" altLang="en-US" sz="2000" dirty="0"/>
              <a:t>내용</a:t>
            </a:r>
            <a:r>
              <a:rPr lang="en-US" altLang="ko-KR" sz="2000" dirty="0"/>
              <a:t> </a:t>
            </a:r>
            <a:r>
              <a:rPr lang="ko-KR" altLang="en-US" sz="2000" dirty="0"/>
              <a:t>변화와 글자가 깨질 수 있음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  -&gt; </a:t>
            </a:r>
            <a:r>
              <a:rPr lang="ko-KR" altLang="en-US" sz="2000" dirty="0"/>
              <a:t>똑같은 설정의 </a:t>
            </a:r>
            <a:r>
              <a:rPr lang="en-US" altLang="ko-KR" sz="2000" dirty="0" err="1"/>
              <a:t>doxyfile</a:t>
            </a:r>
            <a:r>
              <a:rPr lang="ko-KR" altLang="en-US" sz="2000" dirty="0"/>
              <a:t>을 공유하여 통일성 유지가 가능해진다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7047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PresentationFormat>와이드스크린</PresentationFormat>
  <Paragraphs>123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Cambria</vt:lpstr>
      <vt:lpstr>Office 테마</vt:lpstr>
      <vt:lpstr>PowerPoint 프레젠테이션</vt:lpstr>
      <vt:lpstr>-내용 정리-</vt:lpstr>
      <vt:lpstr>-내용 정리-</vt:lpstr>
      <vt:lpstr>-내용 정리-</vt:lpstr>
      <vt:lpstr>-내용 정리-</vt:lpstr>
      <vt:lpstr>-내용 정리-</vt:lpstr>
      <vt:lpstr>-내용 정리-</vt:lpstr>
      <vt:lpstr>-내용 정리-</vt:lpstr>
      <vt:lpstr>-문서화 도구 비교-</vt:lpstr>
      <vt:lpstr>-문서화 도구 비교-</vt:lpstr>
      <vt:lpstr>-문서화 도구 비교-</vt:lpstr>
      <vt:lpstr>-문서화 도구 비교-</vt:lpstr>
      <vt:lpstr>-협업 시 컨벤션 유지 팁-</vt:lpstr>
      <vt:lpstr>-협업 시 컨벤션 유지 팁-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재준 명</dc:creator>
  <cp:lastModifiedBy>재준 명</cp:lastModifiedBy>
  <cp:revision>1</cp:revision>
  <dcterms:created xsi:type="dcterms:W3CDTF">2026-08-19T02:11:57Z</dcterms:created>
  <dcterms:modified xsi:type="dcterms:W3CDTF">2026-08-19T02:12:29Z</dcterms:modified>
</cp:coreProperties>
</file>