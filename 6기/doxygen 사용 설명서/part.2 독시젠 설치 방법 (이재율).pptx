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13" r:id="rId2"/>
    <p:sldId id="414" r:id="rId3"/>
    <p:sldId id="415" r:id="rId4"/>
    <p:sldId id="259" r:id="rId5"/>
    <p:sldId id="260" r:id="rId6"/>
    <p:sldId id="416" r:id="rId7"/>
    <p:sldId id="417" r:id="rId8"/>
    <p:sldId id="418" r:id="rId9"/>
    <p:sldId id="419" r:id="rId10"/>
    <p:sldId id="420" r:id="rId11"/>
    <p:sldId id="42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C13EA-7568-47E9-9D77-3B2DDD56B79B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BAAC8-4E16-4EF8-9D50-FD01F844B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570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및 주제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OS별로 설치 방식이 다릅니다. Windows는 GUI 마법사, macOS는 Homebrew, Linux는 APT를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Doxygen Windows 설치 파일을 직접 실행한 화면입니다. 먼저 라이선스에 동의하고, 설치 경로를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구성 요소는 Full Installation으로 전부 선택했습니다. 마지막 확인 화면에서 설정을 검토합니다.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설치가 완료되면 doxygen.exe가 실제로 동작하는 것까지 확인했습니다. 이것으로 Windows 설치 과정을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macOS는 Homebrew라는 패키지 관리자로 한 줄이면 설치됩니다. 다만 이번 발표 환경에는 실제 Mac이 없어서, 이 슬라이드는 실행 화면 대신 공식 명령어로 안내드립니다.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확인은 OS 상관없이 doxygen -v, dot -V 두 명령으로 동일하게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Linux는 실제로 apt-get install 명령을 실행한 화면입니다. 명령 한 줄로 doxygen과 graphviz가 함께 설치됩니다.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완전히 동일한 코드에서 HAVE_DOT 설정 하나만 바꿔 실제로 두 번 생성했습니다. Graphviz가 있어야 화살표가 있는 제대로 된 다이어그램이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이해를 돕기 위해 만든 간단한 C++ 예제 코드를 주석 없이 그대로 Doxygen에 돌려봤습니다. 주석이 없다 보니 실제로 문서 내용이 텅 비어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코드에 Doxygen 스타일 주석만 추가해서 다시 돌린 실제 결과입니다. 코드 로직은 전혀 건드리지 않았고, 함수마다 @brief·@param·@return 주석만 추가했더니 이렇게 풍부한 문서가 자동으로 만들어졌습니다. 이것으로 발표를 마치겠습니다.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F9369-FDEA-9812-D057-B0D602D63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A11917-E927-BA08-25F7-34CCECC6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5DD1CE-1FB6-42FC-C8E2-B762976C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234FE-8555-A71C-991F-E562EEAC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DB1384-E8E7-EB77-49C3-290CFB36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529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BBDBC-D137-DE89-66FF-C78BFAFA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34D8D-492F-0A84-53E5-A589AD1ED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19587F-DB17-72CE-5FD9-5BF8B8C8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2A4AC8-80AC-FAFF-DB99-317BF0BF0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3AF4F9-92C8-E64D-5C90-5670838F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065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E23CC-496A-6343-AF0B-795810BA7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D3D3B3-32D7-1FCC-8689-E2D085B2B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F92BE1-8AAD-4419-E6A1-6CBBB476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F39F28-11D7-B5B1-53D5-BF514116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A892F-4543-0551-EB41-131FB919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40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F4AF1-B8BF-E0E4-EB77-DB405034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99DE62-E5E8-1DC6-8E57-5BEF39657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0307D-5449-5B91-3281-F44067B5E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B75692-C199-126E-6E6D-4305BDC4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251C15-CC62-074B-A7E5-8D548DFB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4FB326-2729-FCF2-C7C0-8BCCD177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27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85E87-CBDD-630A-C875-F6586816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5F3011-8C8C-F247-F200-2C7CA551F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CA20FD-7583-8A1F-88D5-E75764E65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572F43-1975-9EE9-C43F-3757053B1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60243A-B027-8CE8-6790-8F52BB715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27EEF6-AEB5-5B15-2BEF-1D4C9116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E68107-8CD7-E8B9-42FF-10B78688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359481-63DD-7094-EE2F-95D39D06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965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F96CF-E829-2103-5C0D-CF055F33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1DE1A0-D560-7973-8A0F-8EBEEA9FD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E0F5C9-6B1A-5B58-BF87-7E5F26F79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5BACDE-AC3C-AFF1-DA1A-1C62E12A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237F64-F18C-F4F2-A6DE-D5BE04D6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A81AD8-6F39-408E-1E73-97980808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61048B-ADCF-0A74-9B6D-F0D536AE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42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D4F1A-D4D8-3329-6AAE-1E97B409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B6284-C1C8-EB25-5C88-01C09D67D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4BBDA2-4B03-0B96-E1D3-D842CBB2F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221FD9-EF6C-D2E0-57FE-4B97E9B7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753633-39DE-0CB4-C871-39B050C2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ABF4FD-824A-8182-DAA2-38A56599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411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305A9-2C15-53D1-58AB-16AD5622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7B9C90-111A-98CD-CEAC-F8DF6A3C8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1C6B80-5D31-D2D0-FB8C-67B7545BF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D32624-3EDF-F2B7-A44B-52211D9A3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D07F9B-E46A-72E6-EDB9-5EAE870E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D7735A-0FCB-930F-F664-33327253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668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F7C9C-3938-0318-3C67-8708E8CA0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4F3330-A29B-A8F5-C215-AEA3A2AB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3DCBA-5FBC-E04C-00E1-F72D1118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7A1245-6EFA-B8B1-218F-C276B592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64AD33-228A-3717-0DCF-2F7EC2C1C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7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A7C3D27-6E41-3C21-8D85-99BA63B55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A498CE-48D4-BE40-EAC3-F35D0725E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7FB9EC-C267-D44D-43C0-9D64B7B2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92E3A-DBC2-5E93-B62B-423239EE0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BE45C-F077-789D-45B8-9CB4677B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559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07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A19379-7706-2165-891B-2C7C742F4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58EA36-C476-1DD1-43B0-5A90E2110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31372C-6EAA-12A0-4EB8-90154FA5F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C52C97-78B2-C3F9-B8AF-DBCEEC968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5D5F19-F6F6-9142-1F0E-49265D55F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15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E313636-F448-148D-B3BD-F2C8FB7B43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E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발표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설치와 환경 준비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macOS · Linux 실제 설치 화면과, 실제 코드로 확인하는 문서화 전후 비교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OS별 Doxygen 설치 방법 한눈에 보기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851660" y="19659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wind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마법사(GUI)로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진행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5074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 .exe 다운로드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646420" y="19659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ap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1488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017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3520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터미널에서 설치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0" y="50292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4663440" y="5029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doxygen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9441180" y="19659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linu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0" y="21488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3017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(Ubuntu)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2480" y="3520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패키지 매니저로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366760" y="50292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8458200" y="5029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doxygen graphviz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 · WINDOWS (1/3)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설치 — 라이선스 동의 &amp; 설치 경로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win_lic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49240" cy="3882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License Agreement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라이선스에 동의해야 다음 단계로 진행됩니다. 'I accept the agreement'를 선택하면 Next가 활성화됩니다.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win_destin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349240" cy="38822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Select Destination Location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경로(C:\Program Files\doxygen)를 그대로 사용합니다. 표준 위치라 이후 PATH 인식·재설치 시 문제가 적습니다.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 · WINDOWS (2/3)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설치 — 구성 요소 &amp; 설치 준비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win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49240" cy="3882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Select Components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Installation을 선택합니다. doxywizard(GUI 도구)와 매뉴얼, 예제까지 함께 설치해두면 이후 학습·사용이 편합니다.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win_rea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349240" cy="38822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Ready to Install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경로·구성 요소·시작 메뉴 설정을 마지막으로 요약해서 보여줍니다. 내용을 확인한 뒤 Install을 클릭합니다.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 · WINDOWS (3/3)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설치 — 설치 진행 &amp; 완료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win_inst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49240" cy="3882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Installing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doxygen.exe 등 실제 파일이 지정한 경로로 추출되는 진행 화면입니다. 수 초 내로 완료됩니다.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win_fin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349240" cy="38822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Completing the Setup Wizard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설치가 끝나면 이 화면이 나옵니다. Finish를 누르면 명령 프롬프트에서 doxygen 명령을 바로 사용할 수 있습니다.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Doxygen 1.17.0 공식 Windows 설치 파일을 직접 실행하여 캡처한 화면입니다.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 설치 방법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12140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Homebrew로 설치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194560" y="2468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패키지 관리자 Homebrew가 설치되어 있다면, 터미널에 아래 명령어 한 줄만 입력하면 됩니다.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194560" y="310896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377440" y="310896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doxygen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194560" y="40233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Graphviz도 함께 설치하려면: brew install graphviz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확인: doxygen --version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194560" y="5029200"/>
            <a:ext cx="9052560" cy="822960"/>
          </a:xfrm>
          <a:prstGeom prst="roundRect">
            <a:avLst>
              <a:gd name="adj" fmla="val 5556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377440" y="50292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이 발표 환경에는 실제 macOS 기기가 없어, Windows·Linux처럼 실행 화면을 직접 캡처할 수 없었습니다. 위 명령어는 Homebrew 공식 문서 기준 실제 설치 명령입니다.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설치 확인 방법 — 실제 터미널 화면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103120" y="2194560"/>
            <a:ext cx="7955280" cy="1426464"/>
          </a:xfrm>
          <a:prstGeom prst="roundRect">
            <a:avLst>
              <a:gd name="adj" fmla="val 3205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term_ver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286000"/>
            <a:ext cx="7772400" cy="1243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65960" y="4123944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264" y="4270248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80360" y="4123944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-v 와 dot -V 명령이 버전 정보를 정상적으로 출력하면 설치가 완료된 것입니다.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Windows는 명령 프롬프트, macOS/Linux는 터미널에서 동일하게 확인할 수 있습니다.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설치 방법 — 실제 터미널 화면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49808" y="1389888"/>
            <a:ext cx="10661904" cy="3420161"/>
          </a:xfrm>
          <a:prstGeom prst="roundRect">
            <a:avLst>
              <a:gd name="adj" fmla="val 1069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term_inst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515600" cy="3273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056937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apt-get install -y doxygen graphviz  — 실제로 실행한 명령과 그 결과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저장소에서 doxygen과 graphviz 패키지를 함께 내려받아 설치 — 별도의 GUI 없이 한 번에 끝남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Graphviz — 왜 같이 설치할까? (실제 비교)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5458968" cy="2167128"/>
          </a:xfrm>
          <a:prstGeom prst="roundRect">
            <a:avLst>
              <a:gd name="adj" fmla="val 1266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shot_nod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49240" cy="2057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576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HAVE_DOT = NO (Graphviz 미사용)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화살표 없는 단순 HTML 상자 다이어그램만 생성됩니다.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408176"/>
            <a:ext cx="5458968" cy="2167128"/>
          </a:xfrm>
          <a:prstGeom prst="roundRect">
            <a:avLst>
              <a:gd name="adj" fmla="val 1266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shot_with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63040"/>
            <a:ext cx="5349240" cy="2057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36576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HAVE_DOT = YES (Graphviz 사용)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397764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화살표·범례가 포함된 정교한 상속 다이어그램이 자동 생성됩니다.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77240" y="45720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클래스, 같은 소스 코드로 HAVE_DOT 설정만 바꿔서 실제로 두 번 생성한 결과입니다. Graphviz(dot)가 있어야 화살표가 있는 관계도, 클래스 간 협업(Collaboration) 다이어그램까지 그려집니다 — 그래서 Doxygen 설치 시 Graphviz를 함께 설치합니다.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 · 문서화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— 주석 없는 코드를 문서화한 실제 결과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76856" y="1408176"/>
            <a:ext cx="7607808" cy="3858768"/>
          </a:xfrm>
          <a:prstGeom prst="roundRect">
            <a:avLst>
              <a:gd name="adj" fmla="val 711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shot_before_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463040"/>
            <a:ext cx="74980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9824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5467241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C++ 예제 코드(MathUtils.cpp — 팩토리얼, 최대공약수, 소수 판별 함수)를 주석 없이 그대로 Doxygen으로 돌린 실제 결과입니다.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@brief 같은 Doxygen 주석이 없어서 문서 내용이 완전히 비어 있습니다 — 코드는 동작해도 '문서화'는 전혀 되지 않은 상태입니다.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 · 문서화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— Doxygen 주석 추가 후 실제 생성 결과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85216" y="1362456"/>
            <a:ext cx="4952661" cy="5138928"/>
          </a:xfrm>
          <a:prstGeom prst="roundRect">
            <a:avLst>
              <a:gd name="adj" fmla="val 554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shot_after_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4842933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0213" y="1737360"/>
            <a:ext cx="567266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달라진 점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0213" y="2286000"/>
            <a:ext cx="567266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factorial, gcd, isPrime 세 함수 각각에 @brief 요약이 함수 목록에 자동 표시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@param, @return 태그가 각 매개변수·반환값 설명으로 정리되어 표시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코드는 한 줄도 바꾸지 않고 주석만 추가 — 동작은 동일, 문서화만 달라짐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</Words>
  <Application>Microsoft Office PowerPoint</Application>
  <PresentationFormat>와이드스크린</PresentationFormat>
  <Paragraphs>91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Calibri</vt:lpstr>
      <vt:lpstr>Cambria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재준 명</dc:creator>
  <cp:lastModifiedBy>재준 명</cp:lastModifiedBy>
  <cp:revision>1</cp:revision>
  <dcterms:created xsi:type="dcterms:W3CDTF">2026-08-19T01:52:03Z</dcterms:created>
  <dcterms:modified xsi:type="dcterms:W3CDTF">2026-08-19T01:52:42Z</dcterms:modified>
</cp:coreProperties>
</file>