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97" r:id="rId2"/>
    <p:sldId id="398" r:id="rId3"/>
    <p:sldId id="399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C13EA-7568-47E9-9D77-3B2DDD56B79B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BAAC8-4E16-4EF8-9D50-FD01F844B9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57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6EF1C-3350-4DCD-AFA9-5128CB9EB31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F9369-FDEA-9812-D057-B0D602D63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A11917-E927-BA08-25F7-34CCECC6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DD1CE-1FB6-42FC-C8E2-B762976C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234FE-8555-A71C-991F-E562EEAC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DB1384-E8E7-EB77-49C3-290CFB36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529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BBDBC-D137-DE89-66FF-C78BFAFA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34D8D-492F-0A84-53E5-A589AD1ED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9587F-DB17-72CE-5FD9-5BF8B8C8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2A4AC8-80AC-FAFF-DB99-317BF0BF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3AF4F9-92C8-E64D-5C90-5670838F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6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E23CC-496A-6343-AF0B-795810BA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D3D3B3-32D7-1FCC-8689-E2D085B2B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92BE1-8AAD-4419-E6A1-6CBBB476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F39F28-11D7-B5B1-53D5-BF514116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A892F-4543-0551-EB41-131FB919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40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F4AF1-B8BF-E0E4-EB77-DB405034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99DE62-E5E8-1DC6-8E57-5BEF3965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0307D-5449-5B91-3281-F44067B5E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B75692-C199-126E-6E6D-4305BDC4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251C15-CC62-074B-A7E5-8D548DFB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4FB326-2729-FCF2-C7C0-8BCCD177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27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85E87-CBDD-630A-C875-F6586816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5F3011-8C8C-F247-F200-2C7CA551F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CA20FD-7583-8A1F-88D5-E75764E65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572F43-1975-9EE9-C43F-3757053B1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60243A-B027-8CE8-6790-8F52BB715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27EEF6-AEB5-5B15-2BEF-1D4C9116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E68107-8CD7-E8B9-42FF-10B78688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359481-63DD-7094-EE2F-95D39D06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96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F96CF-E829-2103-5C0D-CF055F33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1DE1A0-D560-7973-8A0F-8EBEEA9FD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E0F5C9-6B1A-5B58-BF87-7E5F26F7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5BACDE-AC3C-AFF1-DA1A-1C62E12A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237F64-F18C-F4F2-A6DE-D5BE04D6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A81AD8-6F39-408E-1E73-97980808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61048B-ADCF-0A74-9B6D-F0D536AE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42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D4F1A-D4D8-3329-6AAE-1E97B409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B6284-C1C8-EB25-5C88-01C09D67D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4BBDA2-4B03-0B96-E1D3-D842CBB2F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221FD9-EF6C-D2E0-57FE-4B97E9B7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53633-39DE-0CB4-C871-39B050C2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ABF4FD-824A-8182-DAA2-38A56599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41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305A9-2C15-53D1-58AB-16AD5622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7B9C90-111A-98CD-CEAC-F8DF6A3C8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C6B80-5D31-D2D0-FB8C-67B7545BF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D32624-3EDF-F2B7-A44B-52211D9A3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D07F9B-E46A-72E6-EDB9-5EAE870E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D7735A-0FCB-930F-F664-33327253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668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F7C9C-3938-0318-3C67-8708E8CA0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4F3330-A29B-A8F5-C215-AEA3A2AB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3DCBA-5FBC-E04C-00E1-F72D1118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A1245-6EFA-B8B1-218F-C276B592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64AD33-228A-3717-0DCF-2F7EC2C1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7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7C3D27-6E41-3C21-8D85-99BA63B55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A498CE-48D4-BE40-EAC3-F35D0725E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FB9EC-C267-D44D-43C0-9D64B7B2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92E3A-DBC2-5E93-B62B-423239EE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BE45C-F077-789D-45B8-9CB4677B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55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A19379-7706-2165-891B-2C7C742F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58EA36-C476-1DD1-43B0-5A90E2110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31372C-6EAA-12A0-4EB8-90154FA5F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9D8CC-5A54-45ED-93FB-FCDC763718A0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C52C97-78B2-C3F9-B8AF-DBCEEC968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5D5F19-F6F6-9142-1F0E-49265D55F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C7C87-3AB4-43E7-983D-415CCE6E3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15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BF271-426E-346D-6BCF-AFE24008323F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 u="none" dirty="0" err="1">
                <a:solidFill>
                  <a:srgbClr val="38BDF8"/>
                </a:solidFill>
                <a:latin typeface="Times New Roman"/>
              </a:rPr>
              <a:t>Doxygen</a:t>
            </a:r>
            <a:r>
              <a:rPr sz="5400" b="1" i="0" u="none" dirty="0">
                <a:solidFill>
                  <a:srgbClr val="38BDF8"/>
                </a:solidFill>
                <a:latin typeface="Times New Roman"/>
              </a:rPr>
              <a:t> </a:t>
            </a:r>
            <a:r>
              <a:rPr sz="5400" b="1" i="0" u="none" dirty="0" err="1">
                <a:solidFill>
                  <a:srgbClr val="38BDF8"/>
                </a:solidFill>
                <a:latin typeface="Times New Roman"/>
              </a:rPr>
              <a:t>파트</a:t>
            </a:r>
            <a:r>
              <a:rPr sz="5400" b="1" i="0" u="none" dirty="0">
                <a:solidFill>
                  <a:srgbClr val="38BDF8"/>
                </a:solidFill>
                <a:latin typeface="Times New Roman"/>
              </a:rPr>
              <a:t> 3: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F6676-AEF6-815D-DD7C-AF6A34288656}"/>
              </a:ext>
            </a:extLst>
          </p:cNvPr>
          <p:cNvSpPr txBox="1"/>
          <p:nvPr/>
        </p:nvSpPr>
        <p:spPr>
          <a:xfrm>
            <a:off x="0" y="1297185"/>
            <a:ext cx="121920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 i="0" u="none" dirty="0" err="1">
                <a:latin typeface="Times New Roman"/>
              </a:rPr>
              <a:t>실행</a:t>
            </a:r>
            <a:r>
              <a:rPr sz="4500" b="1" i="0" u="none" dirty="0">
                <a:latin typeface="Times New Roman"/>
              </a:rPr>
              <a:t> </a:t>
            </a:r>
            <a:r>
              <a:rPr sz="4500" b="1" i="0" u="none" dirty="0" err="1">
                <a:latin typeface="Times New Roman"/>
              </a:rPr>
              <a:t>방법과</a:t>
            </a:r>
            <a:r>
              <a:rPr sz="4500" b="1" i="0" u="none" dirty="0">
                <a:latin typeface="Times New Roman"/>
              </a:rPr>
              <a:t> </a:t>
            </a:r>
            <a:r>
              <a:rPr sz="4500" b="1" i="0" u="none" dirty="0" err="1">
                <a:latin typeface="Times New Roman"/>
              </a:rPr>
              <a:t>필수</a:t>
            </a:r>
            <a:r>
              <a:rPr sz="4500" b="1" i="0" u="none" dirty="0">
                <a:latin typeface="Times New Roman"/>
              </a:rPr>
              <a:t> </a:t>
            </a:r>
            <a:r>
              <a:rPr sz="4500" b="1" i="0" u="none" dirty="0" err="1">
                <a:latin typeface="Times New Roman"/>
              </a:rPr>
              <a:t>설정</a:t>
            </a:r>
            <a:endParaRPr sz="4500" b="1" i="0" u="none" dirty="0"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D9499-4FE3-7801-8EA5-89DCB091992A}"/>
              </a:ext>
            </a:extLst>
          </p:cNvPr>
          <p:cNvSpPr txBox="1"/>
          <p:nvPr/>
        </p:nvSpPr>
        <p:spPr>
          <a:xfrm>
            <a:off x="0" y="2451496"/>
            <a:ext cx="1219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dirty="0">
                <a:latin typeface="Times New Roman"/>
              </a:rPr>
              <a:t>명재준</a:t>
            </a:r>
            <a:endParaRPr sz="1800" b="0" i="0" u="none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824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5784205" cy="4800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9564D4-717F-A317-007F-1F439C18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92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1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571500"/>
            <a:ext cx="377828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공통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설정</a:t>
            </a:r>
            <a:r>
              <a:rPr sz="3000" b="1" i="0" u="none" dirty="0">
                <a:latin typeface="Malgun Gothic"/>
              </a:rPr>
              <a:t> : </a:t>
            </a:r>
            <a:r>
              <a:rPr sz="3000" b="1" i="0" u="none" dirty="0" err="1">
                <a:latin typeface="Malgun Gothic"/>
              </a:rPr>
              <a:t>기준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폴더</a:t>
            </a:r>
            <a:endParaRPr sz="3000" b="1" i="0" u="none" dirty="0"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075" y="1809750"/>
            <a:ext cx="1030605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latin typeface="monospace"/>
              </a:rPr>
              <a:t>Specify the working directory from which doxygen will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2190750"/>
            <a:ext cx="10821352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>
                <a:latin typeface="Malgun Gothic"/>
              </a:rPr>
              <a:t>Doxygen이</a:t>
            </a:r>
            <a:r>
              <a:rPr sz="2550" b="1" i="0" u="none" dirty="0">
                <a:latin typeface="Malgun Gothic"/>
              </a:rPr>
              <a:t> </a:t>
            </a:r>
            <a:r>
              <a:rPr sz="2550" b="1" i="0" u="none" dirty="0" err="1">
                <a:latin typeface="Malgun Gothic"/>
              </a:rPr>
              <a:t>실행될</a:t>
            </a:r>
            <a:r>
              <a:rPr sz="2550" b="1" i="0" u="none" dirty="0">
                <a:latin typeface="Malgun Gothic"/>
              </a:rPr>
              <a:t> </a:t>
            </a:r>
            <a:r>
              <a:rPr sz="2550" b="1" i="0" u="none" dirty="0" err="1">
                <a:latin typeface="Malgun Gothic"/>
              </a:rPr>
              <a:t>작업</a:t>
            </a:r>
            <a:r>
              <a:rPr sz="2550" b="1" i="0" u="none" dirty="0">
                <a:latin typeface="Malgun Gothic"/>
              </a:rPr>
              <a:t> </a:t>
            </a:r>
            <a:r>
              <a:rPr sz="2550" b="1" i="0" u="none" dirty="0" err="1">
                <a:latin typeface="Malgun Gothic"/>
              </a:rPr>
              <a:t>디렉토리</a:t>
            </a:r>
            <a:r>
              <a:rPr sz="2550" b="1" i="0" u="none" dirty="0">
                <a:latin typeface="Malgun Gothic"/>
              </a:rPr>
              <a:t>(</a:t>
            </a:r>
            <a:r>
              <a:rPr sz="2550" b="1" i="0" u="none" dirty="0" err="1">
                <a:latin typeface="Malgun Gothic"/>
              </a:rPr>
              <a:t>폴더</a:t>
            </a:r>
            <a:r>
              <a:rPr sz="2550" b="1" i="0" u="none" dirty="0">
                <a:latin typeface="Malgun Gothic"/>
              </a:rPr>
              <a:t>)를 </a:t>
            </a:r>
            <a:r>
              <a:rPr sz="2550" b="1" i="0" u="none" dirty="0" err="1">
                <a:latin typeface="Malgun Gothic"/>
              </a:rPr>
              <a:t>지정하세요</a:t>
            </a:r>
            <a:r>
              <a:rPr sz="2550" b="1" i="0" u="none" dirty="0"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2819400"/>
            <a:ext cx="10306050" cy="701154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latin typeface="Malgun Gothic"/>
              </a:rPr>
              <a:t>Doxygen 설정 파일(Doxyfile)이 만들어지고, </a:t>
            </a:r>
            <a:r>
              <a:rPr sz="1800" b="1" i="0" u="none">
                <a:latin typeface="Malgun Gothic"/>
              </a:rPr>
              <a:t>전체 작업의 기준점이 되는 최상위 폴더</a:t>
            </a:r>
            <a:r>
              <a:rPr sz="1800" b="0" i="0" u="none">
                <a:latin typeface="Malgun Gothic"/>
              </a:rPr>
              <a:t>를 선택하는 곳입니다.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371761-733C-0AD0-C6BB-7F4CB4C2B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26991"/>
            <a:ext cx="9287340" cy="176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7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11049000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0500"/>
            <a:ext cx="11049000" cy="167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81125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latin typeface="monospace"/>
              </a:rPr>
              <a:t>Provide some information about the project you are documenting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00225"/>
            <a:ext cx="110490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latin typeface="Malgun Gothic"/>
              </a:rPr>
              <a:t>문서화할 프로젝트에 대한 기본 정보를 입력하세요.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571500"/>
            <a:ext cx="435648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프로젝트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정보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입력</a:t>
            </a:r>
            <a:r>
              <a:rPr sz="3000" b="1" i="0" u="none" dirty="0">
                <a:latin typeface="Malgun Gothic"/>
              </a:rPr>
              <a:t>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7575" y="3190875"/>
            <a:ext cx="787717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생성될 HTML 문서의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메인 제목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이 됩니다. (예: "웹 서버 API 문서")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7575" y="4819650"/>
            <a:ext cx="787717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프로젝트가 무엇인지 설명하는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짧은 한 줄 설명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입니다. 문서 제목 아래 부제목처럼 들어갑니다.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738437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chemeClr val="bg1"/>
                </a:solidFill>
                <a:latin typeface="monospace"/>
              </a:rPr>
              <a:t>Project name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7575" y="2657475"/>
            <a:ext cx="1883672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chemeClr val="bg1"/>
                </a:solidFill>
                <a:latin typeface="Malgun Gothic"/>
              </a:rPr>
              <a:t>프로젝트 이름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367212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chemeClr val="bg1"/>
                </a:solidFill>
                <a:latin typeface="monospace"/>
              </a:rPr>
              <a:t>Project synopsis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7575" y="4286250"/>
            <a:ext cx="2766908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chemeClr val="bg1"/>
                </a:solidFill>
                <a:latin typeface="Malgun Gothic"/>
              </a:rPr>
              <a:t>프로젝트 개요 (요약)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35B4410-0329-1E07-3509-5EC7BDD77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85751"/>
            <a:ext cx="5693664" cy="16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1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71625"/>
            <a:ext cx="11049000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00400"/>
            <a:ext cx="11049000" cy="1390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8250" y="571500"/>
            <a:ext cx="435648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프로젝트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정보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입력</a:t>
            </a:r>
            <a:r>
              <a:rPr sz="3000" b="1" i="0" u="none" dirty="0">
                <a:latin typeface="Malgun Gothic"/>
              </a:rPr>
              <a:t>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3325" y="2390775"/>
            <a:ext cx="75914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Malgun Gothic"/>
              </a:rPr>
              <a:t>문서화하는 </a:t>
            </a:r>
            <a:r>
              <a:rPr sz="1650" b="1" i="0" u="none">
                <a:solidFill>
                  <a:srgbClr val="CBD5E1"/>
                </a:solidFill>
                <a:latin typeface="Malgun Gothic"/>
              </a:rPr>
              <a:t>코드의 버전</a:t>
            </a:r>
            <a:r>
              <a:rPr sz="1650" b="0" i="0" u="none">
                <a:solidFill>
                  <a:srgbClr val="CBD5E1"/>
                </a:solidFill>
                <a:latin typeface="Malgun Gothic"/>
              </a:rPr>
              <a:t>을 적는 곳입니다. (예: "v1.0.0" 또는 "2026-08 업데이트")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3325" y="4019550"/>
            <a:ext cx="75914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Malgun Gothic"/>
              </a:rPr>
              <a:t>문서 상단 타이틀 옆에 띄울 </a:t>
            </a:r>
            <a:r>
              <a:rPr sz="1650" b="1" i="0" u="none">
                <a:solidFill>
                  <a:srgbClr val="CBD5E1"/>
                </a:solidFill>
                <a:latin typeface="Malgun Gothic"/>
              </a:rPr>
              <a:t>이미지(로고) 파일</a:t>
            </a:r>
            <a:r>
              <a:rPr sz="1650" b="0" i="0" u="none">
                <a:solidFill>
                  <a:srgbClr val="CBD5E1"/>
                </a:solidFill>
                <a:latin typeface="Malgun Gothic"/>
              </a:rPr>
              <a:t>을 넣는 기능입니다.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1938337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Project version or id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3325" y="1857375"/>
            <a:ext cx="2950525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Malgun Gothic"/>
              </a:rPr>
              <a:t>프로젝트 버전 또는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67112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Project logo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325" y="3486150"/>
            <a:ext cx="1883672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Malgun Gothic"/>
              </a:rPr>
              <a:t>프로젝트 로고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2FD69C0-88A0-9702-CBDD-768BC37D3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2" y="4829175"/>
            <a:ext cx="10936085" cy="171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9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11049000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0500"/>
            <a:ext cx="11049000" cy="167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81125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latin typeface="monospace"/>
              </a:rPr>
              <a:t>Specify the directory to scan for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00225"/>
            <a:ext cx="110490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latin typeface="Malgun Gothic"/>
              </a:rPr>
              <a:t>소스 코드를 검색할 폴더를 지정하세요.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571500"/>
            <a:ext cx="353387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소스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코드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위치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지정</a:t>
            </a:r>
            <a:endParaRPr sz="3000" b="1" i="0" u="none" dirty="0"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3325" y="3190875"/>
            <a:ext cx="759142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주석을 달아둔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실제 소스 코드 파일들이 모여있는 폴더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를 지정합니다.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74254" y="4056807"/>
            <a:ext cx="1100046" cy="66926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7946" y="4299107"/>
            <a:ext cx="68017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latin typeface="Malgun Gothic"/>
              </a:rPr>
              <a:t>중요</a:t>
            </a:r>
            <a:r>
              <a:rPr sz="1200" b="1" i="0" u="none" dirty="0">
                <a:latin typeface="Malgun Gothic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325" y="4819650"/>
            <a:ext cx="759142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체크 시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'폴더 속의 폴더'까지 전부 뒤져서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 코드를 찾아줍니다. 실무에서는 보통 필수로 체크합니다.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738437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chemeClr val="bg1"/>
                </a:solidFill>
                <a:latin typeface="monospace"/>
              </a:rPr>
              <a:t>Source code directory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325" y="2657475"/>
            <a:ext cx="1966964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chemeClr val="bg1"/>
                </a:solidFill>
                <a:latin typeface="Malgun Gothic"/>
              </a:rPr>
              <a:t>소스</a:t>
            </a:r>
            <a:r>
              <a:rPr sz="2250" b="1" i="0" u="none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2250" b="1" i="0" u="none" dirty="0" err="1">
                <a:solidFill>
                  <a:schemeClr val="bg1"/>
                </a:solidFill>
                <a:latin typeface="Malgun Gothic"/>
              </a:rPr>
              <a:t>코드</a:t>
            </a:r>
            <a:r>
              <a:rPr sz="2250" b="1" i="0" u="none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2250" b="1" i="0" u="none" dirty="0" err="1">
                <a:solidFill>
                  <a:schemeClr val="bg1"/>
                </a:solidFill>
                <a:latin typeface="Malgun Gothic"/>
              </a:rPr>
              <a:t>폴더</a:t>
            </a:r>
            <a:endParaRPr sz="2250" b="1" i="0" u="none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3450" y="4367212"/>
            <a:ext cx="2667000" cy="2286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chemeClr val="bg1"/>
                </a:solidFill>
                <a:latin typeface="monospace"/>
              </a:rPr>
              <a:t>Scan recursively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3325" y="4286250"/>
            <a:ext cx="415067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chemeClr val="bg1"/>
                </a:solidFill>
                <a:latin typeface="Malgun Gothic"/>
              </a:rPr>
              <a:t>하위 폴더까지 재귀적으로 검색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C161E2E-A040-DC69-7418-9AA918DFC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901" y="314251"/>
            <a:ext cx="6572599" cy="17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9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76375"/>
            <a:ext cx="11049000" cy="31697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571500"/>
            <a:ext cx="302272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Malgun Gothic"/>
              </a:rPr>
              <a:t>결과물 저장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075" y="1809750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Specify the directory where doxygen should put the generated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2133600"/>
            <a:ext cx="103060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Malgun Gothic"/>
              </a:rPr>
              <a:t>Doxygen이 생성된 문서를 저장할 디렉토리를 지정하세요.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981075" y="2705100"/>
            <a:ext cx="103060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0950" y="3581400"/>
            <a:ext cx="74961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Malgun Gothic"/>
              </a:rPr>
              <a:t>분석을 마친 후 </a:t>
            </a:r>
            <a:r>
              <a:rPr sz="1800" b="1" i="0" u="none">
                <a:solidFill>
                  <a:srgbClr val="CBD5E1"/>
                </a:solidFill>
                <a:latin typeface="Malgun Gothic"/>
              </a:rPr>
              <a:t>완성된 웹페이지(HTML) 문서가 최종적으로 만들어져 저장될 폴더</a:t>
            </a:r>
            <a:r>
              <a:rPr sz="1800" b="0" i="0" u="none">
                <a:solidFill>
                  <a:srgbClr val="CBD5E1"/>
                </a:solidFill>
                <a:latin typeface="Malgun Gothic"/>
              </a:rPr>
              <a:t>입니다. (비워두면 최상단 폴더에 생성됩니다.)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1051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Destination directory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3000375"/>
            <a:ext cx="347590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Malgun Gothic"/>
              </a:rPr>
              <a:t>결과물(대상) 저장 폴더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1D4BE64-ECE1-3787-1A67-CA939CCBC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74894"/>
            <a:ext cx="10962132" cy="176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9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609884E-CBFD-0AC9-1E1C-AC62195758BF}"/>
              </a:ext>
            </a:extLst>
          </p:cNvPr>
          <p:cNvSpPr txBox="1"/>
          <p:nvPr/>
        </p:nvSpPr>
        <p:spPr>
          <a:xfrm>
            <a:off x="886690" y="2608028"/>
            <a:ext cx="108065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800" dirty="0"/>
              <a:t>아까 Project 설정이 </a:t>
            </a:r>
            <a:r>
              <a:rPr lang="ko-KR" altLang="ko-KR" sz="2800" b="1" dirty="0"/>
              <a:t>"어떤 프로젝트를 문서화할지"</a:t>
            </a:r>
            <a:r>
              <a:rPr lang="ko-KR" altLang="ko-KR" sz="2800" dirty="0"/>
              <a:t> 정하는 거였다면, </a:t>
            </a:r>
            <a:r>
              <a:rPr lang="en-US" altLang="ko-KR" sz="2800" dirty="0"/>
              <a:t>Mode</a:t>
            </a:r>
            <a:r>
              <a:rPr lang="ko-KR" altLang="ko-KR" sz="2800" dirty="0"/>
              <a:t>는 </a:t>
            </a:r>
            <a:r>
              <a:rPr lang="ko-KR" altLang="ko-KR" sz="2800" b="1" dirty="0"/>
              <a:t>"어떤 내용을 문서에 포함시킬지 + 어떤 프로그래밍 언어 기준으로 문서를 만들지"</a:t>
            </a:r>
            <a:r>
              <a:rPr lang="ko-KR" altLang="ko-KR" sz="2800" dirty="0"/>
              <a:t> 정하는 부분</a:t>
            </a:r>
            <a:r>
              <a:rPr lang="ko-KR" altLang="en-US" sz="2800" dirty="0"/>
              <a:t>입니다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ACAC46-9671-7433-7FA7-578D502A4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01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690707-3E41-CEA2-3856-7B403AB8CFEC}"/>
              </a:ext>
            </a:extLst>
          </p:cNvPr>
          <p:cNvSpPr txBox="1"/>
          <p:nvPr/>
        </p:nvSpPr>
        <p:spPr>
          <a:xfrm>
            <a:off x="7956885" y="2155521"/>
            <a:ext cx="4347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Doxygen용</a:t>
            </a:r>
            <a:r>
              <a:rPr lang="ko-KR" altLang="ko-KR" sz="1200" dirty="0"/>
              <a:t> 주석이 작성되어 있는 코드만 문서에 포함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2D4EC-02F5-F03A-33F7-45F686FECCB3}"/>
              </a:ext>
            </a:extLst>
          </p:cNvPr>
          <p:cNvSpPr txBox="1"/>
          <p:nvPr/>
        </p:nvSpPr>
        <p:spPr>
          <a:xfrm>
            <a:off x="7764380" y="2432520"/>
            <a:ext cx="4074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Doxygen</a:t>
            </a:r>
            <a:r>
              <a:rPr lang="ko-KR" altLang="ko-KR" sz="1200" dirty="0"/>
              <a:t> 주석이 있든 없든 코드의 모든 항목을 문서에 포함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2A9BC-41B5-BCF5-EAE2-A698487D9DF4}"/>
              </a:ext>
            </a:extLst>
          </p:cNvPr>
          <p:cNvSpPr txBox="1"/>
          <p:nvPr/>
        </p:nvSpPr>
        <p:spPr>
          <a:xfrm>
            <a:off x="7331243" y="2901153"/>
            <a:ext cx="3705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/>
              <a:t>생성된 문서에서 실제 소스 코드도 볼 수 있게 할 것인가?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2DBA9-3403-A545-E259-B03DE1E1583A}"/>
              </a:ext>
            </a:extLst>
          </p:cNvPr>
          <p:cNvSpPr txBox="1"/>
          <p:nvPr/>
        </p:nvSpPr>
        <p:spPr>
          <a:xfrm>
            <a:off x="7523748" y="4559941"/>
            <a:ext cx="4074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VHDL은</a:t>
            </a:r>
            <a:r>
              <a:rPr lang="ko-KR" altLang="ko-KR" sz="1400" dirty="0"/>
              <a:t> 하드웨어 설계에 사용되는 언어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B6AAB-E974-81C9-AB6C-82E89D2EE542}"/>
              </a:ext>
            </a:extLst>
          </p:cNvPr>
          <p:cNvSpPr txBox="1"/>
          <p:nvPr/>
        </p:nvSpPr>
        <p:spPr>
          <a:xfrm>
            <a:off x="7523748" y="4867718"/>
            <a:ext cx="370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SLICE 출력에 맞게 최적화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BD4A5-392A-2FE5-0B56-380B7F4284C7}"/>
              </a:ext>
            </a:extLst>
          </p:cNvPr>
          <p:cNvSpPr txBox="1"/>
          <p:nvPr/>
        </p:nvSpPr>
        <p:spPr>
          <a:xfrm>
            <a:off x="7523747" y="4306823"/>
            <a:ext cx="370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Fortran</a:t>
            </a:r>
            <a:r>
              <a:rPr lang="ko-KR" altLang="ko-KR" sz="1400" dirty="0"/>
              <a:t> 출력에 맞게 최적화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5FFD9-108A-D0C7-8368-F27A4A7FDFA2}"/>
              </a:ext>
            </a:extLst>
          </p:cNvPr>
          <p:cNvSpPr txBox="1"/>
          <p:nvPr/>
        </p:nvSpPr>
        <p:spPr>
          <a:xfrm>
            <a:off x="7539790" y="4090335"/>
            <a:ext cx="2582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C 또는 PHP 출력에 맞게 최적화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895FC-25A8-131B-7BF8-2AB182384111}"/>
              </a:ext>
            </a:extLst>
          </p:cNvPr>
          <p:cNvSpPr txBox="1"/>
          <p:nvPr/>
        </p:nvSpPr>
        <p:spPr>
          <a:xfrm>
            <a:off x="7547812" y="3804422"/>
            <a:ext cx="4074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Java</a:t>
            </a:r>
            <a:r>
              <a:rPr lang="ko-KR" altLang="ko-KR" sz="1400" dirty="0"/>
              <a:t> 또는 C# 출력에 맞게 최적화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029D04-6489-E415-DD39-4C0F627B9DD6}"/>
              </a:ext>
            </a:extLst>
          </p:cNvPr>
          <p:cNvSpPr txBox="1"/>
          <p:nvPr/>
        </p:nvSpPr>
        <p:spPr>
          <a:xfrm>
            <a:off x="7547812" y="3592347"/>
            <a:ext cx="387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C++/CLI 출력에 맞게 최적화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89B642-93C6-0BB3-0425-58D4226A0F55}"/>
              </a:ext>
            </a:extLst>
          </p:cNvPr>
          <p:cNvSpPr txBox="1"/>
          <p:nvPr/>
        </p:nvSpPr>
        <p:spPr>
          <a:xfrm>
            <a:off x="7547812" y="3334252"/>
            <a:ext cx="387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C++</a:t>
            </a:r>
            <a:r>
              <a:rPr lang="en-US" altLang="ko-KR" sz="1200" dirty="0"/>
              <a:t> </a:t>
            </a:r>
            <a:r>
              <a:rPr lang="ko-KR" altLang="ko-KR" sz="1200" dirty="0"/>
              <a:t>출력에 맞게 최적화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4950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947226-2FC1-C6DA-E0D6-4838B8666FF7}"/>
              </a:ext>
            </a:extLst>
          </p:cNvPr>
          <p:cNvSpPr txBox="1"/>
          <p:nvPr/>
        </p:nvSpPr>
        <p:spPr>
          <a:xfrm>
            <a:off x="788258" y="353774"/>
            <a:ext cx="101692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0" dirty="0"/>
              <a:t>			Output = </a:t>
            </a:r>
            <a:r>
              <a:rPr lang="ko-KR" altLang="en-US" sz="6000" dirty="0"/>
              <a:t>출력</a:t>
            </a:r>
            <a:endParaRPr lang="en-US" altLang="ko-KR" sz="6000" dirty="0"/>
          </a:p>
          <a:p>
            <a:endParaRPr lang="en-US" altLang="ko-KR" sz="6000" dirty="0"/>
          </a:p>
          <a:p>
            <a:r>
              <a:rPr lang="ko-KR" altLang="ko-KR" sz="6000" dirty="0" err="1"/>
              <a:t>Doxygen으로</a:t>
            </a:r>
            <a:r>
              <a:rPr lang="ko-KR" altLang="ko-KR" sz="6000" dirty="0"/>
              <a:t> 문서를 만들 때 어떤 형식으로 만들 거야?</a:t>
            </a:r>
            <a:endParaRPr lang="ko-KR" altLang="en-US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1AB95-0B8E-E6D4-289C-876AB5B52CB7}"/>
              </a:ext>
            </a:extLst>
          </p:cNvPr>
          <p:cNvSpPr txBox="1"/>
          <p:nvPr/>
        </p:nvSpPr>
        <p:spPr>
          <a:xfrm>
            <a:off x="5283200" y="4257457"/>
            <a:ext cx="55141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코드</a:t>
            </a:r>
          </a:p>
          <a:p>
            <a:r>
              <a:rPr lang="ko-KR" altLang="en-US" sz="2000" dirty="0"/>
              <a:t> ↓</a:t>
            </a:r>
          </a:p>
          <a:p>
            <a:r>
              <a:rPr lang="ko-KR" altLang="en-US" sz="2000" dirty="0" err="1"/>
              <a:t>Doxygen</a:t>
            </a:r>
            <a:endParaRPr lang="ko-KR" altLang="en-US" sz="2000" dirty="0"/>
          </a:p>
          <a:p>
            <a:r>
              <a:rPr lang="ko-KR" altLang="en-US" sz="2000" dirty="0"/>
              <a:t> ↓</a:t>
            </a:r>
          </a:p>
          <a:p>
            <a:r>
              <a:rPr lang="ko-KR" altLang="en-US" sz="2000" dirty="0"/>
              <a:t>HTML 문서</a:t>
            </a:r>
          </a:p>
          <a:p>
            <a:r>
              <a:rPr lang="ko-KR" altLang="en-US" sz="2000" dirty="0"/>
              <a:t> ↓</a:t>
            </a:r>
          </a:p>
          <a:p>
            <a:r>
              <a:rPr lang="ko-KR" altLang="en-US" sz="2000" dirty="0" err="1"/>
              <a:t>웹브라우저에서</a:t>
            </a:r>
            <a:r>
              <a:rPr lang="ko-KR" altLang="en-US" sz="2000" dirty="0"/>
              <a:t> 확인</a:t>
            </a:r>
          </a:p>
        </p:txBody>
      </p:sp>
    </p:spTree>
    <p:extLst>
      <p:ext uri="{BB962C8B-B14F-4D97-AF65-F5344CB8AC3E}">
        <p14:creationId xmlns:p14="http://schemas.microsoft.com/office/powerpoint/2010/main" val="1696649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380ED28-A43D-83C9-B277-63BCA6B2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A51581-C703-281F-F0C0-41967EA32015}"/>
              </a:ext>
            </a:extLst>
          </p:cNvPr>
          <p:cNvSpPr txBox="1"/>
          <p:nvPr/>
        </p:nvSpPr>
        <p:spPr>
          <a:xfrm>
            <a:off x="6012874" y="2346096"/>
            <a:ext cx="244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일반 HTML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478D8-2FBA-E9CB-1F01-299AD81523E0}"/>
              </a:ext>
            </a:extLst>
          </p:cNvPr>
          <p:cNvSpPr txBox="1"/>
          <p:nvPr/>
        </p:nvSpPr>
        <p:spPr>
          <a:xfrm>
            <a:off x="6807200" y="2635214"/>
            <a:ext cx="366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탐색 패널이 있는 HTML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96DBC-437F-16CC-13BD-ABCADF869128}"/>
              </a:ext>
            </a:extLst>
          </p:cNvPr>
          <p:cNvSpPr txBox="1"/>
          <p:nvPr/>
        </p:nvSpPr>
        <p:spPr>
          <a:xfrm>
            <a:off x="7970982" y="2875638"/>
            <a:ext cx="294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압축된 HTML(.</a:t>
            </a:r>
            <a:r>
              <a:rPr lang="ko-KR" altLang="ko-KR" sz="1400" dirty="0" err="1"/>
              <a:t>chm</a:t>
            </a:r>
            <a:r>
              <a:rPr lang="ko-KR" altLang="ko-KR" sz="1400" dirty="0"/>
              <a:t>)용으로 준비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6DEC6-CE28-A5B4-83CD-CA7AD8A4D435}"/>
              </a:ext>
            </a:extLst>
          </p:cNvPr>
          <p:cNvSpPr txBox="1"/>
          <p:nvPr/>
        </p:nvSpPr>
        <p:spPr>
          <a:xfrm>
            <a:off x="10595376" y="2775610"/>
            <a:ext cx="11909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900" dirty="0"/>
              <a:t>여러 HTML 문서를 하나의 도움말 파일 형태로 묶는 방식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FAFDC-6750-F35B-E442-7EA5164D82BA}"/>
              </a:ext>
            </a:extLst>
          </p:cNvPr>
          <p:cNvSpPr txBox="1"/>
          <p:nvPr/>
        </p:nvSpPr>
        <p:spPr>
          <a:xfrm>
            <a:off x="6770256" y="3128025"/>
            <a:ext cx="14778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/>
              <a:t>문서 검색 기능 넣기</a:t>
            </a:r>
          </a:p>
          <a:p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3369F-96B2-D5A3-4FCE-580DF85B50F4}"/>
              </a:ext>
            </a:extLst>
          </p:cNvPr>
          <p:cNvSpPr txBox="1"/>
          <p:nvPr/>
        </p:nvSpPr>
        <p:spPr>
          <a:xfrm>
            <a:off x="5421745" y="3836946"/>
            <a:ext cx="3796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전문적인 문서 작성에 사용하는 문서 작성 시스템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B7E7C-6DDA-CF31-E1F6-76EC753D79FA}"/>
              </a:ext>
            </a:extLst>
          </p:cNvPr>
          <p:cNvSpPr txBox="1"/>
          <p:nvPr/>
        </p:nvSpPr>
        <p:spPr>
          <a:xfrm>
            <a:off x="8460509" y="4020945"/>
            <a:ext cx="2678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하이퍼링크 사용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2FF24-DCB8-2D95-CD94-5D87E040C8D4}"/>
              </a:ext>
            </a:extLst>
          </p:cNvPr>
          <p:cNvSpPr txBox="1"/>
          <p:nvPr/>
        </p:nvSpPr>
        <p:spPr>
          <a:xfrm>
            <a:off x="8127999" y="4426744"/>
            <a:ext cx="3177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PostScript를</a:t>
            </a:r>
            <a:r>
              <a:rPr lang="ko-KR" altLang="ko-KR" sz="1200" dirty="0"/>
              <a:t> 위한 중간 형식으로 사용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F6AB0-F4B5-72D2-C0E2-FFDD55EBF89B}"/>
              </a:ext>
            </a:extLst>
          </p:cNvPr>
          <p:cNvSpPr txBox="1"/>
          <p:nvPr/>
        </p:nvSpPr>
        <p:spPr>
          <a:xfrm>
            <a:off x="7509165" y="4217064"/>
            <a:ext cx="2678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PDF</a:t>
            </a:r>
            <a:r>
              <a:rPr lang="en-US" altLang="ko-KR" sz="1200" dirty="0"/>
              <a:t> </a:t>
            </a:r>
            <a:r>
              <a:rPr lang="ko-KR" altLang="ko-KR" sz="1200" dirty="0"/>
              <a:t>으로 사용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3E3CD-6765-6B6D-887C-7C46556BC813}"/>
              </a:ext>
            </a:extLst>
          </p:cNvPr>
          <p:cNvSpPr txBox="1"/>
          <p:nvPr/>
        </p:nvSpPr>
        <p:spPr>
          <a:xfrm>
            <a:off x="5920510" y="4817558"/>
            <a:ext cx="4372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Linux</a:t>
            </a:r>
            <a:r>
              <a:rPr lang="ko-KR" altLang="ko-KR" sz="1200" dirty="0"/>
              <a:t>/</a:t>
            </a:r>
            <a:r>
              <a:rPr lang="ko-KR" altLang="ko-KR" sz="1200" dirty="0" err="1"/>
              <a:t>Unix에서</a:t>
            </a:r>
            <a:r>
              <a:rPr lang="ko-KR" altLang="ko-KR" sz="1200" dirty="0"/>
              <a:t> 사용하는 </a:t>
            </a:r>
            <a:r>
              <a:rPr lang="ko-KR" altLang="ko-KR" sz="1200" b="1" dirty="0"/>
              <a:t>명령어 설명서 형식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C72BD-FD71-4D39-4335-4624361B644B}"/>
              </a:ext>
            </a:extLst>
          </p:cNvPr>
          <p:cNvSpPr txBox="1"/>
          <p:nvPr/>
        </p:nvSpPr>
        <p:spPr>
          <a:xfrm>
            <a:off x="6770256" y="5028770"/>
            <a:ext cx="5218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/>
              <a:t>서식 있는 텍스트 형식</a:t>
            </a:r>
            <a:r>
              <a:rPr lang="en-US" altLang="ko-KR" sz="1100" dirty="0"/>
              <a:t> / </a:t>
            </a:r>
            <a:r>
              <a:rPr lang="ko-KR" altLang="ko-KR" sz="1100" dirty="0"/>
              <a:t>Word 같은 문서 프로그램에서 사용할 수 있는 형태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7917F9-E388-7FA4-93E5-5B1B60877E45}"/>
              </a:ext>
            </a:extLst>
          </p:cNvPr>
          <p:cNvSpPr txBox="1"/>
          <p:nvPr/>
        </p:nvSpPr>
        <p:spPr>
          <a:xfrm>
            <a:off x="5421745" y="5320808"/>
            <a:ext cx="609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XML은</a:t>
            </a:r>
            <a:r>
              <a:rPr lang="ko-KR" altLang="ko-KR" sz="1200" dirty="0"/>
              <a:t> 프로그램끼리 </a:t>
            </a:r>
            <a:r>
              <a:rPr lang="ko-KR" altLang="ko-KR" sz="1200" b="1" dirty="0"/>
              <a:t>데이터를 주고받거나 저장할 때 사용하는 형식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AAE6E3-1A51-0D7E-473C-B88BCEF9D936}"/>
              </a:ext>
            </a:extLst>
          </p:cNvPr>
          <p:cNvSpPr txBox="1"/>
          <p:nvPr/>
        </p:nvSpPr>
        <p:spPr>
          <a:xfrm>
            <a:off x="5800437" y="5597807"/>
            <a:ext cx="609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기술 문서나 매뉴얼 등을 작성할 때 사용하는 문서 형식</a:t>
            </a: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0620C-C582-23AD-3E95-C4D1AD1FAFFE}"/>
              </a:ext>
            </a:extLst>
          </p:cNvPr>
          <p:cNvSpPr txBox="1"/>
          <p:nvPr/>
        </p:nvSpPr>
        <p:spPr>
          <a:xfrm>
            <a:off x="365994" y="2920275"/>
            <a:ext cx="637713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┌────────────────┬─────────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Page</a:t>
            </a:r>
            <a:r>
              <a:rPr lang="ko-KR" altLang="en-US" sz="1100" dirty="0"/>
              <a:t>      │              </a:t>
            </a:r>
            <a:r>
              <a:rPr lang="en-US" altLang="ko-KR" sz="1100" dirty="0"/>
              <a:t>        </a:t>
            </a:r>
            <a:r>
              <a:rPr lang="ko-KR" altLang="en-US" sz="1100" dirty="0"/>
              <a:t>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Classes</a:t>
            </a:r>
            <a:r>
              <a:rPr lang="ko-KR" altLang="en-US" sz="1100" dirty="0"/>
              <a:t>           │   문서 내용       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Files</a:t>
            </a:r>
            <a:r>
              <a:rPr lang="ko-KR" altLang="en-US" sz="1100" dirty="0"/>
              <a:t>               │                      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Functions</a:t>
            </a:r>
            <a:r>
              <a:rPr lang="ko-KR" altLang="en-US" sz="1100" dirty="0"/>
              <a:t>        │                   </a:t>
            </a:r>
            <a:r>
              <a:rPr lang="en-US" altLang="ko-KR" sz="1100" dirty="0"/>
              <a:t>   </a:t>
            </a:r>
            <a:r>
              <a:rPr lang="ko-KR" altLang="en-US" sz="1100" dirty="0"/>
              <a:t>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Class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List</a:t>
            </a:r>
            <a:r>
              <a:rPr lang="ko-KR" altLang="en-US" sz="1100" dirty="0"/>
              <a:t>        │          </a:t>
            </a:r>
            <a:r>
              <a:rPr lang="en-US" altLang="ko-KR" sz="1100" dirty="0"/>
              <a:t>           </a:t>
            </a:r>
            <a:r>
              <a:rPr lang="ko-KR" altLang="en-US" sz="1100" dirty="0"/>
              <a:t> │</a:t>
            </a:r>
          </a:p>
          <a:p>
            <a:r>
              <a:rPr lang="ko-KR" altLang="en-US" sz="1100" dirty="0"/>
              <a:t>└────────────────┴─────────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638B5A-18E5-484B-D6F9-F52BF5FDABD4}"/>
              </a:ext>
            </a:extLst>
          </p:cNvPr>
          <p:cNvSpPr txBox="1"/>
          <p:nvPr/>
        </p:nvSpPr>
        <p:spPr>
          <a:xfrm>
            <a:off x="406402" y="5274641"/>
            <a:ext cx="61606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index.html </a:t>
            </a:r>
            <a:endParaRPr lang="en-US" altLang="ko-KR" dirty="0"/>
          </a:p>
          <a:p>
            <a:r>
              <a:rPr lang="ko-KR" altLang="ko-KR" dirty="0"/>
              <a:t>classes.html </a:t>
            </a:r>
            <a:endParaRPr lang="en-US" altLang="ko-KR" dirty="0"/>
          </a:p>
          <a:p>
            <a:r>
              <a:rPr lang="ko-KR" altLang="ko-KR" dirty="0"/>
              <a:t>functions.html </a:t>
            </a:r>
            <a:endParaRPr lang="en-US" altLang="ko-KR" dirty="0"/>
          </a:p>
          <a:p>
            <a:r>
              <a:rPr lang="ko-KR" altLang="ko-KR" dirty="0"/>
              <a:t>files.html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602F5CD-9CD2-140D-EA38-3A6D2440A8AF}"/>
              </a:ext>
            </a:extLst>
          </p:cNvPr>
          <p:cNvCxnSpPr/>
          <p:nvPr/>
        </p:nvCxnSpPr>
        <p:spPr>
          <a:xfrm>
            <a:off x="2022765" y="5955664"/>
            <a:ext cx="729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861910-394D-7B18-6C11-DAF0BEE31595}"/>
              </a:ext>
            </a:extLst>
          </p:cNvPr>
          <p:cNvSpPr txBox="1"/>
          <p:nvPr/>
        </p:nvSpPr>
        <p:spPr>
          <a:xfrm>
            <a:off x="2752437" y="578932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/>
              <a:t>MyDocumentation.chm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3DA8F9-5CF4-834D-F1E0-8B22B9623870}"/>
              </a:ext>
            </a:extLst>
          </p:cNvPr>
          <p:cNvSpPr txBox="1"/>
          <p:nvPr/>
        </p:nvSpPr>
        <p:spPr>
          <a:xfrm>
            <a:off x="9758798" y="3992810"/>
            <a:ext cx="614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 err="1"/>
              <a:t>add</a:t>
            </a:r>
            <a:r>
              <a:rPr lang="ko-KR" altLang="ko-KR" sz="1400" dirty="0"/>
              <a:t>()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85EBCE-C02F-92DB-C296-806946BCC67B}"/>
              </a:ext>
            </a:extLst>
          </p:cNvPr>
          <p:cNvSpPr txBox="1"/>
          <p:nvPr/>
        </p:nvSpPr>
        <p:spPr>
          <a:xfrm>
            <a:off x="10719956" y="3987407"/>
            <a:ext cx="16717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dirty="0" err="1"/>
              <a:t>add</a:t>
            </a:r>
            <a:r>
              <a:rPr lang="ko-KR" altLang="ko-KR" sz="1100" dirty="0"/>
              <a:t>() 함수 설명</a:t>
            </a:r>
            <a:endParaRPr lang="ko-KR" altLang="en-US" sz="1100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D951277-11EB-F358-DBD2-92A9D12AFFBA}"/>
              </a:ext>
            </a:extLst>
          </p:cNvPr>
          <p:cNvCxnSpPr>
            <a:cxnSpLocks/>
          </p:cNvCxnSpPr>
          <p:nvPr/>
        </p:nvCxnSpPr>
        <p:spPr>
          <a:xfrm flipV="1">
            <a:off x="10292774" y="4147382"/>
            <a:ext cx="284016" cy="6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6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2" grpId="0"/>
      <p:bldP spid="26" grpId="0"/>
      <p:bldP spid="28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설정</a:t>
            </a:r>
            <a:r>
              <a:rPr sz="3600" b="1" i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파일</a:t>
            </a:r>
            <a:r>
              <a:rPr sz="3600" b="1" i="0" u="none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Doxyfile</a:t>
            </a:r>
            <a:r>
              <a:rPr sz="3600" b="1" i="0" u="none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저장하기</a:t>
            </a:r>
            <a:endParaRPr sz="3600" b="1" i="0" u="non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18000" y="1105852"/>
            <a:ext cx="76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4200" y="1104900"/>
            <a:ext cx="7112049" cy="769506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 dirty="0" err="1">
                <a:latin typeface="Times New Roman"/>
              </a:rPr>
              <a:t>Wizard에서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필수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설정을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모두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마쳤다면</a:t>
            </a:r>
            <a:r>
              <a:rPr sz="1800" b="0" i="0" u="none" dirty="0">
                <a:latin typeface="Times New Roman"/>
              </a:rPr>
              <a:t>, </a:t>
            </a:r>
            <a:r>
              <a:rPr sz="1800" b="0" i="0" u="none" dirty="0" err="1">
                <a:latin typeface="Times New Roman"/>
              </a:rPr>
              <a:t>상단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메뉴의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1" i="0" u="none" dirty="0">
                <a:latin typeface="Times New Roman"/>
              </a:rPr>
              <a:t>File &gt; </a:t>
            </a:r>
            <a:r>
              <a:rPr sz="1800" b="1" i="0" u="none" dirty="0" err="1">
                <a:latin typeface="Times New Roman"/>
              </a:rPr>
              <a:t>Save</a:t>
            </a:r>
            <a:r>
              <a:rPr sz="1800" b="0" i="0" u="none" dirty="0" err="1">
                <a:latin typeface="Times New Roman"/>
              </a:rPr>
              <a:t>를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눌러줍니다</a:t>
            </a:r>
            <a:r>
              <a:rPr sz="1800" b="0" i="0" u="none" dirty="0">
                <a:latin typeface="Times New Roman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000" y="1928574"/>
            <a:ext cx="76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4200" y="1927621"/>
            <a:ext cx="7112049" cy="769506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>
                <a:latin typeface="Times New Roman"/>
              </a:rPr>
              <a:t>GUI에서 방금 입력한 내용들이 실제 </a:t>
            </a:r>
            <a:r>
              <a:rPr sz="1800" b="1" i="0" u="none">
                <a:latin typeface="Times New Roman"/>
              </a:rPr>
              <a:t>Doxyfile</a:t>
            </a:r>
            <a:r>
              <a:rPr sz="1800" b="0" i="0" u="none">
                <a:latin typeface="Times New Roman"/>
              </a:rPr>
              <a:t>이라는 이름의 텍스트 파일로 폴더에 저장됩니다.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000" y="2751296"/>
            <a:ext cx="76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latin typeface="Times New Roman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4200" y="2750343"/>
            <a:ext cx="7112049" cy="769506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>
                <a:latin typeface="Times New Roman"/>
              </a:rPr>
              <a:t>나중에 Doxywizard를 다시 열 때 이 파일을 불러오면 설정을 그대로 이어서 할 수 있습니다.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252481E-120A-6B1F-639A-8EB7991BA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24" y="1155471"/>
            <a:ext cx="2826384" cy="236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71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4DA374-5D31-5D91-F895-A2B104CD5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5665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CE5B3E-AEDE-A964-FCB9-0C33A113C6B8}"/>
              </a:ext>
            </a:extLst>
          </p:cNvPr>
          <p:cNvSpPr txBox="1"/>
          <p:nvPr/>
        </p:nvSpPr>
        <p:spPr>
          <a:xfrm>
            <a:off x="5043054" y="1754971"/>
            <a:ext cx="6548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Doxygen을</a:t>
            </a:r>
            <a:r>
              <a:rPr lang="ko-KR" altLang="ko-KR" dirty="0"/>
              <a:t> 실행할 때 사용할 추가 </a:t>
            </a:r>
            <a:r>
              <a:rPr lang="ko-KR" altLang="ko-KR" dirty="0" err="1"/>
              <a:t>명령줄</a:t>
            </a:r>
            <a:r>
              <a:rPr lang="ko-KR" altLang="ko-KR" dirty="0"/>
              <a:t> 옵션을 지정하세요.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F4707-BC69-F522-610E-1ADEDCBCC375}"/>
              </a:ext>
            </a:extLst>
          </p:cNvPr>
          <p:cNvSpPr txBox="1"/>
          <p:nvPr/>
        </p:nvSpPr>
        <p:spPr>
          <a:xfrm>
            <a:off x="3193473" y="2267589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실행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43AA74-068A-A0E6-E2AC-39111E3FAB47}"/>
              </a:ext>
            </a:extLst>
          </p:cNvPr>
          <p:cNvSpPr txBox="1"/>
          <p:nvPr/>
        </p:nvSpPr>
        <p:spPr>
          <a:xfrm>
            <a:off x="1978891" y="2595541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 출력 결과 보기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F4BC6-BA20-206B-73DE-6E25C3E53E3B}"/>
              </a:ext>
            </a:extLst>
          </p:cNvPr>
          <p:cNvSpPr txBox="1"/>
          <p:nvPr/>
        </p:nvSpPr>
        <p:spPr>
          <a:xfrm>
            <a:off x="7472218" y="2616231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설정 내용 보기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2B6B95-49E3-FD10-72D7-54654A5DD261}"/>
              </a:ext>
            </a:extLst>
          </p:cNvPr>
          <p:cNvSpPr txBox="1"/>
          <p:nvPr/>
        </p:nvSpPr>
        <p:spPr>
          <a:xfrm>
            <a:off x="5277439" y="2333931"/>
            <a:ext cx="69145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 err="1"/>
              <a:t>Doxygen을</a:t>
            </a:r>
            <a:r>
              <a:rPr lang="ko-KR" altLang="ko-KR" sz="1050" dirty="0"/>
              <a:t> 실행할 때 나오는 진행 정보나 메시지를 </a:t>
            </a:r>
            <a:r>
              <a:rPr lang="ko-KR" altLang="ko-KR" sz="1050" b="1" dirty="0"/>
              <a:t>간략하게 표시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328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62B212-6956-95CB-8A72-CC0518EA7BDC}"/>
              </a:ext>
            </a:extLst>
          </p:cNvPr>
          <p:cNvSpPr txBox="1"/>
          <p:nvPr/>
        </p:nvSpPr>
        <p:spPr>
          <a:xfrm>
            <a:off x="858982" y="14178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① Project</a:t>
            </a:r>
          </a:p>
          <a:p>
            <a:pPr>
              <a:buNone/>
            </a:pPr>
            <a:r>
              <a:rPr lang="ko-KR" altLang="ko-KR" b="1" dirty="0"/>
              <a:t>어떤 프로젝트를 문서화할지</a:t>
            </a:r>
            <a:endParaRPr lang="ko-KR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90EA9-A643-1397-1B81-D665E98F5227}"/>
              </a:ext>
            </a:extLst>
          </p:cNvPr>
          <p:cNvSpPr txBox="1"/>
          <p:nvPr/>
        </p:nvSpPr>
        <p:spPr>
          <a:xfrm>
            <a:off x="858982" y="26093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② </a:t>
            </a:r>
            <a:r>
              <a:rPr lang="ko-KR" altLang="ko-KR" b="1" dirty="0" err="1"/>
              <a:t>Mode</a:t>
            </a:r>
            <a:endParaRPr lang="ko-KR" altLang="ko-KR" b="1" dirty="0"/>
          </a:p>
          <a:p>
            <a:pPr>
              <a:buNone/>
            </a:pPr>
            <a:r>
              <a:rPr lang="ko-KR" altLang="ko-KR" b="1" dirty="0"/>
              <a:t>어떤 내용을 문서화하고 어떤 언어인지</a:t>
            </a:r>
            <a:endParaRPr lang="ko-KR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736F2-4497-B8D0-4BCF-06B791E5164C}"/>
              </a:ext>
            </a:extLst>
          </p:cNvPr>
          <p:cNvSpPr txBox="1"/>
          <p:nvPr/>
        </p:nvSpPr>
        <p:spPr>
          <a:xfrm>
            <a:off x="858982" y="38008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③ </a:t>
            </a:r>
            <a:r>
              <a:rPr lang="ko-KR" altLang="ko-KR" b="1" dirty="0" err="1"/>
              <a:t>Output</a:t>
            </a:r>
            <a:endParaRPr lang="ko-KR" altLang="ko-KR" b="1" dirty="0"/>
          </a:p>
          <a:p>
            <a:pPr>
              <a:buNone/>
            </a:pPr>
            <a:r>
              <a:rPr lang="ko-KR" altLang="ko-KR" b="1" dirty="0"/>
              <a:t>어떤 형식의 문서로 만들지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58D7D0-6C5F-9448-B58F-370389568EB8}"/>
              </a:ext>
            </a:extLst>
          </p:cNvPr>
          <p:cNvSpPr txBox="1"/>
          <p:nvPr/>
        </p:nvSpPr>
        <p:spPr>
          <a:xfrm>
            <a:off x="858982" y="47937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④ </a:t>
            </a:r>
            <a:r>
              <a:rPr lang="ko-KR" altLang="ko-KR" b="1" dirty="0" err="1"/>
              <a:t>Run</a:t>
            </a:r>
            <a:endParaRPr lang="ko-KR" altLang="ko-KR" b="1" dirty="0"/>
          </a:p>
          <a:p>
            <a:pPr>
              <a:buNone/>
            </a:pPr>
            <a:r>
              <a:rPr lang="ko-KR" altLang="ko-KR" b="1" dirty="0"/>
              <a:t>실제로 </a:t>
            </a:r>
            <a:r>
              <a:rPr lang="ko-KR" altLang="ko-KR" b="1" dirty="0" err="1"/>
              <a:t>Doxygen</a:t>
            </a:r>
            <a:r>
              <a:rPr lang="ko-KR" altLang="ko-KR" b="1" dirty="0"/>
              <a:t> 실행 → 문서 생성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06E66-F193-B110-A7D2-065B7F93A8C4}"/>
              </a:ext>
            </a:extLst>
          </p:cNvPr>
          <p:cNvSpPr txBox="1"/>
          <p:nvPr/>
        </p:nvSpPr>
        <p:spPr>
          <a:xfrm>
            <a:off x="858982" y="221673"/>
            <a:ext cx="4535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/>
              <a:t>정리</a:t>
            </a:r>
          </a:p>
        </p:txBody>
      </p:sp>
    </p:spTree>
    <p:extLst>
      <p:ext uri="{BB962C8B-B14F-4D97-AF65-F5344CB8AC3E}">
        <p14:creationId xmlns:p14="http://schemas.microsoft.com/office/powerpoint/2010/main" val="2262555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642</Words>
  <Application>Microsoft Office PowerPoint</Application>
  <PresentationFormat>와이드스크린</PresentationFormat>
  <Paragraphs>109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monospace</vt:lpstr>
      <vt:lpstr>Malgun Gothic</vt:lpstr>
      <vt:lpstr>Malgun Gothic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재준 명</dc:creator>
  <cp:lastModifiedBy>재준 명</cp:lastModifiedBy>
  <cp:revision>2</cp:revision>
  <dcterms:created xsi:type="dcterms:W3CDTF">2026-08-19T01:52:03Z</dcterms:created>
  <dcterms:modified xsi:type="dcterms:W3CDTF">2026-08-19T02:11:25Z</dcterms:modified>
</cp:coreProperties>
</file>