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64" r:id="rId2"/>
    <p:sldId id="266" r:id="rId3"/>
    <p:sldId id="265" r:id="rId4"/>
    <p:sldId id="269" r:id="rId5"/>
    <p:sldId id="267" r:id="rId6"/>
    <p:sldId id="268" r:id="rId7"/>
    <p:sldId id="271" r:id="rId8"/>
    <p:sldId id="270" r:id="rId9"/>
  </p:sldIdLst>
  <p:sldSz cx="24384000" cy="13716000"/>
  <p:notesSz cx="6858000" cy="9144000"/>
  <p:embeddedFontLst>
    <p:embeddedFont>
      <p:font typeface="G마켓 산스 TTF Bold" panose="02000000000000000000" pitchFamily="2" charset="-127"/>
      <p:bold r:id="rId11"/>
    </p:embeddedFont>
    <p:embeddedFont>
      <p:font typeface="G마켓 산스 TTF Medium" panose="02000000000000000000" pitchFamily="2" charset="-127"/>
      <p:regular r:id="rId12"/>
    </p:embeddedFont>
    <p:embeddedFont>
      <p:font typeface="맑은 고딕" panose="020B0503020000020004" pitchFamily="50" charset="-127"/>
      <p:regular r:id="rId13"/>
      <p:bold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15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D8B9CA-BDCA-4D74-8C9B-B56D1549ACF7}" v="287" dt="2026-08-10T10:55:24.5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5819" autoAdjust="0"/>
  </p:normalViewPr>
  <p:slideViewPr>
    <p:cSldViewPr>
      <p:cViewPr>
        <p:scale>
          <a:sx n="50" d="100"/>
          <a:sy n="50" d="100"/>
        </p:scale>
        <p:origin x="1282" y="427"/>
      </p:cViewPr>
      <p:guideLst>
        <p:guide orient="horz" pos="2160"/>
        <p:guide pos="2880"/>
        <p:guide orient="horz" pos="11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진관 정" userId="f8975a598298c7d0" providerId="LiveId" clId="{FF4BAB45-1BC0-415A-8A81-AD9DC51D4827}"/>
    <pc:docChg chg="undo redo custSel addSld delSld modSld sldOrd">
      <pc:chgData name="진관 정" userId="f8975a598298c7d0" providerId="LiveId" clId="{FF4BAB45-1BC0-415A-8A81-AD9DC51D4827}" dt="2026-08-10T10:55:24.595" v="8531" actId="164"/>
      <pc:docMkLst>
        <pc:docMk/>
      </pc:docMkLst>
      <pc:sldChg chg="del">
        <pc:chgData name="진관 정" userId="f8975a598298c7d0" providerId="LiveId" clId="{FF4BAB45-1BC0-415A-8A81-AD9DC51D4827}" dt="2026-08-10T05:23:36.325" v="0" actId="47"/>
        <pc:sldMkLst>
          <pc:docMk/>
          <pc:sldMk cId="0" sldId="256"/>
        </pc:sldMkLst>
      </pc:sldChg>
      <pc:sldChg chg="del">
        <pc:chgData name="진관 정" userId="f8975a598298c7d0" providerId="LiveId" clId="{FF4BAB45-1BC0-415A-8A81-AD9DC51D4827}" dt="2026-08-10T05:23:36.325" v="0" actId="47"/>
        <pc:sldMkLst>
          <pc:docMk/>
          <pc:sldMk cId="0" sldId="257"/>
        </pc:sldMkLst>
      </pc:sldChg>
      <pc:sldChg chg="del">
        <pc:chgData name="진관 정" userId="f8975a598298c7d0" providerId="LiveId" clId="{FF4BAB45-1BC0-415A-8A81-AD9DC51D4827}" dt="2026-08-10T05:23:36.325" v="0" actId="47"/>
        <pc:sldMkLst>
          <pc:docMk/>
          <pc:sldMk cId="0" sldId="258"/>
        </pc:sldMkLst>
      </pc:sldChg>
      <pc:sldChg chg="addSp delSp modSp del mod">
        <pc:chgData name="진관 정" userId="f8975a598298c7d0" providerId="LiveId" clId="{FF4BAB45-1BC0-415A-8A81-AD9DC51D4827}" dt="2026-08-10T08:21:37.675" v="4912" actId="47"/>
        <pc:sldMkLst>
          <pc:docMk/>
          <pc:sldMk cId="0" sldId="259"/>
        </pc:sldMkLst>
        <pc:spChg chg="mod">
          <ac:chgData name="진관 정" userId="f8975a598298c7d0" providerId="LiveId" clId="{FF4BAB45-1BC0-415A-8A81-AD9DC51D4827}" dt="2026-08-10T08:09:42.126" v="4361" actId="20577"/>
          <ac:spMkLst>
            <pc:docMk/>
            <pc:sldMk cId="0" sldId="259"/>
            <ac:spMk id="9" creationId="{00000000-0000-0000-0000-000000000000}"/>
          </ac:spMkLst>
        </pc:spChg>
        <pc:spChg chg="mod">
          <ac:chgData name="진관 정" userId="f8975a598298c7d0" providerId="LiveId" clId="{FF4BAB45-1BC0-415A-8A81-AD9DC51D4827}" dt="2026-08-10T05:37:51.338" v="317"/>
          <ac:spMkLst>
            <pc:docMk/>
            <pc:sldMk cId="0" sldId="259"/>
            <ac:spMk id="11" creationId="{00000000-0000-0000-0000-000000000000}"/>
          </ac:spMkLst>
        </pc:spChg>
        <pc:spChg chg="del">
          <ac:chgData name="진관 정" userId="f8975a598298c7d0" providerId="LiveId" clId="{FF4BAB45-1BC0-415A-8A81-AD9DC51D4827}" dt="2026-08-10T08:06:08.367" v="4291" actId="478"/>
          <ac:spMkLst>
            <pc:docMk/>
            <pc:sldMk cId="0" sldId="259"/>
            <ac:spMk id="12" creationId="{00000000-0000-0000-0000-000000000000}"/>
          </ac:spMkLst>
        </pc:spChg>
        <pc:spChg chg="del">
          <ac:chgData name="진관 정" userId="f8975a598298c7d0" providerId="LiveId" clId="{FF4BAB45-1BC0-415A-8A81-AD9DC51D4827}" dt="2026-08-10T08:06:08.367" v="4291" actId="478"/>
          <ac:spMkLst>
            <pc:docMk/>
            <pc:sldMk cId="0" sldId="259"/>
            <ac:spMk id="13" creationId="{00000000-0000-0000-0000-000000000000}"/>
          </ac:spMkLst>
        </pc:spChg>
        <pc:spChg chg="add del">
          <ac:chgData name="진관 정" userId="f8975a598298c7d0" providerId="LiveId" clId="{FF4BAB45-1BC0-415A-8A81-AD9DC51D4827}" dt="2026-08-10T08:09:13.742" v="4306" actId="478"/>
          <ac:spMkLst>
            <pc:docMk/>
            <pc:sldMk cId="0" sldId="259"/>
            <ac:spMk id="41" creationId="{9B0F9D0B-12AD-FAC9-B990-0BD4DA8DEB5C}"/>
          </ac:spMkLst>
        </pc:spChg>
        <pc:spChg chg="add del">
          <ac:chgData name="진관 정" userId="f8975a598298c7d0" providerId="LiveId" clId="{FF4BAB45-1BC0-415A-8A81-AD9DC51D4827}" dt="2026-08-10T08:06:16.767" v="4294" actId="478"/>
          <ac:spMkLst>
            <pc:docMk/>
            <pc:sldMk cId="0" sldId="259"/>
            <ac:spMk id="43" creationId="{CA56E548-4ED2-7A2E-DB67-CF3E53E9FB66}"/>
          </ac:spMkLst>
        </pc:spChg>
        <pc:spChg chg="add del mod">
          <ac:chgData name="진관 정" userId="f8975a598298c7d0" providerId="LiveId" clId="{FF4BAB45-1BC0-415A-8A81-AD9DC51D4827}" dt="2026-08-10T08:09:13.742" v="4306" actId="478"/>
          <ac:spMkLst>
            <pc:docMk/>
            <pc:sldMk cId="0" sldId="259"/>
            <ac:spMk id="45" creationId="{84A4E875-D43A-1916-F269-A6209F42A0F5}"/>
          </ac:spMkLst>
        </pc:spChg>
        <pc:spChg chg="add del">
          <ac:chgData name="진관 정" userId="f8975a598298c7d0" providerId="LiveId" clId="{FF4BAB45-1BC0-415A-8A81-AD9DC51D4827}" dt="2026-08-10T08:09:13.742" v="4306" actId="478"/>
          <ac:spMkLst>
            <pc:docMk/>
            <pc:sldMk cId="0" sldId="259"/>
            <ac:spMk id="47" creationId="{7A21D687-BD0A-007F-78CD-917B4F69080D}"/>
          </ac:spMkLst>
        </pc:spChg>
        <pc:spChg chg="add del">
          <ac:chgData name="진관 정" userId="f8975a598298c7d0" providerId="LiveId" clId="{FF4BAB45-1BC0-415A-8A81-AD9DC51D4827}" dt="2026-08-10T08:09:13.742" v="4306" actId="478"/>
          <ac:spMkLst>
            <pc:docMk/>
            <pc:sldMk cId="0" sldId="259"/>
            <ac:spMk id="49" creationId="{C48C21AF-D4B8-69AB-60B0-B7F979875C67}"/>
          </ac:spMkLst>
        </pc:spChg>
        <pc:spChg chg="add del">
          <ac:chgData name="진관 정" userId="f8975a598298c7d0" providerId="LiveId" clId="{FF4BAB45-1BC0-415A-8A81-AD9DC51D4827}" dt="2026-08-10T08:09:13.742" v="4306" actId="478"/>
          <ac:spMkLst>
            <pc:docMk/>
            <pc:sldMk cId="0" sldId="259"/>
            <ac:spMk id="51" creationId="{68AC51F2-3BAE-5ED1-6FB2-29116083209F}"/>
          </ac:spMkLst>
        </pc:spChg>
        <pc:spChg chg="mod topLvl">
          <ac:chgData name="진관 정" userId="f8975a598298c7d0" providerId="LiveId" clId="{FF4BAB45-1BC0-415A-8A81-AD9DC51D4827}" dt="2026-08-10T08:10:48.476" v="4392"/>
          <ac:spMkLst>
            <pc:docMk/>
            <pc:sldMk cId="0" sldId="259"/>
            <ac:spMk id="59" creationId="{4F73CC06-BD14-AC70-305A-9DD90E083679}"/>
          </ac:spMkLst>
        </pc:spChg>
        <pc:spChg chg="mod topLvl">
          <ac:chgData name="진관 정" userId="f8975a598298c7d0" providerId="LiveId" clId="{FF4BAB45-1BC0-415A-8A81-AD9DC51D4827}" dt="2026-08-10T08:10:19.209" v="4376" actId="165"/>
          <ac:spMkLst>
            <pc:docMk/>
            <pc:sldMk cId="0" sldId="259"/>
            <ac:spMk id="60" creationId="{C8521DF8-C9F7-036C-0DD1-2EA07AF6D9BA}"/>
          </ac:spMkLst>
        </pc:spChg>
        <pc:spChg chg="mod topLvl">
          <ac:chgData name="진관 정" userId="f8975a598298c7d0" providerId="LiveId" clId="{FF4BAB45-1BC0-415A-8A81-AD9DC51D4827}" dt="2026-08-10T08:10:38.448" v="4387" actId="5793"/>
          <ac:spMkLst>
            <pc:docMk/>
            <pc:sldMk cId="0" sldId="259"/>
            <ac:spMk id="61" creationId="{42115601-193D-DAFE-3893-773EB36B607B}"/>
          </ac:spMkLst>
        </pc:spChg>
        <pc:spChg chg="mod topLvl">
          <ac:chgData name="진관 정" userId="f8975a598298c7d0" providerId="LiveId" clId="{FF4BAB45-1BC0-415A-8A81-AD9DC51D4827}" dt="2026-08-10T08:13:32.643" v="4441" actId="21"/>
          <ac:spMkLst>
            <pc:docMk/>
            <pc:sldMk cId="0" sldId="259"/>
            <ac:spMk id="62" creationId="{445062EB-C945-B24A-EC51-6DF49E8E34F7}"/>
          </ac:spMkLst>
        </pc:spChg>
        <pc:spChg chg="mod topLvl">
          <ac:chgData name="진관 정" userId="f8975a598298c7d0" providerId="LiveId" clId="{FF4BAB45-1BC0-415A-8A81-AD9DC51D4827}" dt="2026-08-10T08:13:34.550" v="4443"/>
          <ac:spMkLst>
            <pc:docMk/>
            <pc:sldMk cId="0" sldId="259"/>
            <ac:spMk id="63" creationId="{3CFB0205-A1A5-8F78-C965-57F2E742C284}"/>
          </ac:spMkLst>
        </pc:spChg>
        <pc:spChg chg="mod topLvl">
          <ac:chgData name="진관 정" userId="f8975a598298c7d0" providerId="LiveId" clId="{FF4BAB45-1BC0-415A-8A81-AD9DC51D4827}" dt="2026-08-10T08:17:19.263" v="4687" actId="20577"/>
          <ac:spMkLst>
            <pc:docMk/>
            <pc:sldMk cId="0" sldId="259"/>
            <ac:spMk id="69" creationId="{60B1D488-6885-D129-7A23-74EB65E996D7}"/>
          </ac:spMkLst>
        </pc:spChg>
        <pc:spChg chg="mod topLvl">
          <ac:chgData name="진관 정" userId="f8975a598298c7d0" providerId="LiveId" clId="{FF4BAB45-1BC0-415A-8A81-AD9DC51D4827}" dt="2026-08-10T08:16:51.984" v="4675" actId="6549"/>
          <ac:spMkLst>
            <pc:docMk/>
            <pc:sldMk cId="0" sldId="259"/>
            <ac:spMk id="70" creationId="{BAB6D231-8874-BA1C-ABD1-707DB959FB66}"/>
          </ac:spMkLst>
        </pc:spChg>
        <pc:spChg chg="mod topLvl">
          <ac:chgData name="진관 정" userId="f8975a598298c7d0" providerId="LiveId" clId="{FF4BAB45-1BC0-415A-8A81-AD9DC51D4827}" dt="2026-08-10T08:16:47.484" v="4673" actId="20577"/>
          <ac:spMkLst>
            <pc:docMk/>
            <pc:sldMk cId="0" sldId="259"/>
            <ac:spMk id="71" creationId="{BD09630F-49BA-73D4-047C-DC1C49FEA3BB}"/>
          </ac:spMkLst>
        </pc:spChg>
        <pc:spChg chg="mod topLvl">
          <ac:chgData name="진관 정" userId="f8975a598298c7d0" providerId="LiveId" clId="{FF4BAB45-1BC0-415A-8A81-AD9DC51D4827}" dt="2026-08-10T08:17:08.851" v="4683" actId="20577"/>
          <ac:spMkLst>
            <pc:docMk/>
            <pc:sldMk cId="0" sldId="259"/>
            <ac:spMk id="72" creationId="{134C3106-EEB6-F94E-C192-14C65717F7BF}"/>
          </ac:spMkLst>
        </pc:spChg>
        <pc:spChg chg="mod topLvl">
          <ac:chgData name="진관 정" userId="f8975a598298c7d0" providerId="LiveId" clId="{FF4BAB45-1BC0-415A-8A81-AD9DC51D4827}" dt="2026-08-10T08:10:19.209" v="4376" actId="165"/>
          <ac:spMkLst>
            <pc:docMk/>
            <pc:sldMk cId="0" sldId="259"/>
            <ac:spMk id="73" creationId="{1133F100-43D0-E4DC-C68C-9775F0699C03}"/>
          </ac:spMkLst>
        </pc:spChg>
        <pc:spChg chg="mod">
          <ac:chgData name="진관 정" userId="f8975a598298c7d0" providerId="LiveId" clId="{FF4BAB45-1BC0-415A-8A81-AD9DC51D4827}" dt="2026-08-10T08:11:53.854" v="4425" actId="20577"/>
          <ac:spMkLst>
            <pc:docMk/>
            <pc:sldMk cId="0" sldId="259"/>
            <ac:spMk id="77" creationId="{60BA9305-33B5-2D4C-722A-78D35B74E89C}"/>
          </ac:spMkLst>
        </pc:spChg>
        <pc:grpChg chg="mod">
          <ac:chgData name="진관 정" userId="f8975a598298c7d0" providerId="LiveId" clId="{FF4BAB45-1BC0-415A-8A81-AD9DC51D4827}" dt="2026-08-10T08:10:17.897" v="4375" actId="1035"/>
          <ac:grpSpMkLst>
            <pc:docMk/>
            <pc:sldMk cId="0" sldId="259"/>
            <ac:grpSpMk id="52" creationId="{FE204140-6EB1-7CED-5128-7C91849F8934}"/>
          </ac:grpSpMkLst>
        </pc:grpChg>
        <pc:picChg chg="add del">
          <ac:chgData name="진관 정" userId="f8975a598298c7d0" providerId="LiveId" clId="{FF4BAB45-1BC0-415A-8A81-AD9DC51D4827}" dt="2026-08-10T08:06:06.252" v="4290" actId="478"/>
          <ac:picMkLst>
            <pc:docMk/>
            <pc:sldMk cId="0" sldId="259"/>
            <ac:picMk id="5" creationId="{00000000-0000-0000-0000-000000000000}"/>
          </ac:picMkLst>
        </pc:picChg>
        <pc:picChg chg="del">
          <ac:chgData name="진관 정" userId="f8975a598298c7d0" providerId="LiveId" clId="{FF4BAB45-1BC0-415A-8A81-AD9DC51D4827}" dt="2026-08-10T08:06:08.367" v="4291" actId="478"/>
          <ac:picMkLst>
            <pc:docMk/>
            <pc:sldMk cId="0" sldId="259"/>
            <ac:picMk id="6" creationId="{00000000-0000-0000-0000-000000000000}"/>
          </ac:picMkLst>
        </pc:picChg>
        <pc:picChg chg="del">
          <ac:chgData name="진관 정" userId="f8975a598298c7d0" providerId="LiveId" clId="{FF4BAB45-1BC0-415A-8A81-AD9DC51D4827}" dt="2026-08-10T08:06:08.367" v="4291" actId="478"/>
          <ac:picMkLst>
            <pc:docMk/>
            <pc:sldMk cId="0" sldId="259"/>
            <ac:picMk id="7" creationId="{00000000-0000-0000-0000-000000000000}"/>
          </ac:picMkLst>
        </pc:picChg>
        <pc:picChg chg="del">
          <ac:chgData name="진관 정" userId="f8975a598298c7d0" providerId="LiveId" clId="{FF4BAB45-1BC0-415A-8A81-AD9DC51D4827}" dt="2026-08-10T08:06:08.367" v="4291" actId="478"/>
          <ac:picMkLst>
            <pc:docMk/>
            <pc:sldMk cId="0" sldId="259"/>
            <ac:picMk id="8" creationId="{00000000-0000-0000-0000-000000000000}"/>
          </ac:picMkLst>
        </pc:picChg>
        <pc:picChg chg="mod">
          <ac:chgData name="진관 정" userId="f8975a598298c7d0" providerId="LiveId" clId="{FF4BAB45-1BC0-415A-8A81-AD9DC51D4827}" dt="2026-08-10T05:27:29.336" v="57" actId="14100"/>
          <ac:picMkLst>
            <pc:docMk/>
            <pc:sldMk cId="0" sldId="259"/>
            <ac:picMk id="15" creationId="{DE893B68-F86E-AA8C-D139-3F25011ACC34}"/>
          </ac:picMkLst>
        </pc:picChg>
        <pc:picChg chg="del">
          <ac:chgData name="진관 정" userId="f8975a598298c7d0" providerId="LiveId" clId="{FF4BAB45-1BC0-415A-8A81-AD9DC51D4827}" dt="2026-08-10T08:09:13.742" v="4306" actId="478"/>
          <ac:picMkLst>
            <pc:docMk/>
            <pc:sldMk cId="0" sldId="259"/>
            <ac:picMk id="17" creationId="{E1DDC447-9321-196B-2848-C69FB9D9F1A3}"/>
          </ac:picMkLst>
        </pc:picChg>
        <pc:picChg chg="del">
          <ac:chgData name="진관 정" userId="f8975a598298c7d0" providerId="LiveId" clId="{FF4BAB45-1BC0-415A-8A81-AD9DC51D4827}" dt="2026-08-10T08:06:13.331" v="4293" actId="478"/>
          <ac:picMkLst>
            <pc:docMk/>
            <pc:sldMk cId="0" sldId="259"/>
            <ac:picMk id="19" creationId="{FB5A7D1C-3422-2A28-FA07-7B2687684BA5}"/>
          </ac:picMkLst>
        </pc:picChg>
        <pc:picChg chg="del">
          <ac:chgData name="진관 정" userId="f8975a598298c7d0" providerId="LiveId" clId="{FF4BAB45-1BC0-415A-8A81-AD9DC51D4827}" dt="2026-08-10T08:09:13.742" v="4306" actId="478"/>
          <ac:picMkLst>
            <pc:docMk/>
            <pc:sldMk cId="0" sldId="259"/>
            <ac:picMk id="23" creationId="{FFA92A8E-6E06-C6FB-91B0-C17612CCE834}"/>
          </ac:picMkLst>
        </pc:picChg>
        <pc:picChg chg="add">
          <ac:chgData name="진관 정" userId="f8975a598298c7d0" providerId="LiveId" clId="{FF4BAB45-1BC0-415A-8A81-AD9DC51D4827}" dt="2026-08-10T08:06:09.249" v="4292" actId="22"/>
          <ac:picMkLst>
            <pc:docMk/>
            <pc:sldMk cId="0" sldId="259"/>
            <ac:picMk id="25" creationId="{A66CFFEA-26FA-9547-0ED6-926D302C943C}"/>
          </ac:picMkLst>
        </pc:picChg>
        <pc:picChg chg="add del">
          <ac:chgData name="진관 정" userId="f8975a598298c7d0" providerId="LiveId" clId="{FF4BAB45-1BC0-415A-8A81-AD9DC51D4827}" dt="2026-08-10T08:09:13.742" v="4306" actId="478"/>
          <ac:picMkLst>
            <pc:docMk/>
            <pc:sldMk cId="0" sldId="259"/>
            <ac:picMk id="27" creationId="{FEB467FF-CECA-0E9C-171F-3795BF29A7DC}"/>
          </ac:picMkLst>
        </pc:picChg>
        <pc:picChg chg="add del">
          <ac:chgData name="진관 정" userId="f8975a598298c7d0" providerId="LiveId" clId="{FF4BAB45-1BC0-415A-8A81-AD9DC51D4827}" dt="2026-08-10T08:09:13.742" v="4306" actId="478"/>
          <ac:picMkLst>
            <pc:docMk/>
            <pc:sldMk cId="0" sldId="259"/>
            <ac:picMk id="35" creationId="{2DD522DA-048A-F245-FC3B-E8D64006A6C8}"/>
          </ac:picMkLst>
        </pc:picChg>
        <pc:picChg chg="del">
          <ac:chgData name="진관 정" userId="f8975a598298c7d0" providerId="LiveId" clId="{FF4BAB45-1BC0-415A-8A81-AD9DC51D4827}" dt="2026-08-10T08:09:13.742" v="4306" actId="478"/>
          <ac:picMkLst>
            <pc:docMk/>
            <pc:sldMk cId="0" sldId="259"/>
            <ac:picMk id="37" creationId="{8D4C3BB3-15D9-FD4F-2EA6-8982B04B00B3}"/>
          </ac:picMkLst>
        </pc:picChg>
        <pc:picChg chg="add">
          <ac:chgData name="진관 정" userId="f8975a598298c7d0" providerId="LiveId" clId="{FF4BAB45-1BC0-415A-8A81-AD9DC51D4827}" dt="2026-08-10T08:06:09.249" v="4292" actId="22"/>
          <ac:picMkLst>
            <pc:docMk/>
            <pc:sldMk cId="0" sldId="259"/>
            <ac:picMk id="39" creationId="{4ABBA994-9240-278E-DA3C-798B1357017D}"/>
          </ac:picMkLst>
        </pc:picChg>
        <pc:picChg chg="mod">
          <ac:chgData name="진관 정" userId="f8975a598298c7d0" providerId="LiveId" clId="{FF4BAB45-1BC0-415A-8A81-AD9DC51D4827}" dt="2026-08-10T08:13:24.695" v="4435" actId="1076"/>
          <ac:picMkLst>
            <pc:docMk/>
            <pc:sldMk cId="0" sldId="259"/>
            <ac:picMk id="53" creationId="{E085C4A5-845B-B321-C0A2-3F72BEB6915C}"/>
          </ac:picMkLst>
        </pc:picChg>
      </pc:sldChg>
      <pc:sldChg chg="add del">
        <pc:chgData name="진관 정" userId="f8975a598298c7d0" providerId="LiveId" clId="{FF4BAB45-1BC0-415A-8A81-AD9DC51D4827}" dt="2026-08-10T05:25:14.408" v="7" actId="47"/>
        <pc:sldMkLst>
          <pc:docMk/>
          <pc:sldMk cId="0" sldId="260"/>
        </pc:sldMkLst>
      </pc:sldChg>
      <pc:sldChg chg="add del">
        <pc:chgData name="진관 정" userId="f8975a598298c7d0" providerId="LiveId" clId="{FF4BAB45-1BC0-415A-8A81-AD9DC51D4827}" dt="2026-08-10T05:25:14.408" v="7" actId="47"/>
        <pc:sldMkLst>
          <pc:docMk/>
          <pc:sldMk cId="0" sldId="261"/>
        </pc:sldMkLst>
      </pc:sldChg>
      <pc:sldChg chg="add del">
        <pc:chgData name="진관 정" userId="f8975a598298c7d0" providerId="LiveId" clId="{FF4BAB45-1BC0-415A-8A81-AD9DC51D4827}" dt="2026-08-10T05:25:14.408" v="7" actId="47"/>
        <pc:sldMkLst>
          <pc:docMk/>
          <pc:sldMk cId="0" sldId="262"/>
        </pc:sldMkLst>
      </pc:sldChg>
      <pc:sldChg chg="addSp delSp modSp add del mod ord">
        <pc:chgData name="진관 정" userId="f8975a598298c7d0" providerId="LiveId" clId="{FF4BAB45-1BC0-415A-8A81-AD9DC51D4827}" dt="2026-08-10T06:55:01.673" v="1380" actId="47"/>
        <pc:sldMkLst>
          <pc:docMk/>
          <pc:sldMk cId="0" sldId="263"/>
        </pc:sldMkLst>
        <pc:spChg chg="del">
          <ac:chgData name="진관 정" userId="f8975a598298c7d0" providerId="LiveId" clId="{FF4BAB45-1BC0-415A-8A81-AD9DC51D4827}" dt="2026-08-10T05:30:14.232" v="90" actId="478"/>
          <ac:spMkLst>
            <pc:docMk/>
            <pc:sldMk cId="0" sldId="263"/>
            <ac:spMk id="21" creationId="{00000000-0000-0000-0000-000000000000}"/>
          </ac:spMkLst>
        </pc:spChg>
        <pc:spChg chg="del mod">
          <ac:chgData name="진관 정" userId="f8975a598298c7d0" providerId="LiveId" clId="{FF4BAB45-1BC0-415A-8A81-AD9DC51D4827}" dt="2026-08-10T06:24:16.029" v="698" actId="478"/>
          <ac:spMkLst>
            <pc:docMk/>
            <pc:sldMk cId="0" sldId="263"/>
            <ac:spMk id="22" creationId="{00000000-0000-0000-0000-000000000000}"/>
          </ac:spMkLst>
        </pc:spChg>
        <pc:spChg chg="mod">
          <ac:chgData name="진관 정" userId="f8975a598298c7d0" providerId="LiveId" clId="{FF4BAB45-1BC0-415A-8A81-AD9DC51D4827}" dt="2026-08-10T06:29:05.569" v="830" actId="20577"/>
          <ac:spMkLst>
            <pc:docMk/>
            <pc:sldMk cId="0" sldId="263"/>
            <ac:spMk id="23" creationId="{00000000-0000-0000-0000-000000000000}"/>
          </ac:spMkLst>
        </pc:spChg>
        <pc:spChg chg="del mod">
          <ac:chgData name="진관 정" userId="f8975a598298c7d0" providerId="LiveId" clId="{FF4BAB45-1BC0-415A-8A81-AD9DC51D4827}" dt="2026-08-10T05:29:21.764" v="72" actId="478"/>
          <ac:spMkLst>
            <pc:docMk/>
            <pc:sldMk cId="0" sldId="263"/>
            <ac:spMk id="24" creationId="{00000000-0000-0000-0000-000000000000}"/>
          </ac:spMkLst>
        </pc:spChg>
        <pc:spChg chg="mod">
          <ac:chgData name="진관 정" userId="f8975a598298c7d0" providerId="LiveId" clId="{FF4BAB45-1BC0-415A-8A81-AD9DC51D4827}" dt="2026-08-10T05:37:49.805" v="316"/>
          <ac:spMkLst>
            <pc:docMk/>
            <pc:sldMk cId="0" sldId="263"/>
            <ac:spMk id="25" creationId="{00000000-0000-0000-0000-000000000000}"/>
          </ac:spMkLst>
        </pc:spChg>
        <pc:spChg chg="del">
          <ac:chgData name="진관 정" userId="f8975a598298c7d0" providerId="LiveId" clId="{FF4BAB45-1BC0-415A-8A81-AD9DC51D4827}" dt="2026-08-10T05:30:11.128" v="88" actId="478"/>
          <ac:spMkLst>
            <pc:docMk/>
            <pc:sldMk cId="0" sldId="263"/>
            <ac:spMk id="26" creationId="{00000000-0000-0000-0000-000000000000}"/>
          </ac:spMkLst>
        </pc:spChg>
        <pc:spChg chg="del mod">
          <ac:chgData name="진관 정" userId="f8975a598298c7d0" providerId="LiveId" clId="{FF4BAB45-1BC0-415A-8A81-AD9DC51D4827}" dt="2026-08-10T06:37:15.107" v="962" actId="478"/>
          <ac:spMkLst>
            <pc:docMk/>
            <pc:sldMk cId="0" sldId="263"/>
            <ac:spMk id="27" creationId="{00000000-0000-0000-0000-000000000000}"/>
          </ac:spMkLst>
        </pc:spChg>
        <pc:spChg chg="del mod">
          <ac:chgData name="진관 정" userId="f8975a598298c7d0" providerId="LiveId" clId="{FF4BAB45-1BC0-415A-8A81-AD9DC51D4827}" dt="2026-08-10T06:37:15.107" v="962" actId="478"/>
          <ac:spMkLst>
            <pc:docMk/>
            <pc:sldMk cId="0" sldId="263"/>
            <ac:spMk id="28" creationId="{00000000-0000-0000-0000-000000000000}"/>
          </ac:spMkLst>
        </pc:spChg>
        <pc:spChg chg="del">
          <ac:chgData name="진관 정" userId="f8975a598298c7d0" providerId="LiveId" clId="{FF4BAB45-1BC0-415A-8A81-AD9DC51D4827}" dt="2026-08-10T05:30:12.755" v="89" actId="478"/>
          <ac:spMkLst>
            <pc:docMk/>
            <pc:sldMk cId="0" sldId="263"/>
            <ac:spMk id="29" creationId="{00000000-0000-0000-0000-000000000000}"/>
          </ac:spMkLst>
        </pc:spChg>
        <pc:spChg chg="del mod">
          <ac:chgData name="진관 정" userId="f8975a598298c7d0" providerId="LiveId" clId="{FF4BAB45-1BC0-415A-8A81-AD9DC51D4827}" dt="2026-08-10T06:23:25.889" v="675" actId="478"/>
          <ac:spMkLst>
            <pc:docMk/>
            <pc:sldMk cId="0" sldId="263"/>
            <ac:spMk id="30" creationId="{00000000-0000-0000-0000-000000000000}"/>
          </ac:spMkLst>
        </pc:spChg>
        <pc:spChg chg="del mod">
          <ac:chgData name="진관 정" userId="f8975a598298c7d0" providerId="LiveId" clId="{FF4BAB45-1BC0-415A-8A81-AD9DC51D4827}" dt="2026-08-10T06:37:15.107" v="962" actId="478"/>
          <ac:spMkLst>
            <pc:docMk/>
            <pc:sldMk cId="0" sldId="263"/>
            <ac:spMk id="31" creationId="{00000000-0000-0000-0000-000000000000}"/>
          </ac:spMkLst>
        </pc:spChg>
        <pc:spChg chg="del">
          <ac:chgData name="진관 정" userId="f8975a598298c7d0" providerId="LiveId" clId="{FF4BAB45-1BC0-415A-8A81-AD9DC51D4827}" dt="2026-08-10T05:30:15.313" v="91" actId="478"/>
          <ac:spMkLst>
            <pc:docMk/>
            <pc:sldMk cId="0" sldId="263"/>
            <ac:spMk id="32" creationId="{00000000-0000-0000-0000-000000000000}"/>
          </ac:spMkLst>
        </pc:spChg>
        <pc:spChg chg="del mod">
          <ac:chgData name="진관 정" userId="f8975a598298c7d0" providerId="LiveId" clId="{FF4BAB45-1BC0-415A-8A81-AD9DC51D4827}" dt="2026-08-10T06:26:16.207" v="732" actId="478"/>
          <ac:spMkLst>
            <pc:docMk/>
            <pc:sldMk cId="0" sldId="263"/>
            <ac:spMk id="33" creationId="{00000000-0000-0000-0000-000000000000}"/>
          </ac:spMkLst>
        </pc:spChg>
        <pc:spChg chg="del mod">
          <ac:chgData name="진관 정" userId="f8975a598298c7d0" providerId="LiveId" clId="{FF4BAB45-1BC0-415A-8A81-AD9DC51D4827}" dt="2026-08-10T06:37:15.107" v="962" actId="478"/>
          <ac:spMkLst>
            <pc:docMk/>
            <pc:sldMk cId="0" sldId="263"/>
            <ac:spMk id="34" creationId="{00000000-0000-0000-0000-000000000000}"/>
          </ac:spMkLst>
        </pc:spChg>
        <pc:spChg chg="add del">
          <ac:chgData name="진관 정" userId="f8975a598298c7d0" providerId="LiveId" clId="{FF4BAB45-1BC0-415A-8A81-AD9DC51D4827}" dt="2026-08-10T05:29:16.753" v="71" actId="22"/>
          <ac:spMkLst>
            <pc:docMk/>
            <pc:sldMk cId="0" sldId="263"/>
            <ac:spMk id="40" creationId="{83BDB326-7BB2-B3D7-4808-EEEFB14642DC}"/>
          </ac:spMkLst>
        </pc:spChg>
        <pc:spChg chg="add mod">
          <ac:chgData name="진관 정" userId="f8975a598298c7d0" providerId="LiveId" clId="{FF4BAB45-1BC0-415A-8A81-AD9DC51D4827}" dt="2026-08-10T05:31:37.074" v="182" actId="2711"/>
          <ac:spMkLst>
            <pc:docMk/>
            <pc:sldMk cId="0" sldId="263"/>
            <ac:spMk id="42" creationId="{62062D19-6652-3F79-CF00-0F420614773C}"/>
          </ac:spMkLst>
        </pc:spChg>
        <pc:spChg chg="add mod">
          <ac:chgData name="진관 정" userId="f8975a598298c7d0" providerId="LiveId" clId="{FF4BAB45-1BC0-415A-8A81-AD9DC51D4827}" dt="2026-08-10T05:34:18.605" v="269" actId="571"/>
          <ac:spMkLst>
            <pc:docMk/>
            <pc:sldMk cId="0" sldId="263"/>
            <ac:spMk id="44" creationId="{5C1694F7-6F50-9E2C-B541-75C15657AD39}"/>
          </ac:spMkLst>
        </pc:spChg>
        <pc:spChg chg="add mod">
          <ac:chgData name="진관 정" userId="f8975a598298c7d0" providerId="LiveId" clId="{FF4BAB45-1BC0-415A-8A81-AD9DC51D4827}" dt="2026-08-10T05:34:18.605" v="269" actId="571"/>
          <ac:spMkLst>
            <pc:docMk/>
            <pc:sldMk cId="0" sldId="263"/>
            <ac:spMk id="45" creationId="{25F26621-B5B7-E79F-B59C-028F8EBBAFC5}"/>
          </ac:spMkLst>
        </pc:spChg>
        <pc:spChg chg="add mod">
          <ac:chgData name="진관 정" userId="f8975a598298c7d0" providerId="LiveId" clId="{FF4BAB45-1BC0-415A-8A81-AD9DC51D4827}" dt="2026-08-10T05:34:38.416" v="271" actId="571"/>
          <ac:spMkLst>
            <pc:docMk/>
            <pc:sldMk cId="0" sldId="263"/>
            <ac:spMk id="47" creationId="{C626E1BD-C1FE-4F4E-90B3-F1B96825E720}"/>
          </ac:spMkLst>
        </pc:spChg>
        <pc:spChg chg="add mod">
          <ac:chgData name="진관 정" userId="f8975a598298c7d0" providerId="LiveId" clId="{FF4BAB45-1BC0-415A-8A81-AD9DC51D4827}" dt="2026-08-10T05:34:38.416" v="271" actId="571"/>
          <ac:spMkLst>
            <pc:docMk/>
            <pc:sldMk cId="0" sldId="263"/>
            <ac:spMk id="48" creationId="{3F78CC69-91EF-DF14-8F59-06C589FE6B1A}"/>
          </ac:spMkLst>
        </pc:spChg>
        <pc:spChg chg="add mod">
          <ac:chgData name="진관 정" userId="f8975a598298c7d0" providerId="LiveId" clId="{FF4BAB45-1BC0-415A-8A81-AD9DC51D4827}" dt="2026-08-10T06:23:30.743" v="677" actId="571"/>
          <ac:spMkLst>
            <pc:docMk/>
            <pc:sldMk cId="0" sldId="263"/>
            <ac:spMk id="62" creationId="{06CA9000-EA71-86EC-E3EA-B0C22E9C7DA7}"/>
          </ac:spMkLst>
        </pc:spChg>
        <pc:spChg chg="add mod">
          <ac:chgData name="진관 정" userId="f8975a598298c7d0" providerId="LiveId" clId="{FF4BAB45-1BC0-415A-8A81-AD9DC51D4827}" dt="2026-08-10T06:23:33.684" v="679" actId="571"/>
          <ac:spMkLst>
            <pc:docMk/>
            <pc:sldMk cId="0" sldId="263"/>
            <ac:spMk id="64" creationId="{C0992B9B-CCDA-196D-81D5-4DD952C44896}"/>
          </ac:spMkLst>
        </pc:spChg>
        <pc:spChg chg="add del mod">
          <ac:chgData name="진관 정" userId="f8975a598298c7d0" providerId="LiveId" clId="{FF4BAB45-1BC0-415A-8A81-AD9DC51D4827}" dt="2026-08-10T06:23:51.141" v="690" actId="22"/>
          <ac:spMkLst>
            <pc:docMk/>
            <pc:sldMk cId="0" sldId="263"/>
            <ac:spMk id="66" creationId="{B1380E2C-866A-E185-CCE1-9D50B216B16D}"/>
          </ac:spMkLst>
        </pc:spChg>
        <pc:spChg chg="add mod">
          <ac:chgData name="진관 정" userId="f8975a598298c7d0" providerId="LiveId" clId="{FF4BAB45-1BC0-415A-8A81-AD9DC51D4827}" dt="2026-08-10T06:23:54.898" v="692" actId="571"/>
          <ac:spMkLst>
            <pc:docMk/>
            <pc:sldMk cId="0" sldId="263"/>
            <ac:spMk id="67" creationId="{94B22881-2A5F-5CD2-DA0E-0560E3324E77}"/>
          </ac:spMkLst>
        </pc:spChg>
        <pc:spChg chg="add mod">
          <ac:chgData name="진관 정" userId="f8975a598298c7d0" providerId="LiveId" clId="{FF4BAB45-1BC0-415A-8A81-AD9DC51D4827}" dt="2026-08-10T06:23:58.481" v="694" actId="571"/>
          <ac:spMkLst>
            <pc:docMk/>
            <pc:sldMk cId="0" sldId="263"/>
            <ac:spMk id="68" creationId="{7FCEF59A-3C82-7076-7BC0-8ECE4D9EB153}"/>
          </ac:spMkLst>
        </pc:spChg>
        <pc:spChg chg="add del mod">
          <ac:chgData name="진관 정" userId="f8975a598298c7d0" providerId="LiveId" clId="{FF4BAB45-1BC0-415A-8A81-AD9DC51D4827}" dt="2026-08-10T06:37:15.107" v="962" actId="478"/>
          <ac:spMkLst>
            <pc:docMk/>
            <pc:sldMk cId="0" sldId="263"/>
            <ac:spMk id="69" creationId="{D895987A-4339-F683-DC44-0B4E92FF2640}"/>
          </ac:spMkLst>
        </pc:spChg>
        <pc:spChg chg="add del mod">
          <ac:chgData name="진관 정" userId="f8975a598298c7d0" providerId="LiveId" clId="{FF4BAB45-1BC0-415A-8A81-AD9DC51D4827}" dt="2026-08-10T06:37:15.107" v="962" actId="478"/>
          <ac:spMkLst>
            <pc:docMk/>
            <pc:sldMk cId="0" sldId="263"/>
            <ac:spMk id="70" creationId="{2ACE1D98-56B5-4771-F604-E03BFB1CEE2D}"/>
          </ac:spMkLst>
        </pc:spChg>
        <pc:spChg chg="add mod">
          <ac:chgData name="진관 정" userId="f8975a598298c7d0" providerId="LiveId" clId="{FF4BAB45-1BC0-415A-8A81-AD9DC51D4827}" dt="2026-08-10T06:24:19.156" v="700" actId="571"/>
          <ac:spMkLst>
            <pc:docMk/>
            <pc:sldMk cId="0" sldId="263"/>
            <ac:spMk id="71" creationId="{ECC82FC8-D14D-CC89-6F60-C1F91F5B5F40}"/>
          </ac:spMkLst>
        </pc:spChg>
        <pc:spChg chg="add del mod">
          <ac:chgData name="진관 정" userId="f8975a598298c7d0" providerId="LiveId" clId="{FF4BAB45-1BC0-415A-8A81-AD9DC51D4827}" dt="2026-08-10T06:37:15.107" v="962" actId="478"/>
          <ac:spMkLst>
            <pc:docMk/>
            <pc:sldMk cId="0" sldId="263"/>
            <ac:spMk id="72" creationId="{8CFF03E4-3883-350A-4E47-FFC6CB474EEE}"/>
          </ac:spMkLst>
        </pc:spChg>
        <pc:spChg chg="add del mod">
          <ac:chgData name="진관 정" userId="f8975a598298c7d0" providerId="LiveId" clId="{FF4BAB45-1BC0-415A-8A81-AD9DC51D4827}" dt="2026-08-10T06:37:15.107" v="962" actId="478"/>
          <ac:spMkLst>
            <pc:docMk/>
            <pc:sldMk cId="0" sldId="263"/>
            <ac:spMk id="73" creationId="{6E39A0B4-AD65-C0D7-08E8-B629DB8667E3}"/>
          </ac:spMkLst>
        </pc:spChg>
        <pc:spChg chg="add del mod">
          <ac:chgData name="진관 정" userId="f8975a598298c7d0" providerId="LiveId" clId="{FF4BAB45-1BC0-415A-8A81-AD9DC51D4827}" dt="2026-08-10T06:37:15.107" v="962" actId="478"/>
          <ac:spMkLst>
            <pc:docMk/>
            <pc:sldMk cId="0" sldId="263"/>
            <ac:spMk id="74" creationId="{9A18D9C6-E02B-1153-AE92-3C19D00FC356}"/>
          </ac:spMkLst>
        </pc:spChg>
        <pc:spChg chg="add del mod">
          <ac:chgData name="진관 정" userId="f8975a598298c7d0" providerId="LiveId" clId="{FF4BAB45-1BC0-415A-8A81-AD9DC51D4827}" dt="2026-08-10T06:37:15.107" v="962" actId="478"/>
          <ac:spMkLst>
            <pc:docMk/>
            <pc:sldMk cId="0" sldId="263"/>
            <ac:spMk id="75" creationId="{9938A809-C438-1601-ED02-ACC070F93381}"/>
          </ac:spMkLst>
        </pc:spChg>
        <pc:spChg chg="add mod">
          <ac:chgData name="진관 정" userId="f8975a598298c7d0" providerId="LiveId" clId="{FF4BAB45-1BC0-415A-8A81-AD9DC51D4827}" dt="2026-08-10T06:32:27.893" v="912" actId="571"/>
          <ac:spMkLst>
            <pc:docMk/>
            <pc:sldMk cId="0" sldId="263"/>
            <ac:spMk id="76" creationId="{4055CE74-BD26-DAC3-504B-3ECDAD097881}"/>
          </ac:spMkLst>
        </pc:spChg>
        <pc:spChg chg="add mod topLvl">
          <ac:chgData name="진관 정" userId="f8975a598298c7d0" providerId="LiveId" clId="{FF4BAB45-1BC0-415A-8A81-AD9DC51D4827}" dt="2026-08-10T06:43:45.143" v="1118" actId="1037"/>
          <ac:spMkLst>
            <pc:docMk/>
            <pc:sldMk cId="0" sldId="263"/>
            <ac:spMk id="104" creationId="{CB398CEB-969B-A217-D37F-704776093B34}"/>
          </ac:spMkLst>
        </pc:spChg>
        <pc:spChg chg="add del mod topLvl">
          <ac:chgData name="진관 정" userId="f8975a598298c7d0" providerId="LiveId" clId="{FF4BAB45-1BC0-415A-8A81-AD9DC51D4827}" dt="2026-08-10T06:43:45.143" v="1118" actId="1037"/>
          <ac:spMkLst>
            <pc:docMk/>
            <pc:sldMk cId="0" sldId="263"/>
            <ac:spMk id="106" creationId="{20C57935-2D74-B61B-4BEC-F6AE81635C6A}"/>
          </ac:spMkLst>
        </pc:spChg>
        <pc:spChg chg="add mod topLvl">
          <ac:chgData name="진관 정" userId="f8975a598298c7d0" providerId="LiveId" clId="{FF4BAB45-1BC0-415A-8A81-AD9DC51D4827}" dt="2026-08-10T06:43:45.143" v="1118" actId="1037"/>
          <ac:spMkLst>
            <pc:docMk/>
            <pc:sldMk cId="0" sldId="263"/>
            <ac:spMk id="108" creationId="{693CF8DD-9628-8FE9-EB2B-60A97AAB1171}"/>
          </ac:spMkLst>
        </pc:spChg>
        <pc:spChg chg="add mod topLvl">
          <ac:chgData name="진관 정" userId="f8975a598298c7d0" providerId="LiveId" clId="{FF4BAB45-1BC0-415A-8A81-AD9DC51D4827}" dt="2026-08-10T06:43:45.143" v="1118" actId="1037"/>
          <ac:spMkLst>
            <pc:docMk/>
            <pc:sldMk cId="0" sldId="263"/>
            <ac:spMk id="110" creationId="{852BC53A-6CB3-722B-98ED-9E1D9DDCF480}"/>
          </ac:spMkLst>
        </pc:spChg>
        <pc:spChg chg="add mod topLvl">
          <ac:chgData name="진관 정" userId="f8975a598298c7d0" providerId="LiveId" clId="{FF4BAB45-1BC0-415A-8A81-AD9DC51D4827}" dt="2026-08-10T06:43:45.143" v="1118" actId="1037"/>
          <ac:spMkLst>
            <pc:docMk/>
            <pc:sldMk cId="0" sldId="263"/>
            <ac:spMk id="112" creationId="{751F1738-AF26-BFCF-185A-67A07D41DD89}"/>
          </ac:spMkLst>
        </pc:spChg>
        <pc:spChg chg="add mod topLvl">
          <ac:chgData name="진관 정" userId="f8975a598298c7d0" providerId="LiveId" clId="{FF4BAB45-1BC0-415A-8A81-AD9DC51D4827}" dt="2026-08-10T06:43:48.250" v="1123" actId="1038"/>
          <ac:spMkLst>
            <pc:docMk/>
            <pc:sldMk cId="0" sldId="263"/>
            <ac:spMk id="123" creationId="{B9258E3E-00F8-D890-9E94-69F40AD3AD6F}"/>
          </ac:spMkLst>
        </pc:spChg>
        <pc:spChg chg="add mod topLvl">
          <ac:chgData name="진관 정" userId="f8975a598298c7d0" providerId="LiveId" clId="{FF4BAB45-1BC0-415A-8A81-AD9DC51D4827}" dt="2026-08-10T06:43:48.250" v="1123" actId="1038"/>
          <ac:spMkLst>
            <pc:docMk/>
            <pc:sldMk cId="0" sldId="263"/>
            <ac:spMk id="124" creationId="{C6AD2FD0-16B1-BC44-9DF9-02A2648954DF}"/>
          </ac:spMkLst>
        </pc:spChg>
        <pc:spChg chg="add mod topLvl">
          <ac:chgData name="진관 정" userId="f8975a598298c7d0" providerId="LiveId" clId="{FF4BAB45-1BC0-415A-8A81-AD9DC51D4827}" dt="2026-08-10T06:43:48.250" v="1123" actId="1038"/>
          <ac:spMkLst>
            <pc:docMk/>
            <pc:sldMk cId="0" sldId="263"/>
            <ac:spMk id="125" creationId="{56E97CC2-F274-6C64-5E20-13710E78B0D2}"/>
          </ac:spMkLst>
        </pc:spChg>
        <pc:spChg chg="add mod topLvl">
          <ac:chgData name="진관 정" userId="f8975a598298c7d0" providerId="LiveId" clId="{FF4BAB45-1BC0-415A-8A81-AD9DC51D4827}" dt="2026-08-10T06:43:48.250" v="1123" actId="1038"/>
          <ac:spMkLst>
            <pc:docMk/>
            <pc:sldMk cId="0" sldId="263"/>
            <ac:spMk id="126" creationId="{15A6AADA-DE44-04FD-D3A9-542C6EBA6837}"/>
          </ac:spMkLst>
        </pc:spChg>
        <pc:spChg chg="add mod topLvl">
          <ac:chgData name="진관 정" userId="f8975a598298c7d0" providerId="LiveId" clId="{FF4BAB45-1BC0-415A-8A81-AD9DC51D4827}" dt="2026-08-10T06:43:48.250" v="1123" actId="1038"/>
          <ac:spMkLst>
            <pc:docMk/>
            <pc:sldMk cId="0" sldId="263"/>
            <ac:spMk id="127" creationId="{5AA051A2-CF16-1B87-36AE-9F8A81146335}"/>
          </ac:spMkLst>
        </pc:spChg>
        <pc:grpChg chg="add mod">
          <ac:chgData name="진관 정" userId="f8975a598298c7d0" providerId="LiveId" clId="{FF4BAB45-1BC0-415A-8A81-AD9DC51D4827}" dt="2026-08-10T06:38:28.902" v="984" actId="164"/>
          <ac:grpSpMkLst>
            <pc:docMk/>
            <pc:sldMk cId="0" sldId="263"/>
            <ac:grpSpMk id="82" creationId="{F490AE4C-5748-CAE0-98B4-1379347D1671}"/>
          </ac:grpSpMkLst>
        </pc:grpChg>
        <pc:grpChg chg="mod">
          <ac:chgData name="진관 정" userId="f8975a598298c7d0" providerId="LiveId" clId="{FF4BAB45-1BC0-415A-8A81-AD9DC51D4827}" dt="2026-08-10T06:43:32.605" v="1112" actId="1076"/>
          <ac:grpSpMkLst>
            <pc:docMk/>
            <pc:sldMk cId="0" sldId="263"/>
            <ac:grpSpMk id="128" creationId="{E2D3A902-40A3-D297-DD15-2D4E78840416}"/>
          </ac:grpSpMkLst>
        </pc:grpChg>
        <pc:graphicFrameChg chg="add del mod modGraphic">
          <ac:chgData name="진관 정" userId="f8975a598298c7d0" providerId="LiveId" clId="{FF4BAB45-1BC0-415A-8A81-AD9DC51D4827}" dt="2026-08-10T06:37:43.602" v="968" actId="478"/>
          <ac:graphicFrameMkLst>
            <pc:docMk/>
            <pc:sldMk cId="0" sldId="263"/>
            <ac:graphicFrameMk id="77" creationId="{DD023255-57A8-BFA5-0264-8487C6A967CB}"/>
          </ac:graphicFrameMkLst>
        </pc:graphicFrameChg>
        <pc:picChg chg="mod">
          <ac:chgData name="진관 정" userId="f8975a598298c7d0" providerId="LiveId" clId="{FF4BAB45-1BC0-415A-8A81-AD9DC51D4827}" dt="2026-08-10T05:34:05.402" v="266" actId="1076"/>
          <ac:picMkLst>
            <pc:docMk/>
            <pc:sldMk cId="0" sldId="263"/>
            <ac:picMk id="2" creationId="{00000000-0000-0000-0000-000000000000}"/>
          </ac:picMkLst>
        </pc:picChg>
        <pc:picChg chg="add del mod">
          <ac:chgData name="진관 정" userId="f8975a598298c7d0" providerId="LiveId" clId="{FF4BAB45-1BC0-415A-8A81-AD9DC51D4827}" dt="2026-08-10T06:23:34.017" v="680" actId="1076"/>
          <ac:picMkLst>
            <pc:docMk/>
            <pc:sldMk cId="0" sldId="263"/>
            <ac:picMk id="3" creationId="{00000000-0000-0000-0000-000000000000}"/>
          </ac:picMkLst>
        </pc:picChg>
        <pc:picChg chg="add del">
          <ac:chgData name="진관 정" userId="f8975a598298c7d0" providerId="LiveId" clId="{FF4BAB45-1BC0-415A-8A81-AD9DC51D4827}" dt="2026-08-10T05:26:11.094" v="39" actId="478"/>
          <ac:picMkLst>
            <pc:docMk/>
            <pc:sldMk cId="0" sldId="263"/>
            <ac:picMk id="5" creationId="{00000000-0000-0000-0000-000000000000}"/>
          </ac:picMkLst>
        </pc:picChg>
        <pc:picChg chg="mod">
          <ac:chgData name="진관 정" userId="f8975a598298c7d0" providerId="LiveId" clId="{FF4BAB45-1BC0-415A-8A81-AD9DC51D4827}" dt="2026-08-10T06:25:36.236" v="724" actId="1076"/>
          <ac:picMkLst>
            <pc:docMk/>
            <pc:sldMk cId="0" sldId="263"/>
            <ac:picMk id="6" creationId="{00000000-0000-0000-0000-000000000000}"/>
          </ac:picMkLst>
        </pc:picChg>
        <pc:picChg chg="del">
          <ac:chgData name="진관 정" userId="f8975a598298c7d0" providerId="LiveId" clId="{FF4BAB45-1BC0-415A-8A81-AD9DC51D4827}" dt="2026-08-10T05:30:00.466" v="75" actId="478"/>
          <ac:picMkLst>
            <pc:docMk/>
            <pc:sldMk cId="0" sldId="263"/>
            <ac:picMk id="7" creationId="{00000000-0000-0000-0000-000000000000}"/>
          </ac:picMkLst>
        </pc:picChg>
        <pc:picChg chg="del">
          <ac:chgData name="진관 정" userId="f8975a598298c7d0" providerId="LiveId" clId="{FF4BAB45-1BC0-415A-8A81-AD9DC51D4827}" dt="2026-08-10T05:30:00.053" v="74" actId="478"/>
          <ac:picMkLst>
            <pc:docMk/>
            <pc:sldMk cId="0" sldId="263"/>
            <ac:picMk id="8" creationId="{00000000-0000-0000-0000-000000000000}"/>
          </ac:picMkLst>
        </pc:picChg>
        <pc:picChg chg="del">
          <ac:chgData name="진관 정" userId="f8975a598298c7d0" providerId="LiveId" clId="{FF4BAB45-1BC0-415A-8A81-AD9DC51D4827}" dt="2026-08-10T05:30:07.504" v="87" actId="478"/>
          <ac:picMkLst>
            <pc:docMk/>
            <pc:sldMk cId="0" sldId="263"/>
            <ac:picMk id="9" creationId="{00000000-0000-0000-0000-000000000000}"/>
          </ac:picMkLst>
        </pc:picChg>
        <pc:picChg chg="del">
          <ac:chgData name="진관 정" userId="f8975a598298c7d0" providerId="LiveId" clId="{FF4BAB45-1BC0-415A-8A81-AD9DC51D4827}" dt="2026-08-10T05:30:07.112" v="86" actId="478"/>
          <ac:picMkLst>
            <pc:docMk/>
            <pc:sldMk cId="0" sldId="263"/>
            <ac:picMk id="10" creationId="{00000000-0000-0000-0000-000000000000}"/>
          </ac:picMkLst>
        </pc:picChg>
        <pc:picChg chg="del">
          <ac:chgData name="진관 정" userId="f8975a598298c7d0" providerId="LiveId" clId="{FF4BAB45-1BC0-415A-8A81-AD9DC51D4827}" dt="2026-08-10T05:30:04.380" v="83" actId="478"/>
          <ac:picMkLst>
            <pc:docMk/>
            <pc:sldMk cId="0" sldId="263"/>
            <ac:picMk id="11" creationId="{00000000-0000-0000-0000-000000000000}"/>
          </ac:picMkLst>
        </pc:picChg>
        <pc:picChg chg="mod">
          <ac:chgData name="진관 정" userId="f8975a598298c7d0" providerId="LiveId" clId="{FF4BAB45-1BC0-415A-8A81-AD9DC51D4827}" dt="2026-08-10T06:25:48.749" v="729" actId="1076"/>
          <ac:picMkLst>
            <pc:docMk/>
            <pc:sldMk cId="0" sldId="263"/>
            <ac:picMk id="12" creationId="{00000000-0000-0000-0000-000000000000}"/>
          </ac:picMkLst>
        </pc:picChg>
        <pc:picChg chg="del">
          <ac:chgData name="진관 정" userId="f8975a598298c7d0" providerId="LiveId" clId="{FF4BAB45-1BC0-415A-8A81-AD9DC51D4827}" dt="2026-08-10T05:30:01.127" v="76" actId="478"/>
          <ac:picMkLst>
            <pc:docMk/>
            <pc:sldMk cId="0" sldId="263"/>
            <ac:picMk id="13" creationId="{00000000-0000-0000-0000-000000000000}"/>
          </ac:picMkLst>
        </pc:picChg>
        <pc:picChg chg="mod">
          <ac:chgData name="진관 정" userId="f8975a598298c7d0" providerId="LiveId" clId="{FF4BAB45-1BC0-415A-8A81-AD9DC51D4827}" dt="2026-08-10T06:06:04.437" v="633" actId="12788"/>
          <ac:picMkLst>
            <pc:docMk/>
            <pc:sldMk cId="0" sldId="263"/>
            <ac:picMk id="14" creationId="{00000000-0000-0000-0000-000000000000}"/>
          </ac:picMkLst>
        </pc:picChg>
        <pc:picChg chg="del">
          <ac:chgData name="진관 정" userId="f8975a598298c7d0" providerId="LiveId" clId="{FF4BAB45-1BC0-415A-8A81-AD9DC51D4827}" dt="2026-08-10T05:30:03.485" v="82" actId="478"/>
          <ac:picMkLst>
            <pc:docMk/>
            <pc:sldMk cId="0" sldId="263"/>
            <ac:picMk id="15" creationId="{00000000-0000-0000-0000-000000000000}"/>
          </ac:picMkLst>
        </pc:picChg>
        <pc:picChg chg="mod">
          <ac:chgData name="진관 정" userId="f8975a598298c7d0" providerId="LiveId" clId="{FF4BAB45-1BC0-415A-8A81-AD9DC51D4827}" dt="2026-08-10T06:29:28.897" v="876" actId="1076"/>
          <ac:picMkLst>
            <pc:docMk/>
            <pc:sldMk cId="0" sldId="263"/>
            <ac:picMk id="16" creationId="{00000000-0000-0000-0000-000000000000}"/>
          </ac:picMkLst>
        </pc:picChg>
        <pc:picChg chg="del mod">
          <ac:chgData name="진관 정" userId="f8975a598298c7d0" providerId="LiveId" clId="{FF4BAB45-1BC0-415A-8A81-AD9DC51D4827}" dt="2026-08-10T05:30:02.429" v="80" actId="478"/>
          <ac:picMkLst>
            <pc:docMk/>
            <pc:sldMk cId="0" sldId="263"/>
            <ac:picMk id="17" creationId="{00000000-0000-0000-0000-000000000000}"/>
          </ac:picMkLst>
        </pc:picChg>
        <pc:picChg chg="del">
          <ac:chgData name="진관 정" userId="f8975a598298c7d0" providerId="LiveId" clId="{FF4BAB45-1BC0-415A-8A81-AD9DC51D4827}" dt="2026-08-10T05:30:02.088" v="78" actId="478"/>
          <ac:picMkLst>
            <pc:docMk/>
            <pc:sldMk cId="0" sldId="263"/>
            <ac:picMk id="18" creationId="{00000000-0000-0000-0000-000000000000}"/>
          </ac:picMkLst>
        </pc:picChg>
        <pc:picChg chg="del">
          <ac:chgData name="진관 정" userId="f8975a598298c7d0" providerId="LiveId" clId="{FF4BAB45-1BC0-415A-8A81-AD9DC51D4827}" dt="2026-08-10T05:30:01.452" v="77" actId="478"/>
          <ac:picMkLst>
            <pc:docMk/>
            <pc:sldMk cId="0" sldId="263"/>
            <ac:picMk id="19" creationId="{00000000-0000-0000-0000-000000000000}"/>
          </ac:picMkLst>
        </pc:picChg>
        <pc:picChg chg="del">
          <ac:chgData name="진관 정" userId="f8975a598298c7d0" providerId="LiveId" clId="{FF4BAB45-1BC0-415A-8A81-AD9DC51D4827}" dt="2026-08-10T05:30:03.181" v="81" actId="478"/>
          <ac:picMkLst>
            <pc:docMk/>
            <pc:sldMk cId="0" sldId="263"/>
            <ac:picMk id="20" creationId="{00000000-0000-0000-0000-000000000000}"/>
          </ac:picMkLst>
        </pc:picChg>
        <pc:picChg chg="add del mod ord">
          <ac:chgData name="진관 정" userId="f8975a598298c7d0" providerId="LiveId" clId="{FF4BAB45-1BC0-415A-8A81-AD9DC51D4827}" dt="2026-08-10T05:27:37.716" v="58" actId="478"/>
          <ac:picMkLst>
            <pc:docMk/>
            <pc:sldMk cId="0" sldId="263"/>
            <ac:picMk id="36" creationId="{2BFBD7D9-0164-971A-D078-B74AFF365333}"/>
          </ac:picMkLst>
        </pc:picChg>
        <pc:picChg chg="add">
          <ac:chgData name="진관 정" userId="f8975a598298c7d0" providerId="LiveId" clId="{FF4BAB45-1BC0-415A-8A81-AD9DC51D4827}" dt="2026-08-10T05:27:40.429" v="59" actId="22"/>
          <ac:picMkLst>
            <pc:docMk/>
            <pc:sldMk cId="0" sldId="263"/>
            <ac:picMk id="38" creationId="{9A22E071-F7E9-FED9-1172-CC5E520F9D4D}"/>
          </ac:picMkLst>
        </pc:picChg>
        <pc:picChg chg="add mod">
          <ac:chgData name="진관 정" userId="f8975a598298c7d0" providerId="LiveId" clId="{FF4BAB45-1BC0-415A-8A81-AD9DC51D4827}" dt="2026-08-10T05:34:18.605" v="269" actId="571"/>
          <ac:picMkLst>
            <pc:docMk/>
            <pc:sldMk cId="0" sldId="263"/>
            <ac:picMk id="43" creationId="{4301520E-1BFD-3BD2-4538-29B358BD5BDE}"/>
          </ac:picMkLst>
        </pc:picChg>
        <pc:picChg chg="add mod">
          <ac:chgData name="진관 정" userId="f8975a598298c7d0" providerId="LiveId" clId="{FF4BAB45-1BC0-415A-8A81-AD9DC51D4827}" dt="2026-08-10T05:34:38.416" v="271" actId="571"/>
          <ac:picMkLst>
            <pc:docMk/>
            <pc:sldMk cId="0" sldId="263"/>
            <ac:picMk id="46" creationId="{A2661DCA-FA91-17FB-52D0-F49910054BED}"/>
          </ac:picMkLst>
        </pc:picChg>
        <pc:picChg chg="add del mod">
          <ac:chgData name="진관 정" userId="f8975a598298c7d0" providerId="LiveId" clId="{FF4BAB45-1BC0-415A-8A81-AD9DC51D4827}" dt="2026-08-10T06:31:46.078" v="884" actId="478"/>
          <ac:picMkLst>
            <pc:docMk/>
            <pc:sldMk cId="0" sldId="263"/>
            <ac:picMk id="50" creationId="{75713F45-2AB6-F79C-0D38-D6DC203E72C4}"/>
          </ac:picMkLst>
        </pc:picChg>
        <pc:picChg chg="add del mod modCrop">
          <ac:chgData name="진관 정" userId="f8975a598298c7d0" providerId="LiveId" clId="{FF4BAB45-1BC0-415A-8A81-AD9DC51D4827}" dt="2026-08-10T06:04:00.933" v="608" actId="478"/>
          <ac:picMkLst>
            <pc:docMk/>
            <pc:sldMk cId="0" sldId="263"/>
            <ac:picMk id="52" creationId="{ABC7D6FD-BE3B-DD09-7C33-FAF33856A7E6}"/>
          </ac:picMkLst>
        </pc:picChg>
        <pc:picChg chg="add del mod">
          <ac:chgData name="진관 정" userId="f8975a598298c7d0" providerId="LiveId" clId="{FF4BAB45-1BC0-415A-8A81-AD9DC51D4827}" dt="2026-08-10T06:03:02.324" v="602" actId="22"/>
          <ac:picMkLst>
            <pc:docMk/>
            <pc:sldMk cId="0" sldId="263"/>
            <ac:picMk id="54" creationId="{22947AF1-0207-A96B-F457-7A73519AA805}"/>
          </ac:picMkLst>
        </pc:picChg>
        <pc:picChg chg="add del mod modCrop">
          <ac:chgData name="진관 정" userId="f8975a598298c7d0" providerId="LiveId" clId="{FF4BAB45-1BC0-415A-8A81-AD9DC51D4827}" dt="2026-08-10T06:31:46.078" v="884" actId="478"/>
          <ac:picMkLst>
            <pc:docMk/>
            <pc:sldMk cId="0" sldId="263"/>
            <ac:picMk id="56" creationId="{8C77ABAA-FF2A-24A4-4D72-C32D343160A0}"/>
          </ac:picMkLst>
        </pc:picChg>
        <pc:picChg chg="add del mod modCrop">
          <ac:chgData name="진관 정" userId="f8975a598298c7d0" providerId="LiveId" clId="{FF4BAB45-1BC0-415A-8A81-AD9DC51D4827}" dt="2026-08-10T06:31:46.078" v="884" actId="478"/>
          <ac:picMkLst>
            <pc:docMk/>
            <pc:sldMk cId="0" sldId="263"/>
            <ac:picMk id="58" creationId="{C7773137-A7CB-EEC1-233D-B47E5175FE52}"/>
          </ac:picMkLst>
        </pc:picChg>
        <pc:picChg chg="add del mod modCrop">
          <ac:chgData name="진관 정" userId="f8975a598298c7d0" providerId="LiveId" clId="{FF4BAB45-1BC0-415A-8A81-AD9DC51D4827}" dt="2026-08-10T06:31:46.078" v="884" actId="478"/>
          <ac:picMkLst>
            <pc:docMk/>
            <pc:sldMk cId="0" sldId="263"/>
            <ac:picMk id="60" creationId="{36895237-2AA7-80C4-D27A-1077A7F76DAA}"/>
          </ac:picMkLst>
        </pc:picChg>
        <pc:picChg chg="add mod">
          <ac:chgData name="진관 정" userId="f8975a598298c7d0" providerId="LiveId" clId="{FF4BAB45-1BC0-415A-8A81-AD9DC51D4827}" dt="2026-08-10T06:23:30.743" v="677" actId="571"/>
          <ac:picMkLst>
            <pc:docMk/>
            <pc:sldMk cId="0" sldId="263"/>
            <ac:picMk id="61" creationId="{957BD157-BB4A-FBAB-71E9-7FABAD43E241}"/>
          </ac:picMkLst>
        </pc:picChg>
        <pc:picChg chg="add mod">
          <ac:chgData name="진관 정" userId="f8975a598298c7d0" providerId="LiveId" clId="{FF4BAB45-1BC0-415A-8A81-AD9DC51D4827}" dt="2026-08-10T06:23:33.684" v="679" actId="571"/>
          <ac:picMkLst>
            <pc:docMk/>
            <pc:sldMk cId="0" sldId="263"/>
            <ac:picMk id="63" creationId="{68E805AF-6BC7-7F0E-85B7-E048F706B7CD}"/>
          </ac:picMkLst>
        </pc:picChg>
        <pc:picChg chg="add del mod">
          <ac:chgData name="진관 정" userId="f8975a598298c7d0" providerId="LiveId" clId="{FF4BAB45-1BC0-415A-8A81-AD9DC51D4827}" dt="2026-08-10T06:38:29.870" v="988" actId="22"/>
          <ac:picMkLst>
            <pc:docMk/>
            <pc:sldMk cId="0" sldId="263"/>
            <ac:picMk id="79" creationId="{D0D1FFD3-2209-86FE-4B07-53844D902C0D}"/>
          </ac:picMkLst>
        </pc:picChg>
        <pc:picChg chg="add del mod">
          <ac:chgData name="진관 정" userId="f8975a598298c7d0" providerId="LiveId" clId="{FF4BAB45-1BC0-415A-8A81-AD9DC51D4827}" dt="2026-08-10T06:38:29.694" v="987" actId="22"/>
          <ac:picMkLst>
            <pc:docMk/>
            <pc:sldMk cId="0" sldId="263"/>
            <ac:picMk id="81" creationId="{EF5C8A1B-0970-136F-4C8B-C2614B0D0467}"/>
          </ac:picMkLst>
        </pc:picChg>
        <pc:picChg chg="add mod">
          <ac:chgData name="진관 정" userId="f8975a598298c7d0" providerId="LiveId" clId="{FF4BAB45-1BC0-415A-8A81-AD9DC51D4827}" dt="2026-08-10T06:43:45.143" v="1118" actId="1037"/>
          <ac:picMkLst>
            <pc:docMk/>
            <pc:sldMk cId="0" sldId="263"/>
            <ac:picMk id="84" creationId="{A015C77A-A8F6-DE6B-1E72-8289A8D466BC}"/>
          </ac:picMkLst>
        </pc:picChg>
        <pc:picChg chg="add mod">
          <ac:chgData name="진관 정" userId="f8975a598298c7d0" providerId="LiveId" clId="{FF4BAB45-1BC0-415A-8A81-AD9DC51D4827}" dt="2026-08-10T06:43:45.143" v="1118" actId="1037"/>
          <ac:picMkLst>
            <pc:docMk/>
            <pc:sldMk cId="0" sldId="263"/>
            <ac:picMk id="94" creationId="{AAF9B290-B5E7-E9D1-62B6-919A086659C6}"/>
          </ac:picMkLst>
        </pc:picChg>
        <pc:picChg chg="add mod">
          <ac:chgData name="진관 정" userId="f8975a598298c7d0" providerId="LiveId" clId="{FF4BAB45-1BC0-415A-8A81-AD9DC51D4827}" dt="2026-08-10T06:43:45.143" v="1118" actId="1037"/>
          <ac:picMkLst>
            <pc:docMk/>
            <pc:sldMk cId="0" sldId="263"/>
            <ac:picMk id="96" creationId="{BC8E1563-EAA9-01A5-4E06-CF54930A1490}"/>
          </ac:picMkLst>
        </pc:picChg>
        <pc:picChg chg="add mod">
          <ac:chgData name="진관 정" userId="f8975a598298c7d0" providerId="LiveId" clId="{FF4BAB45-1BC0-415A-8A81-AD9DC51D4827}" dt="2026-08-10T06:43:45.143" v="1118" actId="1037"/>
          <ac:picMkLst>
            <pc:docMk/>
            <pc:sldMk cId="0" sldId="263"/>
            <ac:picMk id="98" creationId="{5D893463-F013-C9A4-1B0E-C5F520C046EE}"/>
          </ac:picMkLst>
        </pc:picChg>
        <pc:picChg chg="add mod">
          <ac:chgData name="진관 정" userId="f8975a598298c7d0" providerId="LiveId" clId="{FF4BAB45-1BC0-415A-8A81-AD9DC51D4827}" dt="2026-08-10T06:43:45.143" v="1118" actId="1037"/>
          <ac:picMkLst>
            <pc:docMk/>
            <pc:sldMk cId="0" sldId="263"/>
            <ac:picMk id="102" creationId="{6D62B143-D8A0-7116-1F9D-36B3986E00CA}"/>
          </ac:picMkLst>
        </pc:picChg>
        <pc:picChg chg="add mod">
          <ac:chgData name="진관 정" userId="f8975a598298c7d0" providerId="LiveId" clId="{FF4BAB45-1BC0-415A-8A81-AD9DC51D4827}" dt="2026-08-10T06:43:48.250" v="1123" actId="1038"/>
          <ac:picMkLst>
            <pc:docMk/>
            <pc:sldMk cId="0" sldId="263"/>
            <ac:picMk id="116" creationId="{4DD02234-4DBE-BF6E-654B-1A22B170C873}"/>
          </ac:picMkLst>
        </pc:picChg>
        <pc:picChg chg="add mod">
          <ac:chgData name="진관 정" userId="f8975a598298c7d0" providerId="LiveId" clId="{FF4BAB45-1BC0-415A-8A81-AD9DC51D4827}" dt="2026-08-10T06:43:48.250" v="1123" actId="1038"/>
          <ac:picMkLst>
            <pc:docMk/>
            <pc:sldMk cId="0" sldId="263"/>
            <ac:picMk id="118" creationId="{E10D1A19-DF1E-28D3-C082-E00D3DFE4596}"/>
          </ac:picMkLst>
        </pc:picChg>
        <pc:picChg chg="add mod">
          <ac:chgData name="진관 정" userId="f8975a598298c7d0" providerId="LiveId" clId="{FF4BAB45-1BC0-415A-8A81-AD9DC51D4827}" dt="2026-08-10T06:43:48.250" v="1123" actId="1038"/>
          <ac:picMkLst>
            <pc:docMk/>
            <pc:sldMk cId="0" sldId="263"/>
            <ac:picMk id="120" creationId="{701F88EB-196E-5732-1A48-6E40B2533B32}"/>
          </ac:picMkLst>
        </pc:picChg>
        <pc:picChg chg="add mod">
          <ac:chgData name="진관 정" userId="f8975a598298c7d0" providerId="LiveId" clId="{FF4BAB45-1BC0-415A-8A81-AD9DC51D4827}" dt="2026-08-10T06:43:48.250" v="1123" actId="1038"/>
          <ac:picMkLst>
            <pc:docMk/>
            <pc:sldMk cId="0" sldId="263"/>
            <ac:picMk id="121" creationId="{3AE9780F-F731-56F6-8BA4-09F368BABED6}"/>
          </ac:picMkLst>
        </pc:picChg>
        <pc:picChg chg="add mod">
          <ac:chgData name="진관 정" userId="f8975a598298c7d0" providerId="LiveId" clId="{FF4BAB45-1BC0-415A-8A81-AD9DC51D4827}" dt="2026-08-10T06:43:48.250" v="1123" actId="1038"/>
          <ac:picMkLst>
            <pc:docMk/>
            <pc:sldMk cId="0" sldId="263"/>
            <ac:picMk id="122" creationId="{88571B09-8F12-6C56-5415-2E89C33A9038}"/>
          </ac:picMkLst>
        </pc:picChg>
      </pc:sldChg>
      <pc:sldChg chg="modSp mod">
        <pc:chgData name="진관 정" userId="f8975a598298c7d0" providerId="LiveId" clId="{FF4BAB45-1BC0-415A-8A81-AD9DC51D4827}" dt="2026-08-10T06:55:16.615" v="1461" actId="20577"/>
        <pc:sldMkLst>
          <pc:docMk/>
          <pc:sldMk cId="0" sldId="264"/>
        </pc:sldMkLst>
        <pc:spChg chg="mod">
          <ac:chgData name="진관 정" userId="f8975a598298c7d0" providerId="LiveId" clId="{FF4BAB45-1BC0-415A-8A81-AD9DC51D4827}" dt="2026-08-10T05:37:47.509" v="315" actId="20577"/>
          <ac:spMkLst>
            <pc:docMk/>
            <pc:sldMk cId="0" sldId="264"/>
            <ac:spMk id="7" creationId="{00000000-0000-0000-0000-000000000000}"/>
          </ac:spMkLst>
        </pc:spChg>
        <pc:spChg chg="mod">
          <ac:chgData name="진관 정" userId="f8975a598298c7d0" providerId="LiveId" clId="{FF4BAB45-1BC0-415A-8A81-AD9DC51D4827}" dt="2026-08-10T06:55:16.615" v="1461" actId="20577"/>
          <ac:spMkLst>
            <pc:docMk/>
            <pc:sldMk cId="0" sldId="264"/>
            <ac:spMk id="10" creationId="{00000000-0000-0000-0000-000000000000}"/>
          </ac:spMkLst>
        </pc:spChg>
      </pc:sldChg>
      <pc:sldChg chg="addSp delSp modSp add mod">
        <pc:chgData name="진관 정" userId="f8975a598298c7d0" providerId="LiveId" clId="{FF4BAB45-1BC0-415A-8A81-AD9DC51D4827}" dt="2026-08-10T10:02:44.573" v="7422" actId="20577"/>
        <pc:sldMkLst>
          <pc:docMk/>
          <pc:sldMk cId="2588094039" sldId="265"/>
        </pc:sldMkLst>
        <pc:spChg chg="add del mod">
          <ac:chgData name="진관 정" userId="f8975a598298c7d0" providerId="LiveId" clId="{FF4BAB45-1BC0-415A-8A81-AD9DC51D4827}" dt="2026-08-10T06:59:10.252" v="1640" actId="478"/>
          <ac:spMkLst>
            <pc:docMk/>
            <pc:sldMk cId="2588094039" sldId="265"/>
            <ac:spMk id="5" creationId="{E05A6B0F-0B13-B856-42BA-A0468E0E19D0}"/>
          </ac:spMkLst>
        </pc:spChg>
        <pc:spChg chg="add mod">
          <ac:chgData name="진관 정" userId="f8975a598298c7d0" providerId="LiveId" clId="{FF4BAB45-1BC0-415A-8A81-AD9DC51D4827}" dt="2026-08-10T08:46:24.403" v="6030" actId="164"/>
          <ac:spMkLst>
            <pc:docMk/>
            <pc:sldMk cId="2588094039" sldId="265"/>
            <ac:spMk id="7" creationId="{7399885C-4593-819F-3F23-080C40984D89}"/>
          </ac:spMkLst>
        </pc:spChg>
        <pc:spChg chg="add mod">
          <ac:chgData name="진관 정" userId="f8975a598298c7d0" providerId="LiveId" clId="{FF4BAB45-1BC0-415A-8A81-AD9DC51D4827}" dt="2026-08-10T08:46:24.403" v="6030" actId="164"/>
          <ac:spMkLst>
            <pc:docMk/>
            <pc:sldMk cId="2588094039" sldId="265"/>
            <ac:spMk id="8" creationId="{816B5055-6308-204B-B348-7EB0853022CF}"/>
          </ac:spMkLst>
        </pc:spChg>
        <pc:spChg chg="add del mod">
          <ac:chgData name="진관 정" userId="f8975a598298c7d0" providerId="LiveId" clId="{FF4BAB45-1BC0-415A-8A81-AD9DC51D4827}" dt="2026-08-10T07:01:40.326" v="1733" actId="478"/>
          <ac:spMkLst>
            <pc:docMk/>
            <pc:sldMk cId="2588094039" sldId="265"/>
            <ac:spMk id="10" creationId="{78B6275F-8134-86A8-57AF-66663194460C}"/>
          </ac:spMkLst>
        </pc:spChg>
        <pc:spChg chg="add mod topLvl">
          <ac:chgData name="진관 정" userId="f8975a598298c7d0" providerId="LiveId" clId="{FF4BAB45-1BC0-415A-8A81-AD9DC51D4827}" dt="2026-08-10T07:58:06.642" v="4104" actId="164"/>
          <ac:spMkLst>
            <pc:docMk/>
            <pc:sldMk cId="2588094039" sldId="265"/>
            <ac:spMk id="19" creationId="{81896E88-F868-D4B6-C48E-5855A06E3E01}"/>
          </ac:spMkLst>
        </pc:spChg>
        <pc:spChg chg="add del mod">
          <ac:chgData name="진관 정" userId="f8975a598298c7d0" providerId="LiveId" clId="{FF4BAB45-1BC0-415A-8A81-AD9DC51D4827}" dt="2026-08-10T08:46:24.403" v="6030" actId="164"/>
          <ac:spMkLst>
            <pc:docMk/>
            <pc:sldMk cId="2588094039" sldId="265"/>
            <ac:spMk id="23" creationId="{423A0B25-190A-1694-919D-431019F5D3C1}"/>
          </ac:spMkLst>
        </pc:spChg>
        <pc:spChg chg="mod">
          <ac:chgData name="진관 정" userId="f8975a598298c7d0" providerId="LiveId" clId="{FF4BAB45-1BC0-415A-8A81-AD9DC51D4827}" dt="2026-08-10T08:46:24.403" v="6030" actId="164"/>
          <ac:spMkLst>
            <pc:docMk/>
            <pc:sldMk cId="2588094039" sldId="265"/>
            <ac:spMk id="27" creationId="{187B8802-B177-B56B-5047-D5A63149122A}"/>
          </ac:spMkLst>
        </pc:spChg>
        <pc:spChg chg="mod">
          <ac:chgData name="진관 정" userId="f8975a598298c7d0" providerId="LiveId" clId="{FF4BAB45-1BC0-415A-8A81-AD9DC51D4827}" dt="2026-08-10T08:46:24.403" v="6030" actId="164"/>
          <ac:spMkLst>
            <pc:docMk/>
            <pc:sldMk cId="2588094039" sldId="265"/>
            <ac:spMk id="28" creationId="{0DF35EA6-57F6-8322-CC73-078D1DAE7EDB}"/>
          </ac:spMkLst>
        </pc:spChg>
        <pc:spChg chg="mod">
          <ac:chgData name="진관 정" userId="f8975a598298c7d0" providerId="LiveId" clId="{FF4BAB45-1BC0-415A-8A81-AD9DC51D4827}" dt="2026-08-10T08:46:24.403" v="6030" actId="164"/>
          <ac:spMkLst>
            <pc:docMk/>
            <pc:sldMk cId="2588094039" sldId="265"/>
            <ac:spMk id="31" creationId="{CA9FE6D1-5904-A489-EB92-03BB7E1AF6EE}"/>
          </ac:spMkLst>
        </pc:spChg>
        <pc:spChg chg="mod">
          <ac:chgData name="진관 정" userId="f8975a598298c7d0" providerId="LiveId" clId="{FF4BAB45-1BC0-415A-8A81-AD9DC51D4827}" dt="2026-08-10T08:46:24.403" v="6030" actId="164"/>
          <ac:spMkLst>
            <pc:docMk/>
            <pc:sldMk cId="2588094039" sldId="265"/>
            <ac:spMk id="34" creationId="{8CD3A839-426B-523A-C7EA-B2DB35AB6D9C}"/>
          </ac:spMkLst>
        </pc:spChg>
        <pc:spChg chg="mod">
          <ac:chgData name="진관 정" userId="f8975a598298c7d0" providerId="LiveId" clId="{FF4BAB45-1BC0-415A-8A81-AD9DC51D4827}" dt="2026-08-10T10:02:44.573" v="7422" actId="20577"/>
          <ac:spMkLst>
            <pc:docMk/>
            <pc:sldMk cId="2588094039" sldId="265"/>
            <ac:spMk id="42" creationId="{59723233-FF12-C41C-D723-A7E07FCFF95B}"/>
          </ac:spMkLst>
        </pc:spChg>
        <pc:spChg chg="del mod">
          <ac:chgData name="진관 정" userId="f8975a598298c7d0" providerId="LiveId" clId="{FF4BAB45-1BC0-415A-8A81-AD9DC51D4827}" dt="2026-08-10T06:59:08.559" v="1639" actId="478"/>
          <ac:spMkLst>
            <pc:docMk/>
            <pc:sldMk cId="2588094039" sldId="265"/>
            <ac:spMk id="69" creationId="{89E42727-2FFB-9119-2E9A-1857EE8E6080}"/>
          </ac:spMkLst>
        </pc:spChg>
        <pc:spChg chg="del mod">
          <ac:chgData name="진관 정" userId="f8975a598298c7d0" providerId="LiveId" clId="{FF4BAB45-1BC0-415A-8A81-AD9DC51D4827}" dt="2026-08-10T06:36:04.487" v="954" actId="478"/>
          <ac:spMkLst>
            <pc:docMk/>
            <pc:sldMk cId="2588094039" sldId="265"/>
            <ac:spMk id="70" creationId="{920271C5-36E8-6AA7-6324-D0493D53258C}"/>
          </ac:spMkLst>
        </pc:spChg>
        <pc:spChg chg="mod">
          <ac:chgData name="진관 정" userId="f8975a598298c7d0" providerId="LiveId" clId="{FF4BAB45-1BC0-415A-8A81-AD9DC51D4827}" dt="2026-08-10T09:15:08.526" v="6542" actId="1037"/>
          <ac:spMkLst>
            <pc:docMk/>
            <pc:sldMk cId="2588094039" sldId="265"/>
            <ac:spMk id="72" creationId="{25B21C29-D9F7-E810-B8B9-6F8091E50A8F}"/>
          </ac:spMkLst>
        </pc:spChg>
        <pc:grpChg chg="add mod">
          <ac:chgData name="진관 정" userId="f8975a598298c7d0" providerId="LiveId" clId="{FF4BAB45-1BC0-415A-8A81-AD9DC51D4827}" dt="2026-08-10T07:15:15.955" v="2460" actId="164"/>
          <ac:grpSpMkLst>
            <pc:docMk/>
            <pc:sldMk cId="2588094039" sldId="265"/>
            <ac:grpSpMk id="26" creationId="{C39A4D79-6359-AD3F-1F3D-2BCFD198A8C5}"/>
          </ac:grpSpMkLst>
        </pc:grpChg>
        <pc:grpChg chg="add del mod">
          <ac:chgData name="진관 정" userId="f8975a598298c7d0" providerId="LiveId" clId="{FF4BAB45-1BC0-415A-8A81-AD9DC51D4827}" dt="2026-08-10T07:27:01.756" v="2521" actId="165"/>
          <ac:grpSpMkLst>
            <pc:docMk/>
            <pc:sldMk cId="2588094039" sldId="265"/>
            <ac:grpSpMk id="29" creationId="{3E52F70B-F0B6-E5D4-AAF6-29DC00F41BA4}"/>
          </ac:grpSpMkLst>
        </pc:grpChg>
        <pc:grpChg chg="add del mod">
          <ac:chgData name="진관 정" userId="f8975a598298c7d0" providerId="LiveId" clId="{FF4BAB45-1BC0-415A-8A81-AD9DC51D4827}" dt="2026-08-10T07:38:19.471" v="2991" actId="165"/>
          <ac:grpSpMkLst>
            <pc:docMk/>
            <pc:sldMk cId="2588094039" sldId="265"/>
            <ac:grpSpMk id="30" creationId="{7999CEF8-F4C0-7038-7104-5AB9E4FD5C36}"/>
          </ac:grpSpMkLst>
        </pc:grpChg>
        <pc:grpChg chg="add del mod">
          <ac:chgData name="진관 정" userId="f8975a598298c7d0" providerId="LiveId" clId="{FF4BAB45-1BC0-415A-8A81-AD9DC51D4827}" dt="2026-08-10T07:39:29.738" v="3011" actId="165"/>
          <ac:grpSpMkLst>
            <pc:docMk/>
            <pc:sldMk cId="2588094039" sldId="265"/>
            <ac:grpSpMk id="39" creationId="{F36330B4-F775-DA68-6586-53DDD6AD29FA}"/>
          </ac:grpSpMkLst>
        </pc:grpChg>
        <pc:grpChg chg="add del mod">
          <ac:chgData name="진관 정" userId="f8975a598298c7d0" providerId="LiveId" clId="{FF4BAB45-1BC0-415A-8A81-AD9DC51D4827}" dt="2026-08-10T07:42:54.219" v="3201" actId="165"/>
          <ac:grpSpMkLst>
            <pc:docMk/>
            <pc:sldMk cId="2588094039" sldId="265"/>
            <ac:grpSpMk id="40" creationId="{E5511BCC-53B1-7E57-743B-E967C12DE592}"/>
          </ac:grpSpMkLst>
        </pc:grpChg>
        <pc:grpChg chg="add del mod">
          <ac:chgData name="진관 정" userId="f8975a598298c7d0" providerId="LiveId" clId="{FF4BAB45-1BC0-415A-8A81-AD9DC51D4827}" dt="2026-08-10T07:53:48.151" v="4028" actId="165"/>
          <ac:grpSpMkLst>
            <pc:docMk/>
            <pc:sldMk cId="2588094039" sldId="265"/>
            <ac:grpSpMk id="41" creationId="{2A8AB2D3-7D93-3BE7-EF41-BDB2915FBF16}"/>
          </ac:grpSpMkLst>
        </pc:grpChg>
        <pc:grpChg chg="add del mod">
          <ac:chgData name="진관 정" userId="f8975a598298c7d0" providerId="LiveId" clId="{FF4BAB45-1BC0-415A-8A81-AD9DC51D4827}" dt="2026-08-10T07:56:21.311" v="4073" actId="165"/>
          <ac:grpSpMkLst>
            <pc:docMk/>
            <pc:sldMk cId="2588094039" sldId="265"/>
            <ac:grpSpMk id="43" creationId="{EBE5315E-7B39-601C-9F4E-E3E465241CAC}"/>
          </ac:grpSpMkLst>
        </pc:grpChg>
        <pc:grpChg chg="add mod">
          <ac:chgData name="진관 정" userId="f8975a598298c7d0" providerId="LiveId" clId="{FF4BAB45-1BC0-415A-8A81-AD9DC51D4827}" dt="2026-08-10T07:58:13.490" v="4107" actId="1038"/>
          <ac:grpSpMkLst>
            <pc:docMk/>
            <pc:sldMk cId="2588094039" sldId="265"/>
            <ac:grpSpMk id="44" creationId="{AE654E4A-B316-D73C-86FD-722E56F19E4C}"/>
          </ac:grpSpMkLst>
        </pc:grpChg>
        <pc:graphicFrameChg chg="add del modGraphic">
          <ac:chgData name="진관 정" userId="f8975a598298c7d0" providerId="LiveId" clId="{FF4BAB45-1BC0-415A-8A81-AD9DC51D4827}" dt="2026-08-10T07:06:46.746" v="1938" actId="27309"/>
          <ac:graphicFrameMkLst>
            <pc:docMk/>
            <pc:sldMk cId="2588094039" sldId="265"/>
            <ac:graphicFrameMk id="24" creationId="{F5255480-6AE2-8A04-A5EE-A569608692BA}"/>
          </ac:graphicFrameMkLst>
        </pc:graphicFrameChg>
        <pc:picChg chg="mod">
          <ac:chgData name="진관 정" userId="f8975a598298c7d0" providerId="LiveId" clId="{FF4BAB45-1BC0-415A-8A81-AD9DC51D4827}" dt="2026-08-10T07:44:26.211" v="3413" actId="1076"/>
          <ac:picMkLst>
            <pc:docMk/>
            <pc:sldMk cId="2588094039" sldId="265"/>
            <ac:picMk id="2" creationId="{1756A3C5-949E-B064-9B3F-6E92D4786848}"/>
          </ac:picMkLst>
        </pc:picChg>
        <pc:picChg chg="mod">
          <ac:chgData name="진관 정" userId="f8975a598298c7d0" providerId="LiveId" clId="{FF4BAB45-1BC0-415A-8A81-AD9DC51D4827}" dt="2026-08-10T07:07:00.446" v="1940" actId="1076"/>
          <ac:picMkLst>
            <pc:docMk/>
            <pc:sldMk cId="2588094039" sldId="265"/>
            <ac:picMk id="3" creationId="{412E4196-66E4-78AB-3688-E12A63AE3D29}"/>
          </ac:picMkLst>
        </pc:picChg>
        <pc:picChg chg="mod">
          <ac:chgData name="진관 정" userId="f8975a598298c7d0" providerId="LiveId" clId="{FF4BAB45-1BC0-415A-8A81-AD9DC51D4827}" dt="2026-08-10T08:46:24.403" v="6030" actId="164"/>
          <ac:picMkLst>
            <pc:docMk/>
            <pc:sldMk cId="2588094039" sldId="265"/>
            <ac:picMk id="6" creationId="{5FBCCDF8-54E5-C42F-28E2-709C2B464B61}"/>
          </ac:picMkLst>
        </pc:picChg>
        <pc:picChg chg="mod">
          <ac:chgData name="진관 정" userId="f8975a598298c7d0" providerId="LiveId" clId="{FF4BAB45-1BC0-415A-8A81-AD9DC51D4827}" dt="2026-08-10T07:54:27.429" v="4059" actId="14100"/>
          <ac:picMkLst>
            <pc:docMk/>
            <pc:sldMk cId="2588094039" sldId="265"/>
            <ac:picMk id="12" creationId="{35E076BC-8512-881B-C70A-241A77D824CE}"/>
          </ac:picMkLst>
        </pc:picChg>
        <pc:picChg chg="add mod topLvl">
          <ac:chgData name="진관 정" userId="f8975a598298c7d0" providerId="LiveId" clId="{FF4BAB45-1BC0-415A-8A81-AD9DC51D4827}" dt="2026-08-10T07:58:06.642" v="4104" actId="164"/>
          <ac:picMkLst>
            <pc:docMk/>
            <pc:sldMk cId="2588094039" sldId="265"/>
            <ac:picMk id="13" creationId="{F8778338-BC37-135A-85BB-8AA150468C53}"/>
          </ac:picMkLst>
        </pc:picChg>
        <pc:picChg chg="mod">
          <ac:chgData name="진관 정" userId="f8975a598298c7d0" providerId="LiveId" clId="{FF4BAB45-1BC0-415A-8A81-AD9DC51D4827}" dt="2026-08-10T07:54:27.429" v="4059" actId="14100"/>
          <ac:picMkLst>
            <pc:docMk/>
            <pc:sldMk cId="2588094039" sldId="265"/>
            <ac:picMk id="14" creationId="{BD0BF7DA-7163-014C-0BCD-7059CF5A4824}"/>
          </ac:picMkLst>
        </pc:picChg>
        <pc:picChg chg="add del mod">
          <ac:chgData name="진관 정" userId="f8975a598298c7d0" providerId="LiveId" clId="{FF4BAB45-1BC0-415A-8A81-AD9DC51D4827}" dt="2026-08-10T08:46:24.403" v="6030" actId="164"/>
          <ac:picMkLst>
            <pc:docMk/>
            <pc:sldMk cId="2588094039" sldId="265"/>
            <ac:picMk id="16" creationId="{AB4ED467-5239-AA20-B6F4-7FFF46C84838}"/>
          </ac:picMkLst>
        </pc:picChg>
        <pc:picChg chg="add mod topLvl">
          <ac:chgData name="진관 정" userId="f8975a598298c7d0" providerId="LiveId" clId="{FF4BAB45-1BC0-415A-8A81-AD9DC51D4827}" dt="2026-08-10T07:58:06.642" v="4104" actId="164"/>
          <ac:picMkLst>
            <pc:docMk/>
            <pc:sldMk cId="2588094039" sldId="265"/>
            <ac:picMk id="17" creationId="{C6412330-3D5F-DB12-AFC1-6C43396B2B8C}"/>
          </ac:picMkLst>
        </pc:picChg>
        <pc:picChg chg="add del mod">
          <ac:chgData name="진관 정" userId="f8975a598298c7d0" providerId="LiveId" clId="{FF4BAB45-1BC0-415A-8A81-AD9DC51D4827}" dt="2026-08-10T07:06:43.247" v="1928" actId="22"/>
          <ac:picMkLst>
            <pc:docMk/>
            <pc:sldMk cId="2588094039" sldId="265"/>
            <ac:picMk id="21" creationId="{D64FE44C-5D26-613D-9521-65A20F0E9F9B}"/>
          </ac:picMkLst>
        </pc:picChg>
        <pc:picChg chg="add del mod modCrop">
          <ac:chgData name="진관 정" userId="f8975a598298c7d0" providerId="LiveId" clId="{FF4BAB45-1BC0-415A-8A81-AD9DC51D4827}" dt="2026-08-10T07:29:39.834" v="2551" actId="22"/>
          <ac:picMkLst>
            <pc:docMk/>
            <pc:sldMk cId="2588094039" sldId="265"/>
            <ac:picMk id="33" creationId="{AB8ACE44-05F0-6FC9-2B06-58EE28BD8A69}"/>
          </ac:picMkLst>
        </pc:picChg>
        <pc:picChg chg="add mod">
          <ac:chgData name="진관 정" userId="f8975a598298c7d0" providerId="LiveId" clId="{FF4BAB45-1BC0-415A-8A81-AD9DC51D4827}" dt="2026-08-10T07:29:38.142" v="2548" actId="571"/>
          <ac:picMkLst>
            <pc:docMk/>
            <pc:sldMk cId="2588094039" sldId="265"/>
            <ac:picMk id="35" creationId="{B7504756-F408-F8D9-1E11-C1DB1FA54655}"/>
          </ac:picMkLst>
        </pc:picChg>
        <pc:picChg chg="add mod">
          <ac:chgData name="진관 정" userId="f8975a598298c7d0" providerId="LiveId" clId="{FF4BAB45-1BC0-415A-8A81-AD9DC51D4827}" dt="2026-08-10T07:29:37.711" v="2547" actId="571"/>
          <ac:picMkLst>
            <pc:docMk/>
            <pc:sldMk cId="2588094039" sldId="265"/>
            <ac:picMk id="36" creationId="{0C635359-C37F-0F9B-7276-D5E3F0E1250D}"/>
          </ac:picMkLst>
        </pc:picChg>
        <pc:picChg chg="add mod">
          <ac:chgData name="진관 정" userId="f8975a598298c7d0" providerId="LiveId" clId="{FF4BAB45-1BC0-415A-8A81-AD9DC51D4827}" dt="2026-08-10T07:29:37.711" v="2547" actId="571"/>
          <ac:picMkLst>
            <pc:docMk/>
            <pc:sldMk cId="2588094039" sldId="265"/>
            <ac:picMk id="37" creationId="{B270E3D1-3CB9-936B-8520-9F5B22F59C1F}"/>
          </ac:picMkLst>
        </pc:picChg>
        <pc:picChg chg="mod">
          <ac:chgData name="진관 정" userId="f8975a598298c7d0" providerId="LiveId" clId="{FF4BAB45-1BC0-415A-8A81-AD9DC51D4827}" dt="2026-08-10T08:01:21.421" v="4182" actId="1036"/>
          <ac:picMkLst>
            <pc:docMk/>
            <pc:sldMk cId="2588094039" sldId="265"/>
            <ac:picMk id="50" creationId="{64527EA2-5B66-ED7C-3BAD-CF0F797F5DAD}"/>
          </ac:picMkLst>
        </pc:picChg>
        <pc:picChg chg="add del mod">
          <ac:chgData name="진관 정" userId="f8975a598298c7d0" providerId="LiveId" clId="{FF4BAB45-1BC0-415A-8A81-AD9DC51D4827}" dt="2026-08-10T08:01:21.421" v="4182" actId="1036"/>
          <ac:picMkLst>
            <pc:docMk/>
            <pc:sldMk cId="2588094039" sldId="265"/>
            <ac:picMk id="56" creationId="{107F4003-8268-BC2F-37C4-89B0A75DEC5F}"/>
          </ac:picMkLst>
        </pc:picChg>
        <pc:picChg chg="mod">
          <ac:chgData name="진관 정" userId="f8975a598298c7d0" providerId="LiveId" clId="{FF4BAB45-1BC0-415A-8A81-AD9DC51D4827}" dt="2026-08-10T08:01:21.421" v="4182" actId="1036"/>
          <ac:picMkLst>
            <pc:docMk/>
            <pc:sldMk cId="2588094039" sldId="265"/>
            <ac:picMk id="58" creationId="{F2AA5F76-4C0D-C114-3325-F1EF7582D8A1}"/>
          </ac:picMkLst>
        </pc:picChg>
        <pc:picChg chg="mod">
          <ac:chgData name="진관 정" userId="f8975a598298c7d0" providerId="LiveId" clId="{FF4BAB45-1BC0-415A-8A81-AD9DC51D4827}" dt="2026-08-10T09:16:13.988" v="6545" actId="14826"/>
          <ac:picMkLst>
            <pc:docMk/>
            <pc:sldMk cId="2588094039" sldId="265"/>
            <ac:picMk id="60" creationId="{FE7D28EA-7CC4-157B-CB8E-88B82D68AD34}"/>
          </ac:picMkLst>
        </pc:picChg>
      </pc:sldChg>
      <pc:sldChg chg="addSp delSp modSp add mod setBg">
        <pc:chgData name="진관 정" userId="f8975a598298c7d0" providerId="LiveId" clId="{FF4BAB45-1BC0-415A-8A81-AD9DC51D4827}" dt="2026-08-10T09:14:14.647" v="6535" actId="20577"/>
        <pc:sldMkLst>
          <pc:docMk/>
          <pc:sldMk cId="1622879907" sldId="266"/>
        </pc:sldMkLst>
        <pc:spChg chg="add mod">
          <ac:chgData name="진관 정" userId="f8975a598298c7d0" providerId="LiveId" clId="{FF4BAB45-1BC0-415A-8A81-AD9DC51D4827}" dt="2026-08-10T06:51:33.955" v="1280" actId="571"/>
          <ac:spMkLst>
            <pc:docMk/>
            <pc:sldMk cId="1622879907" sldId="266"/>
            <ac:spMk id="27" creationId="{9E032C86-341A-5E7A-4C56-97DE75CFFCA5}"/>
          </ac:spMkLst>
        </pc:spChg>
        <pc:spChg chg="add mod">
          <ac:chgData name="진관 정" userId="f8975a598298c7d0" providerId="LiveId" clId="{FF4BAB45-1BC0-415A-8A81-AD9DC51D4827}" dt="2026-08-10T06:51:33.955" v="1280" actId="571"/>
          <ac:spMkLst>
            <pc:docMk/>
            <pc:sldMk cId="1622879907" sldId="266"/>
            <ac:spMk id="28" creationId="{74D128F0-CDDD-23DA-E46C-FDDBFCCE643F}"/>
          </ac:spMkLst>
        </pc:spChg>
        <pc:spChg chg="add mod">
          <ac:chgData name="진관 정" userId="f8975a598298c7d0" providerId="LiveId" clId="{FF4BAB45-1BC0-415A-8A81-AD9DC51D4827}" dt="2026-08-10T06:51:33.955" v="1280" actId="571"/>
          <ac:spMkLst>
            <pc:docMk/>
            <pc:sldMk cId="1622879907" sldId="266"/>
            <ac:spMk id="29" creationId="{1645BAA2-2F29-B738-3717-5C9604530782}"/>
          </ac:spMkLst>
        </pc:spChg>
        <pc:spChg chg="add mod">
          <ac:chgData name="진관 정" userId="f8975a598298c7d0" providerId="LiveId" clId="{FF4BAB45-1BC0-415A-8A81-AD9DC51D4827}" dt="2026-08-10T06:51:33.955" v="1280" actId="571"/>
          <ac:spMkLst>
            <pc:docMk/>
            <pc:sldMk cId="1622879907" sldId="266"/>
            <ac:spMk id="30" creationId="{09D6903D-9E45-A783-827B-26E49E5072FF}"/>
          </ac:spMkLst>
        </pc:spChg>
        <pc:spChg chg="add del mod">
          <ac:chgData name="진관 정" userId="f8975a598298c7d0" providerId="LiveId" clId="{FF4BAB45-1BC0-415A-8A81-AD9DC51D4827}" dt="2026-08-10T06:51:49.522" v="1282" actId="478"/>
          <ac:spMkLst>
            <pc:docMk/>
            <pc:sldMk cId="1622879907" sldId="266"/>
            <ac:spMk id="32" creationId="{C9FD88B1-392A-3265-C41A-AF2F6E68F6F4}"/>
          </ac:spMkLst>
        </pc:spChg>
        <pc:spChg chg="add del mod">
          <ac:chgData name="진관 정" userId="f8975a598298c7d0" providerId="LiveId" clId="{FF4BAB45-1BC0-415A-8A81-AD9DC51D4827}" dt="2026-08-10T06:51:49.522" v="1282" actId="478"/>
          <ac:spMkLst>
            <pc:docMk/>
            <pc:sldMk cId="1622879907" sldId="266"/>
            <ac:spMk id="33" creationId="{0A0F33D3-3CE4-FF94-5186-F4905FF2D4C5}"/>
          </ac:spMkLst>
        </pc:spChg>
        <pc:spChg chg="add del mod">
          <ac:chgData name="진관 정" userId="f8975a598298c7d0" providerId="LiveId" clId="{FF4BAB45-1BC0-415A-8A81-AD9DC51D4827}" dt="2026-08-10T06:51:49.522" v="1282" actId="478"/>
          <ac:spMkLst>
            <pc:docMk/>
            <pc:sldMk cId="1622879907" sldId="266"/>
            <ac:spMk id="34" creationId="{653879B8-3B04-B20B-AF96-554001F0ACE6}"/>
          </ac:spMkLst>
        </pc:spChg>
        <pc:spChg chg="add del mod">
          <ac:chgData name="진관 정" userId="f8975a598298c7d0" providerId="LiveId" clId="{FF4BAB45-1BC0-415A-8A81-AD9DC51D4827}" dt="2026-08-10T06:51:49.522" v="1282" actId="478"/>
          <ac:spMkLst>
            <pc:docMk/>
            <pc:sldMk cId="1622879907" sldId="266"/>
            <ac:spMk id="35" creationId="{82239846-BE82-4880-EE28-14EF9A8485A7}"/>
          </ac:spMkLst>
        </pc:spChg>
        <pc:spChg chg="add mod">
          <ac:chgData name="진관 정" userId="f8975a598298c7d0" providerId="LiveId" clId="{FF4BAB45-1BC0-415A-8A81-AD9DC51D4827}" dt="2026-08-10T07:17:24.608" v="2465" actId="164"/>
          <ac:spMkLst>
            <pc:docMk/>
            <pc:sldMk cId="1622879907" sldId="266"/>
            <ac:spMk id="37" creationId="{340F0F17-22AA-2CF2-FCB7-21FB49A3995C}"/>
          </ac:spMkLst>
        </pc:spChg>
        <pc:spChg chg="add mod">
          <ac:chgData name="진관 정" userId="f8975a598298c7d0" providerId="LiveId" clId="{FF4BAB45-1BC0-415A-8A81-AD9DC51D4827}" dt="2026-08-10T07:17:24.608" v="2465" actId="164"/>
          <ac:spMkLst>
            <pc:docMk/>
            <pc:sldMk cId="1622879907" sldId="266"/>
            <ac:spMk id="39" creationId="{06B65C3F-D520-4FB6-E52E-4EF52192FE15}"/>
          </ac:spMkLst>
        </pc:spChg>
        <pc:spChg chg="add mod">
          <ac:chgData name="진관 정" userId="f8975a598298c7d0" providerId="LiveId" clId="{FF4BAB45-1BC0-415A-8A81-AD9DC51D4827}" dt="2026-08-10T07:17:24.608" v="2465" actId="164"/>
          <ac:spMkLst>
            <pc:docMk/>
            <pc:sldMk cId="1622879907" sldId="266"/>
            <ac:spMk id="40" creationId="{F6D9FCEE-F786-42B7-F277-86CD7626335F}"/>
          </ac:spMkLst>
        </pc:spChg>
        <pc:spChg chg="add mod">
          <ac:chgData name="진관 정" userId="f8975a598298c7d0" providerId="LiveId" clId="{FF4BAB45-1BC0-415A-8A81-AD9DC51D4827}" dt="2026-08-10T07:17:24.608" v="2465" actId="164"/>
          <ac:spMkLst>
            <pc:docMk/>
            <pc:sldMk cId="1622879907" sldId="266"/>
            <ac:spMk id="41" creationId="{B151AABA-EF9D-3511-8F11-0B5DEDE05BC8}"/>
          </ac:spMkLst>
        </pc:spChg>
        <pc:spChg chg="mod">
          <ac:chgData name="진관 정" userId="f8975a598298c7d0" providerId="LiveId" clId="{FF4BAB45-1BC0-415A-8A81-AD9DC51D4827}" dt="2026-08-10T09:05:00.401" v="6463" actId="404"/>
          <ac:spMkLst>
            <pc:docMk/>
            <pc:sldMk cId="1622879907" sldId="266"/>
            <ac:spMk id="42" creationId="{138D11DA-B785-777E-6551-0BEBA88F4A3F}"/>
          </ac:spMkLst>
        </pc:spChg>
        <pc:spChg chg="add mod">
          <ac:chgData name="진관 정" userId="f8975a598298c7d0" providerId="LiveId" clId="{FF4BAB45-1BC0-415A-8A81-AD9DC51D4827}" dt="2026-08-10T07:33:34.281" v="2616" actId="20577"/>
          <ac:spMkLst>
            <pc:docMk/>
            <pc:sldMk cId="1622879907" sldId="266"/>
            <ac:spMk id="43" creationId="{B86B2CA4-D643-D27F-D3FC-899C779B22CD}"/>
          </ac:spMkLst>
        </pc:spChg>
        <pc:spChg chg="mod topLvl">
          <ac:chgData name="진관 정" userId="f8975a598298c7d0" providerId="LiveId" clId="{FF4BAB45-1BC0-415A-8A81-AD9DC51D4827}" dt="2026-08-10T09:14:14.647" v="6535" actId="20577"/>
          <ac:spMkLst>
            <pc:docMk/>
            <pc:sldMk cId="1622879907" sldId="266"/>
            <ac:spMk id="50" creationId="{F99360DB-AA92-7D92-A5B6-B5264F455DF1}"/>
          </ac:spMkLst>
        </pc:spChg>
        <pc:spChg chg="add mod">
          <ac:chgData name="진관 정" userId="f8975a598298c7d0" providerId="LiveId" clId="{FF4BAB45-1BC0-415A-8A81-AD9DC51D4827}" dt="2026-08-10T07:36:30.134" v="2826" actId="571"/>
          <ac:spMkLst>
            <pc:docMk/>
            <pc:sldMk cId="1622879907" sldId="266"/>
            <ac:spMk id="53" creationId="{9E08D846-9805-3950-0A28-D1424E684690}"/>
          </ac:spMkLst>
        </pc:spChg>
        <pc:spChg chg="mod">
          <ac:chgData name="진관 정" userId="f8975a598298c7d0" providerId="LiveId" clId="{FF4BAB45-1BC0-415A-8A81-AD9DC51D4827}" dt="2026-08-10T07:17:24.608" v="2465" actId="164"/>
          <ac:spMkLst>
            <pc:docMk/>
            <pc:sldMk cId="1622879907" sldId="266"/>
            <ac:spMk id="104" creationId="{10BC64A9-696D-99FF-CA84-B1439FFD6CCC}"/>
          </ac:spMkLst>
        </pc:spChg>
        <pc:spChg chg="mod">
          <ac:chgData name="진관 정" userId="f8975a598298c7d0" providerId="LiveId" clId="{FF4BAB45-1BC0-415A-8A81-AD9DC51D4827}" dt="2026-08-10T07:17:24.608" v="2465" actId="164"/>
          <ac:spMkLst>
            <pc:docMk/>
            <pc:sldMk cId="1622879907" sldId="266"/>
            <ac:spMk id="106" creationId="{C2EE2E2F-A70E-46F0-55F8-EBB94E6DB5F7}"/>
          </ac:spMkLst>
        </pc:spChg>
        <pc:spChg chg="mod">
          <ac:chgData name="진관 정" userId="f8975a598298c7d0" providerId="LiveId" clId="{FF4BAB45-1BC0-415A-8A81-AD9DC51D4827}" dt="2026-08-10T07:17:24.608" v="2465" actId="164"/>
          <ac:spMkLst>
            <pc:docMk/>
            <pc:sldMk cId="1622879907" sldId="266"/>
            <ac:spMk id="108" creationId="{CF60FF15-7520-2BBF-11C8-8545313E2612}"/>
          </ac:spMkLst>
        </pc:spChg>
        <pc:spChg chg="mod">
          <ac:chgData name="진관 정" userId="f8975a598298c7d0" providerId="LiveId" clId="{FF4BAB45-1BC0-415A-8A81-AD9DC51D4827}" dt="2026-08-10T07:17:24.608" v="2465" actId="164"/>
          <ac:spMkLst>
            <pc:docMk/>
            <pc:sldMk cId="1622879907" sldId="266"/>
            <ac:spMk id="110" creationId="{DAD8A650-FCB2-0CB0-04D2-32F69DA0C1BF}"/>
          </ac:spMkLst>
        </pc:spChg>
        <pc:spChg chg="mod">
          <ac:chgData name="진관 정" userId="f8975a598298c7d0" providerId="LiveId" clId="{FF4BAB45-1BC0-415A-8A81-AD9DC51D4827}" dt="2026-08-10T07:17:24.608" v="2465" actId="164"/>
          <ac:spMkLst>
            <pc:docMk/>
            <pc:sldMk cId="1622879907" sldId="266"/>
            <ac:spMk id="112" creationId="{FE0714A8-8B1B-37DD-1CD3-B20794F0DD8A}"/>
          </ac:spMkLst>
        </pc:spChg>
        <pc:spChg chg="del">
          <ac:chgData name="진관 정" userId="f8975a598298c7d0" providerId="LiveId" clId="{FF4BAB45-1BC0-415A-8A81-AD9DC51D4827}" dt="2026-08-10T06:43:57.797" v="1125" actId="478"/>
          <ac:spMkLst>
            <pc:docMk/>
            <pc:sldMk cId="1622879907" sldId="266"/>
            <ac:spMk id="123" creationId="{FE9DCB58-260B-4E01-FAE0-36D0D9E1D7AC}"/>
          </ac:spMkLst>
        </pc:spChg>
        <pc:spChg chg="del">
          <ac:chgData name="진관 정" userId="f8975a598298c7d0" providerId="LiveId" clId="{FF4BAB45-1BC0-415A-8A81-AD9DC51D4827}" dt="2026-08-10T06:43:57.797" v="1125" actId="478"/>
          <ac:spMkLst>
            <pc:docMk/>
            <pc:sldMk cId="1622879907" sldId="266"/>
            <ac:spMk id="124" creationId="{2D3F7443-FDD6-533C-415C-5B692634CB60}"/>
          </ac:spMkLst>
        </pc:spChg>
        <pc:spChg chg="del">
          <ac:chgData name="진관 정" userId="f8975a598298c7d0" providerId="LiveId" clId="{FF4BAB45-1BC0-415A-8A81-AD9DC51D4827}" dt="2026-08-10T06:43:57.797" v="1125" actId="478"/>
          <ac:spMkLst>
            <pc:docMk/>
            <pc:sldMk cId="1622879907" sldId="266"/>
            <ac:spMk id="125" creationId="{CB790F73-DFDF-C4E3-816F-0A82382241CB}"/>
          </ac:spMkLst>
        </pc:spChg>
        <pc:spChg chg="del">
          <ac:chgData name="진관 정" userId="f8975a598298c7d0" providerId="LiveId" clId="{FF4BAB45-1BC0-415A-8A81-AD9DC51D4827}" dt="2026-08-10T06:43:57.797" v="1125" actId="478"/>
          <ac:spMkLst>
            <pc:docMk/>
            <pc:sldMk cId="1622879907" sldId="266"/>
            <ac:spMk id="126" creationId="{828E90C9-8A7B-5E08-040E-C52FB88CE91F}"/>
          </ac:spMkLst>
        </pc:spChg>
        <pc:spChg chg="del">
          <ac:chgData name="진관 정" userId="f8975a598298c7d0" providerId="LiveId" clId="{FF4BAB45-1BC0-415A-8A81-AD9DC51D4827}" dt="2026-08-10T06:43:57.797" v="1125" actId="478"/>
          <ac:spMkLst>
            <pc:docMk/>
            <pc:sldMk cId="1622879907" sldId="266"/>
            <ac:spMk id="127" creationId="{D730413B-435E-3D88-312E-946E660211F9}"/>
          </ac:spMkLst>
        </pc:spChg>
        <pc:grpChg chg="mod">
          <ac:chgData name="진관 정" userId="f8975a598298c7d0" providerId="LiveId" clId="{FF4BAB45-1BC0-415A-8A81-AD9DC51D4827}" dt="2026-08-10T07:35:04.330" v="2635" actId="1035"/>
          <ac:grpSpMkLst>
            <pc:docMk/>
            <pc:sldMk cId="1622879907" sldId="266"/>
            <ac:grpSpMk id="44" creationId="{2DB87C92-A215-E16F-F323-DC928E4391AB}"/>
          </ac:grpSpMkLst>
        </pc:grpChg>
        <pc:grpChg chg="add del mod">
          <ac:chgData name="진관 정" userId="f8975a598298c7d0" providerId="LiveId" clId="{FF4BAB45-1BC0-415A-8A81-AD9DC51D4827}" dt="2026-08-10T07:35:46.045" v="2807" actId="165"/>
          <ac:grpSpMkLst>
            <pc:docMk/>
            <pc:sldMk cId="1622879907" sldId="266"/>
            <ac:grpSpMk id="47" creationId="{A78FACD0-81E0-8136-B610-12C51063F08E}"/>
          </ac:grpSpMkLst>
        </pc:grpChg>
        <pc:grpChg chg="add mod">
          <ac:chgData name="진관 정" userId="f8975a598298c7d0" providerId="LiveId" clId="{FF4BAB45-1BC0-415A-8A81-AD9DC51D4827}" dt="2026-08-10T07:36:13.084" v="2816" actId="164"/>
          <ac:grpSpMkLst>
            <pc:docMk/>
            <pc:sldMk cId="1622879907" sldId="266"/>
            <ac:grpSpMk id="51" creationId="{E9856612-8AA0-02B7-F00C-E4FE3522320D}"/>
          </ac:grpSpMkLst>
        </pc:grpChg>
        <pc:grpChg chg="add mod">
          <ac:chgData name="진관 정" userId="f8975a598298c7d0" providerId="LiveId" clId="{FF4BAB45-1BC0-415A-8A81-AD9DC51D4827}" dt="2026-08-10T07:36:35.826" v="2827" actId="1076"/>
          <ac:grpSpMkLst>
            <pc:docMk/>
            <pc:sldMk cId="1622879907" sldId="266"/>
            <ac:grpSpMk id="52" creationId="{F793FFA9-A33B-E789-F5B2-A1542DC0710B}"/>
          </ac:grpSpMkLst>
        </pc:grpChg>
        <pc:picChg chg="mod">
          <ac:chgData name="진관 정" userId="f8975a598298c7d0" providerId="LiveId" clId="{FF4BAB45-1BC0-415A-8A81-AD9DC51D4827}" dt="2026-08-10T06:50:50.485" v="1257" actId="1076"/>
          <ac:picMkLst>
            <pc:docMk/>
            <pc:sldMk cId="1622879907" sldId="266"/>
            <ac:picMk id="2" creationId="{8B1E70FD-461E-A60B-2A00-9C28D6E67C13}"/>
          </ac:picMkLst>
        </pc:picChg>
        <pc:picChg chg="mod">
          <ac:chgData name="진관 정" userId="f8975a598298c7d0" providerId="LiveId" clId="{FF4BAB45-1BC0-415A-8A81-AD9DC51D4827}" dt="2026-08-10T07:36:27.443" v="2824" actId="1076"/>
          <ac:picMkLst>
            <pc:docMk/>
            <pc:sldMk cId="1622879907" sldId="266"/>
            <ac:picMk id="3" creationId="{D53CC850-CD49-4BAA-E35C-565A44D7EC92}"/>
          </ac:picMkLst>
        </pc:picChg>
        <pc:picChg chg="add del">
          <ac:chgData name="진관 정" userId="f8975a598298c7d0" providerId="LiveId" clId="{FF4BAB45-1BC0-415A-8A81-AD9DC51D4827}" dt="2026-08-10T06:45:56.212" v="1152" actId="22"/>
          <ac:picMkLst>
            <pc:docMk/>
            <pc:sldMk cId="1622879907" sldId="266"/>
            <ac:picMk id="6" creationId="{02A8F458-B168-C089-72BD-794FE8BF7B8F}"/>
          </ac:picMkLst>
        </pc:picChg>
        <pc:picChg chg="add mod">
          <ac:chgData name="진관 정" userId="f8975a598298c7d0" providerId="LiveId" clId="{FF4BAB45-1BC0-415A-8A81-AD9DC51D4827}" dt="2026-08-10T06:46:05.843" v="1153" actId="571"/>
          <ac:picMkLst>
            <pc:docMk/>
            <pc:sldMk cId="1622879907" sldId="266"/>
            <ac:picMk id="7" creationId="{E8F7C240-5B19-6039-7C94-EA8BACF0EA82}"/>
          </ac:picMkLst>
        </pc:picChg>
        <pc:picChg chg="add mod">
          <ac:chgData name="진관 정" userId="f8975a598298c7d0" providerId="LiveId" clId="{FF4BAB45-1BC0-415A-8A81-AD9DC51D4827}" dt="2026-08-10T06:46:05.843" v="1153" actId="571"/>
          <ac:picMkLst>
            <pc:docMk/>
            <pc:sldMk cId="1622879907" sldId="266"/>
            <ac:picMk id="8" creationId="{084AF146-3908-924A-12E3-FC78CFF813DE}"/>
          </ac:picMkLst>
        </pc:picChg>
        <pc:picChg chg="add mod">
          <ac:chgData name="진관 정" userId="f8975a598298c7d0" providerId="LiveId" clId="{FF4BAB45-1BC0-415A-8A81-AD9DC51D4827}" dt="2026-08-10T06:46:05.843" v="1153" actId="571"/>
          <ac:picMkLst>
            <pc:docMk/>
            <pc:sldMk cId="1622879907" sldId="266"/>
            <ac:picMk id="9" creationId="{6FBB1263-0339-D87C-6CD8-160EB5022A3B}"/>
          </ac:picMkLst>
        </pc:picChg>
        <pc:picChg chg="add mod modCrop">
          <ac:chgData name="진관 정" userId="f8975a598298c7d0" providerId="LiveId" clId="{FF4BAB45-1BC0-415A-8A81-AD9DC51D4827}" dt="2026-08-10T06:47:04.092" v="1194" actId="1035"/>
          <ac:picMkLst>
            <pc:docMk/>
            <pc:sldMk cId="1622879907" sldId="266"/>
            <ac:picMk id="11" creationId="{F14301A6-D669-1B90-1764-F33644623E98}"/>
          </ac:picMkLst>
        </pc:picChg>
        <pc:picChg chg="add del">
          <ac:chgData name="진관 정" userId="f8975a598298c7d0" providerId="LiveId" clId="{FF4BAB45-1BC0-415A-8A81-AD9DC51D4827}" dt="2026-08-10T06:47:15.592" v="1196" actId="22"/>
          <ac:picMkLst>
            <pc:docMk/>
            <pc:sldMk cId="1622879907" sldId="266"/>
            <ac:picMk id="13" creationId="{98C04963-1A44-51FD-CC76-AF082140643E}"/>
          </ac:picMkLst>
        </pc:picChg>
        <pc:picChg chg="add mod">
          <ac:chgData name="진관 정" userId="f8975a598298c7d0" providerId="LiveId" clId="{FF4BAB45-1BC0-415A-8A81-AD9DC51D4827}" dt="2026-08-10T06:47:24.109" v="1198" actId="571"/>
          <ac:picMkLst>
            <pc:docMk/>
            <pc:sldMk cId="1622879907" sldId="266"/>
            <ac:picMk id="14" creationId="{3D1E4940-CCEE-BF38-C7FD-3C7EA53A00F7}"/>
          </ac:picMkLst>
        </pc:picChg>
        <pc:picChg chg="add del mod modCrop">
          <ac:chgData name="진관 정" userId="f8975a598298c7d0" providerId="LiveId" clId="{FF4BAB45-1BC0-415A-8A81-AD9DC51D4827}" dt="2026-08-10T06:49:09.659" v="1236" actId="22"/>
          <ac:picMkLst>
            <pc:docMk/>
            <pc:sldMk cId="1622879907" sldId="266"/>
            <ac:picMk id="18" creationId="{7992EE6E-7E47-796D-576A-7EFDF0763497}"/>
          </ac:picMkLst>
        </pc:picChg>
        <pc:picChg chg="add mod modCrop">
          <ac:chgData name="진관 정" userId="f8975a598298c7d0" providerId="LiveId" clId="{FF4BAB45-1BC0-415A-8A81-AD9DC51D4827}" dt="2026-08-10T06:50:20.933" v="1255"/>
          <ac:picMkLst>
            <pc:docMk/>
            <pc:sldMk cId="1622879907" sldId="266"/>
            <ac:picMk id="19" creationId="{F2B1D0C0-2DAE-8E99-612A-9F95BAEFDA7C}"/>
          </ac:picMkLst>
        </pc:picChg>
        <pc:picChg chg="add del">
          <ac:chgData name="진관 정" userId="f8975a598298c7d0" providerId="LiveId" clId="{FF4BAB45-1BC0-415A-8A81-AD9DC51D4827}" dt="2026-08-10T06:51:23.654" v="1274" actId="22"/>
          <ac:picMkLst>
            <pc:docMk/>
            <pc:sldMk cId="1622879907" sldId="266"/>
            <ac:picMk id="21" creationId="{56ACB8A2-783E-8145-9765-AE0A56530525}"/>
          </ac:picMkLst>
        </pc:picChg>
        <pc:picChg chg="add mod">
          <ac:chgData name="진관 정" userId="f8975a598298c7d0" providerId="LiveId" clId="{FF4BAB45-1BC0-415A-8A81-AD9DC51D4827}" dt="2026-08-10T06:51:33.955" v="1280" actId="571"/>
          <ac:picMkLst>
            <pc:docMk/>
            <pc:sldMk cId="1622879907" sldId="266"/>
            <ac:picMk id="22" creationId="{449D2A62-A4CF-5B55-03D9-ADFC6E067080}"/>
          </ac:picMkLst>
        </pc:picChg>
        <pc:picChg chg="add mod">
          <ac:chgData name="진관 정" userId="f8975a598298c7d0" providerId="LiveId" clId="{FF4BAB45-1BC0-415A-8A81-AD9DC51D4827}" dt="2026-08-10T06:51:33.955" v="1280" actId="571"/>
          <ac:picMkLst>
            <pc:docMk/>
            <pc:sldMk cId="1622879907" sldId="266"/>
            <ac:picMk id="23" creationId="{1F850656-C408-9460-1F26-1F2FB9C4F37B}"/>
          </ac:picMkLst>
        </pc:picChg>
        <pc:picChg chg="add mod">
          <ac:chgData name="진관 정" userId="f8975a598298c7d0" providerId="LiveId" clId="{FF4BAB45-1BC0-415A-8A81-AD9DC51D4827}" dt="2026-08-10T06:51:33.955" v="1280" actId="571"/>
          <ac:picMkLst>
            <pc:docMk/>
            <pc:sldMk cId="1622879907" sldId="266"/>
            <ac:picMk id="24" creationId="{32512D67-4D9B-B4D7-A840-9B271C6E0BE0}"/>
          </ac:picMkLst>
        </pc:picChg>
        <pc:picChg chg="add mod">
          <ac:chgData name="진관 정" userId="f8975a598298c7d0" providerId="LiveId" clId="{FF4BAB45-1BC0-415A-8A81-AD9DC51D4827}" dt="2026-08-10T06:51:33.955" v="1280" actId="571"/>
          <ac:picMkLst>
            <pc:docMk/>
            <pc:sldMk cId="1622879907" sldId="266"/>
            <ac:picMk id="26" creationId="{FFFC19CB-AE57-3213-8AC4-2DAE0906F26A}"/>
          </ac:picMkLst>
        </pc:picChg>
        <pc:picChg chg="add del mod">
          <ac:chgData name="진관 정" userId="f8975a598298c7d0" providerId="LiveId" clId="{FF4BAB45-1BC0-415A-8A81-AD9DC51D4827}" dt="2026-08-10T06:51:49.522" v="1282" actId="478"/>
          <ac:picMkLst>
            <pc:docMk/>
            <pc:sldMk cId="1622879907" sldId="266"/>
            <ac:picMk id="31" creationId="{7D2CF89A-DEFB-B980-7D3B-A3CCF6494A06}"/>
          </ac:picMkLst>
        </pc:picChg>
        <pc:picChg chg="add del mod">
          <ac:chgData name="진관 정" userId="f8975a598298c7d0" providerId="LiveId" clId="{FF4BAB45-1BC0-415A-8A81-AD9DC51D4827}" dt="2026-08-10T06:52:07.233" v="1286" actId="478"/>
          <ac:picMkLst>
            <pc:docMk/>
            <pc:sldMk cId="1622879907" sldId="266"/>
            <ac:picMk id="36" creationId="{CBDCA82B-A59F-9746-1E41-923B22A07BE6}"/>
          </ac:picMkLst>
        </pc:picChg>
        <pc:picChg chg="add del">
          <ac:chgData name="진관 정" userId="f8975a598298c7d0" providerId="LiveId" clId="{FF4BAB45-1BC0-415A-8A81-AD9DC51D4827}" dt="2026-08-10T07:35:09.394" v="2637" actId="22"/>
          <ac:picMkLst>
            <pc:docMk/>
            <pc:sldMk cId="1622879907" sldId="266"/>
            <ac:picMk id="46" creationId="{152D83B4-4586-720D-4AE5-ABA9F096EEDA}"/>
          </ac:picMkLst>
        </pc:picChg>
        <pc:picChg chg="mod topLvl">
          <ac:chgData name="진관 정" userId="f8975a598298c7d0" providerId="LiveId" clId="{FF4BAB45-1BC0-415A-8A81-AD9DC51D4827}" dt="2026-08-10T07:36:30.134" v="2826" actId="571"/>
          <ac:picMkLst>
            <pc:docMk/>
            <pc:sldMk cId="1622879907" sldId="266"/>
            <ac:picMk id="48" creationId="{A8064CA4-9F1E-0243-9847-03EB9CA33AA3}"/>
          </ac:picMkLst>
        </pc:picChg>
        <pc:picChg chg="mod topLvl">
          <ac:chgData name="진관 정" userId="f8975a598298c7d0" providerId="LiveId" clId="{FF4BAB45-1BC0-415A-8A81-AD9DC51D4827}" dt="2026-08-10T07:36:30.134" v="2826" actId="571"/>
          <ac:picMkLst>
            <pc:docMk/>
            <pc:sldMk cId="1622879907" sldId="266"/>
            <ac:picMk id="49" creationId="{4176BA27-9205-803F-5EB6-917BADC71A22}"/>
          </ac:picMkLst>
        </pc:picChg>
        <pc:picChg chg="mod modCrop">
          <ac:chgData name="진관 정" userId="f8975a598298c7d0" providerId="LiveId" clId="{FF4BAB45-1BC0-415A-8A81-AD9DC51D4827}" dt="2026-08-10T07:17:19.852" v="2464" actId="732"/>
          <ac:picMkLst>
            <pc:docMk/>
            <pc:sldMk cId="1622879907" sldId="266"/>
            <ac:picMk id="84" creationId="{1167BF4C-A785-66FC-BBB3-564E674F4922}"/>
          </ac:picMkLst>
        </pc:picChg>
        <pc:picChg chg="mod">
          <ac:chgData name="진관 정" userId="f8975a598298c7d0" providerId="LiveId" clId="{FF4BAB45-1BC0-415A-8A81-AD9DC51D4827}" dt="2026-08-10T06:44:31.817" v="1128" actId="1076"/>
          <ac:picMkLst>
            <pc:docMk/>
            <pc:sldMk cId="1622879907" sldId="266"/>
            <ac:picMk id="88" creationId="{D9343DF8-D12B-41BE-BC61-726ED891EF76}"/>
          </ac:picMkLst>
        </pc:picChg>
        <pc:picChg chg="mod">
          <ac:chgData name="진관 정" userId="f8975a598298c7d0" providerId="LiveId" clId="{FF4BAB45-1BC0-415A-8A81-AD9DC51D4827}" dt="2026-08-10T06:45:45.684" v="1150" actId="1076"/>
          <ac:picMkLst>
            <pc:docMk/>
            <pc:sldMk cId="1622879907" sldId="266"/>
            <ac:picMk id="90" creationId="{0A3EA58D-1C04-A35C-F4B9-8F0925193918}"/>
          </ac:picMkLst>
        </pc:picChg>
        <pc:picChg chg="mod">
          <ac:chgData name="진관 정" userId="f8975a598298c7d0" providerId="LiveId" clId="{FF4BAB45-1BC0-415A-8A81-AD9DC51D4827}" dt="2026-08-10T06:45:45.684" v="1150" actId="1076"/>
          <ac:picMkLst>
            <pc:docMk/>
            <pc:sldMk cId="1622879907" sldId="266"/>
            <ac:picMk id="92" creationId="{B0DD2C6D-AE7E-A7E9-BC33-D4E18978B4B3}"/>
          </ac:picMkLst>
        </pc:picChg>
        <pc:picChg chg="add del">
          <ac:chgData name="진관 정" userId="f8975a598298c7d0" providerId="LiveId" clId="{FF4BAB45-1BC0-415A-8A81-AD9DC51D4827}" dt="2026-08-10T06:51:09.337" v="1260" actId="478"/>
          <ac:picMkLst>
            <pc:docMk/>
            <pc:sldMk cId="1622879907" sldId="266"/>
            <ac:picMk id="96" creationId="{321CEE62-60A4-4182-B619-14BBE0788C77}"/>
          </ac:picMkLst>
        </pc:picChg>
        <pc:picChg chg="add del">
          <ac:chgData name="진관 정" userId="f8975a598298c7d0" providerId="LiveId" clId="{FF4BAB45-1BC0-415A-8A81-AD9DC51D4827}" dt="2026-08-10T06:51:09.337" v="1260" actId="478"/>
          <ac:picMkLst>
            <pc:docMk/>
            <pc:sldMk cId="1622879907" sldId="266"/>
            <ac:picMk id="98" creationId="{61F5C1E6-8581-D89B-A89F-A00EECCA6268}"/>
          </ac:picMkLst>
        </pc:picChg>
        <pc:picChg chg="add del">
          <ac:chgData name="진관 정" userId="f8975a598298c7d0" providerId="LiveId" clId="{FF4BAB45-1BC0-415A-8A81-AD9DC51D4827}" dt="2026-08-10T06:51:09.337" v="1260" actId="478"/>
          <ac:picMkLst>
            <pc:docMk/>
            <pc:sldMk cId="1622879907" sldId="266"/>
            <ac:picMk id="100" creationId="{55EE25D7-E981-3A4A-AEE1-634BF577D291}"/>
          </ac:picMkLst>
        </pc:picChg>
        <pc:picChg chg="add del">
          <ac:chgData name="진관 정" userId="f8975a598298c7d0" providerId="LiveId" clId="{FF4BAB45-1BC0-415A-8A81-AD9DC51D4827}" dt="2026-08-10T06:51:09.337" v="1260" actId="478"/>
          <ac:picMkLst>
            <pc:docMk/>
            <pc:sldMk cId="1622879907" sldId="266"/>
            <ac:picMk id="102" creationId="{95998073-1D55-B653-1E73-1DE94CBFF09D}"/>
          </ac:picMkLst>
        </pc:picChg>
        <pc:picChg chg="del">
          <ac:chgData name="진관 정" userId="f8975a598298c7d0" providerId="LiveId" clId="{FF4BAB45-1BC0-415A-8A81-AD9DC51D4827}" dt="2026-08-10T06:43:57.797" v="1125" actId="478"/>
          <ac:picMkLst>
            <pc:docMk/>
            <pc:sldMk cId="1622879907" sldId="266"/>
            <ac:picMk id="113" creationId="{F76AF4BE-7D61-E614-0EBA-0E6C773B9DFE}"/>
          </ac:picMkLst>
        </pc:picChg>
        <pc:picChg chg="del">
          <ac:chgData name="진관 정" userId="f8975a598298c7d0" providerId="LiveId" clId="{FF4BAB45-1BC0-415A-8A81-AD9DC51D4827}" dt="2026-08-10T06:43:57.797" v="1125" actId="478"/>
          <ac:picMkLst>
            <pc:docMk/>
            <pc:sldMk cId="1622879907" sldId="266"/>
            <ac:picMk id="114" creationId="{21311498-8AAC-8B6D-1C7F-4DE0E39C9B1C}"/>
          </ac:picMkLst>
        </pc:picChg>
        <pc:picChg chg="del">
          <ac:chgData name="진관 정" userId="f8975a598298c7d0" providerId="LiveId" clId="{FF4BAB45-1BC0-415A-8A81-AD9DC51D4827}" dt="2026-08-10T06:43:57.797" v="1125" actId="478"/>
          <ac:picMkLst>
            <pc:docMk/>
            <pc:sldMk cId="1622879907" sldId="266"/>
            <ac:picMk id="116" creationId="{11032392-02C4-507A-0577-11C7229E06FF}"/>
          </ac:picMkLst>
        </pc:picChg>
        <pc:picChg chg="del">
          <ac:chgData name="진관 정" userId="f8975a598298c7d0" providerId="LiveId" clId="{FF4BAB45-1BC0-415A-8A81-AD9DC51D4827}" dt="2026-08-10T06:43:57.797" v="1125" actId="478"/>
          <ac:picMkLst>
            <pc:docMk/>
            <pc:sldMk cId="1622879907" sldId="266"/>
            <ac:picMk id="118" creationId="{F2EDFB68-0047-38DF-74E2-36378201DB19}"/>
          </ac:picMkLst>
        </pc:picChg>
        <pc:picChg chg="del">
          <ac:chgData name="진관 정" userId="f8975a598298c7d0" providerId="LiveId" clId="{FF4BAB45-1BC0-415A-8A81-AD9DC51D4827}" dt="2026-08-10T06:43:57.797" v="1125" actId="478"/>
          <ac:picMkLst>
            <pc:docMk/>
            <pc:sldMk cId="1622879907" sldId="266"/>
            <ac:picMk id="120" creationId="{F7415195-C979-D578-6583-11245D564D0B}"/>
          </ac:picMkLst>
        </pc:picChg>
        <pc:cxnChg chg="add del mod">
          <ac:chgData name="진관 정" userId="f8975a598298c7d0" providerId="LiveId" clId="{FF4BAB45-1BC0-415A-8A81-AD9DC51D4827}" dt="2026-08-10T06:49:11.379" v="1238" actId="478"/>
          <ac:cxnSpMkLst>
            <pc:docMk/>
            <pc:sldMk cId="1622879907" sldId="266"/>
            <ac:cxnSpMk id="16" creationId="{3D68FAC2-E1D7-B8DB-1366-A92BE07A73BA}"/>
          </ac:cxnSpMkLst>
        </pc:cxnChg>
      </pc:sldChg>
      <pc:sldChg chg="addSp delSp modSp add mod">
        <pc:chgData name="진관 정" userId="f8975a598298c7d0" providerId="LiveId" clId="{FF4BAB45-1BC0-415A-8A81-AD9DC51D4827}" dt="2026-08-10T10:18:10.691" v="7792" actId="1038"/>
        <pc:sldMkLst>
          <pc:docMk/>
          <pc:sldMk cId="585168352" sldId="267"/>
        </pc:sldMkLst>
        <pc:spChg chg="mod">
          <ac:chgData name="진관 정" userId="f8975a598298c7d0" providerId="LiveId" clId="{FF4BAB45-1BC0-415A-8A81-AD9DC51D4827}" dt="2026-08-10T09:05:34.918" v="6481" actId="20577"/>
          <ac:spMkLst>
            <pc:docMk/>
            <pc:sldMk cId="585168352" sldId="267"/>
            <ac:spMk id="9" creationId="{350DEEA8-2276-7A96-3503-9C16DA6A1D7E}"/>
          </ac:spMkLst>
        </pc:spChg>
        <pc:spChg chg="add mod">
          <ac:chgData name="진관 정" userId="f8975a598298c7d0" providerId="LiveId" clId="{FF4BAB45-1BC0-415A-8A81-AD9DC51D4827}" dt="2026-08-10T08:46:09.301" v="6029" actId="164"/>
          <ac:spMkLst>
            <pc:docMk/>
            <pc:sldMk cId="585168352" sldId="267"/>
            <ac:spMk id="10" creationId="{38B8E277-2ECA-14E4-4D47-5FE7D52B0653}"/>
          </ac:spMkLst>
        </pc:spChg>
        <pc:spChg chg="add mod">
          <ac:chgData name="진관 정" userId="f8975a598298c7d0" providerId="LiveId" clId="{FF4BAB45-1BC0-415A-8A81-AD9DC51D4827}" dt="2026-08-10T09:03:09.632" v="6347"/>
          <ac:spMkLst>
            <pc:docMk/>
            <pc:sldMk cId="585168352" sldId="267"/>
            <ac:spMk id="13" creationId="{FA17A59B-7BDE-190D-157E-4FA64C62CF5C}"/>
          </ac:spMkLst>
        </pc:spChg>
        <pc:spChg chg="add mod">
          <ac:chgData name="진관 정" userId="f8975a598298c7d0" providerId="LiveId" clId="{FF4BAB45-1BC0-415A-8A81-AD9DC51D4827}" dt="2026-08-10T08:46:09.301" v="6029" actId="164"/>
          <ac:spMkLst>
            <pc:docMk/>
            <pc:sldMk cId="585168352" sldId="267"/>
            <ac:spMk id="14" creationId="{D3733205-5F57-D2A0-AEF8-AE4C5BC24493}"/>
          </ac:spMkLst>
        </pc:spChg>
        <pc:spChg chg="add mod">
          <ac:chgData name="진관 정" userId="f8975a598298c7d0" providerId="LiveId" clId="{FF4BAB45-1BC0-415A-8A81-AD9DC51D4827}" dt="2026-08-10T09:03:06.597" v="6346"/>
          <ac:spMkLst>
            <pc:docMk/>
            <pc:sldMk cId="585168352" sldId="267"/>
            <ac:spMk id="18" creationId="{0467AECA-EC2F-8EF9-B059-84D46D0B861A}"/>
          </ac:spMkLst>
        </pc:spChg>
        <pc:spChg chg="add mod">
          <ac:chgData name="진관 정" userId="f8975a598298c7d0" providerId="LiveId" clId="{FF4BAB45-1BC0-415A-8A81-AD9DC51D4827}" dt="2026-08-10T08:38:27.074" v="5520" actId="571"/>
          <ac:spMkLst>
            <pc:docMk/>
            <pc:sldMk cId="585168352" sldId="267"/>
            <ac:spMk id="20" creationId="{749F6727-BDBB-4276-C874-4F69EE5FD328}"/>
          </ac:spMkLst>
        </pc:spChg>
        <pc:spChg chg="add mod">
          <ac:chgData name="진관 정" userId="f8975a598298c7d0" providerId="LiveId" clId="{FF4BAB45-1BC0-415A-8A81-AD9DC51D4827}" dt="2026-08-10T08:46:09.301" v="6029" actId="164"/>
          <ac:spMkLst>
            <pc:docMk/>
            <pc:sldMk cId="585168352" sldId="267"/>
            <ac:spMk id="22" creationId="{75B3FCCE-3010-FBC3-FB35-0CE25A6E9029}"/>
          </ac:spMkLst>
        </pc:spChg>
        <pc:spChg chg="mod">
          <ac:chgData name="진관 정" userId="f8975a598298c7d0" providerId="LiveId" clId="{FF4BAB45-1BC0-415A-8A81-AD9DC51D4827}" dt="2026-08-10T10:18:10.691" v="7792" actId="1038"/>
          <ac:spMkLst>
            <pc:docMk/>
            <pc:sldMk cId="585168352" sldId="267"/>
            <ac:spMk id="59" creationId="{768F7EFC-3B22-A680-939B-3C29FA4954D4}"/>
          </ac:spMkLst>
        </pc:spChg>
        <pc:spChg chg="mod">
          <ac:chgData name="진관 정" userId="f8975a598298c7d0" providerId="LiveId" clId="{FF4BAB45-1BC0-415A-8A81-AD9DC51D4827}" dt="2026-08-10T08:46:09.301" v="6029" actId="164"/>
          <ac:spMkLst>
            <pc:docMk/>
            <pc:sldMk cId="585168352" sldId="267"/>
            <ac:spMk id="60" creationId="{0043E56F-E0EE-3DDF-B353-A217AB582963}"/>
          </ac:spMkLst>
        </pc:spChg>
        <pc:spChg chg="mod">
          <ac:chgData name="진관 정" userId="f8975a598298c7d0" providerId="LiveId" clId="{FF4BAB45-1BC0-415A-8A81-AD9DC51D4827}" dt="2026-08-10T10:18:10.691" v="7792" actId="1038"/>
          <ac:spMkLst>
            <pc:docMk/>
            <pc:sldMk cId="585168352" sldId="267"/>
            <ac:spMk id="61" creationId="{AB46A709-CC84-8332-B708-559F501E403D}"/>
          </ac:spMkLst>
        </pc:spChg>
        <pc:spChg chg="mod">
          <ac:chgData name="진관 정" userId="f8975a598298c7d0" providerId="LiveId" clId="{FF4BAB45-1BC0-415A-8A81-AD9DC51D4827}" dt="2026-08-10T10:18:10.691" v="7792" actId="1038"/>
          <ac:spMkLst>
            <pc:docMk/>
            <pc:sldMk cId="585168352" sldId="267"/>
            <ac:spMk id="62" creationId="{1434D15D-E4D1-39B4-EBBE-397B2B4DA56C}"/>
          </ac:spMkLst>
        </pc:spChg>
        <pc:spChg chg="mod">
          <ac:chgData name="진관 정" userId="f8975a598298c7d0" providerId="LiveId" clId="{FF4BAB45-1BC0-415A-8A81-AD9DC51D4827}" dt="2026-08-10T10:18:10.691" v="7792" actId="1038"/>
          <ac:spMkLst>
            <pc:docMk/>
            <pc:sldMk cId="585168352" sldId="267"/>
            <ac:spMk id="63" creationId="{B80E4BD8-0CEF-F01E-8CB0-D47F48EA4F16}"/>
          </ac:spMkLst>
        </pc:spChg>
        <pc:spChg chg="del mod">
          <ac:chgData name="진관 정" userId="f8975a598298c7d0" providerId="LiveId" clId="{FF4BAB45-1BC0-415A-8A81-AD9DC51D4827}" dt="2026-08-10T08:21:50.764" v="4976" actId="478"/>
          <ac:spMkLst>
            <pc:docMk/>
            <pc:sldMk cId="585168352" sldId="267"/>
            <ac:spMk id="69" creationId="{96816BEB-D713-4ECC-B9A1-7923C672288C}"/>
          </ac:spMkLst>
        </pc:spChg>
        <pc:spChg chg="mod">
          <ac:chgData name="진관 정" userId="f8975a598298c7d0" providerId="LiveId" clId="{FF4BAB45-1BC0-415A-8A81-AD9DC51D4827}" dt="2026-08-10T08:46:09.301" v="6029" actId="164"/>
          <ac:spMkLst>
            <pc:docMk/>
            <pc:sldMk cId="585168352" sldId="267"/>
            <ac:spMk id="70" creationId="{550242D4-5819-5E1A-5C11-72E5A830BFE2}"/>
          </ac:spMkLst>
        </pc:spChg>
        <pc:spChg chg="mod">
          <ac:chgData name="진관 정" userId="f8975a598298c7d0" providerId="LiveId" clId="{FF4BAB45-1BC0-415A-8A81-AD9DC51D4827}" dt="2026-08-10T09:17:30.386" v="6546" actId="6549"/>
          <ac:spMkLst>
            <pc:docMk/>
            <pc:sldMk cId="585168352" sldId="267"/>
            <ac:spMk id="71" creationId="{0E164BF5-724B-49DB-97B7-F593148D786A}"/>
          </ac:spMkLst>
        </pc:spChg>
        <pc:spChg chg="mod">
          <ac:chgData name="진관 정" userId="f8975a598298c7d0" providerId="LiveId" clId="{FF4BAB45-1BC0-415A-8A81-AD9DC51D4827}" dt="2026-08-10T09:18:07.551" v="6630" actId="20577"/>
          <ac:spMkLst>
            <pc:docMk/>
            <pc:sldMk cId="585168352" sldId="267"/>
            <ac:spMk id="72" creationId="{5F37AF8B-265F-C17D-83BC-64B780E8A8B4}"/>
          </ac:spMkLst>
        </pc:spChg>
        <pc:spChg chg="mod">
          <ac:chgData name="진관 정" userId="f8975a598298c7d0" providerId="LiveId" clId="{FF4BAB45-1BC0-415A-8A81-AD9DC51D4827}" dt="2026-08-10T08:46:09.301" v="6029" actId="164"/>
          <ac:spMkLst>
            <pc:docMk/>
            <pc:sldMk cId="585168352" sldId="267"/>
            <ac:spMk id="73" creationId="{DF24B551-2BAC-5B92-8200-48079616B3BD}"/>
          </ac:spMkLst>
        </pc:spChg>
        <pc:spChg chg="mod topLvl">
          <ac:chgData name="진관 정" userId="f8975a598298c7d0" providerId="LiveId" clId="{FF4BAB45-1BC0-415A-8A81-AD9DC51D4827}" dt="2026-08-10T09:26:43.517" v="6721" actId="20577"/>
          <ac:spMkLst>
            <pc:docMk/>
            <pc:sldMk cId="585168352" sldId="267"/>
            <ac:spMk id="77" creationId="{64B9EBD3-1166-8F3B-9FBB-8BC7241C8E51}"/>
          </ac:spMkLst>
        </pc:spChg>
        <pc:grpChg chg="add mod">
          <ac:chgData name="진관 정" userId="f8975a598298c7d0" providerId="LiveId" clId="{FF4BAB45-1BC0-415A-8A81-AD9DC51D4827}" dt="2026-08-10T09:19:09.168" v="6689" actId="164"/>
          <ac:grpSpMkLst>
            <pc:docMk/>
            <pc:sldMk cId="585168352" sldId="267"/>
            <ac:grpSpMk id="17" creationId="{8EEA27F6-5FB5-6495-24B5-3AE7C3152E22}"/>
          </ac:grpSpMkLst>
        </pc:grpChg>
        <pc:grpChg chg="add del mod">
          <ac:chgData name="진관 정" userId="f8975a598298c7d0" providerId="LiveId" clId="{FF4BAB45-1BC0-415A-8A81-AD9DC51D4827}" dt="2026-08-10T08:57:52.962" v="6240" actId="165"/>
          <ac:grpSpMkLst>
            <pc:docMk/>
            <pc:sldMk cId="585168352" sldId="267"/>
            <ac:grpSpMk id="24" creationId="{69E02DF1-3438-C365-3545-90419E78A93F}"/>
          </ac:grpSpMkLst>
        </pc:grpChg>
        <pc:grpChg chg="mod">
          <ac:chgData name="진관 정" userId="f8975a598298c7d0" providerId="LiveId" clId="{FF4BAB45-1BC0-415A-8A81-AD9DC51D4827}" dt="2026-08-10T10:18:05.260" v="7790" actId="1076"/>
          <ac:grpSpMkLst>
            <pc:docMk/>
            <pc:sldMk cId="585168352" sldId="267"/>
            <ac:grpSpMk id="25" creationId="{6601F740-2ADD-A8E4-AB8F-C427BC59DF99}"/>
          </ac:grpSpMkLst>
        </pc:grpChg>
        <pc:grpChg chg="add del mod">
          <ac:chgData name="진관 정" userId="f8975a598298c7d0" providerId="LiveId" clId="{FF4BAB45-1BC0-415A-8A81-AD9DC51D4827}" dt="2026-08-10T09:18:41.705" v="6634" actId="165"/>
          <ac:grpSpMkLst>
            <pc:docMk/>
            <pc:sldMk cId="585168352" sldId="267"/>
            <ac:grpSpMk id="26" creationId="{FD2C6C53-ED17-D217-AC9A-7BE97930669F}"/>
          </ac:grpSpMkLst>
        </pc:grpChg>
        <pc:grpChg chg="del">
          <ac:chgData name="진관 정" userId="f8975a598298c7d0" providerId="LiveId" clId="{FF4BAB45-1BC0-415A-8A81-AD9DC51D4827}" dt="2026-08-10T08:40:21.193" v="5683" actId="165"/>
          <ac:grpSpMkLst>
            <pc:docMk/>
            <pc:sldMk cId="585168352" sldId="267"/>
            <ac:grpSpMk id="74" creationId="{06F5E2A1-0559-B6A5-02C3-A5EB2A91CD6C}"/>
          </ac:grpSpMkLst>
        </pc:grpChg>
        <pc:picChg chg="mod">
          <ac:chgData name="진관 정" userId="f8975a598298c7d0" providerId="LiveId" clId="{FF4BAB45-1BC0-415A-8A81-AD9DC51D4827}" dt="2026-08-10T08:28:35.944" v="5249" actId="1076"/>
          <ac:picMkLst>
            <pc:docMk/>
            <pc:sldMk cId="585168352" sldId="267"/>
            <ac:picMk id="2" creationId="{FD3DBE47-AE4E-5BEC-E81B-41DA9B86FE05}"/>
          </ac:picMkLst>
        </pc:picChg>
        <pc:picChg chg="mod">
          <ac:chgData name="진관 정" userId="f8975a598298c7d0" providerId="LiveId" clId="{FF4BAB45-1BC0-415A-8A81-AD9DC51D4827}" dt="2026-08-10T08:40:29.222" v="5686" actId="1076"/>
          <ac:picMkLst>
            <pc:docMk/>
            <pc:sldMk cId="585168352" sldId="267"/>
            <ac:picMk id="3" creationId="{F43FB4A6-2D0B-B2B0-CA69-46B5F823EE18}"/>
          </ac:picMkLst>
        </pc:picChg>
        <pc:picChg chg="add mod">
          <ac:chgData name="진관 정" userId="f8975a598298c7d0" providerId="LiveId" clId="{FF4BAB45-1BC0-415A-8A81-AD9DC51D4827}" dt="2026-08-10T08:30:30.948" v="5312" actId="1076"/>
          <ac:picMkLst>
            <pc:docMk/>
            <pc:sldMk cId="585168352" sldId="267"/>
            <ac:picMk id="5" creationId="{9CA17E81-03D9-9D39-EDF9-680EB6614EA4}"/>
          </ac:picMkLst>
        </pc:picChg>
        <pc:picChg chg="add mod">
          <ac:chgData name="진관 정" userId="f8975a598298c7d0" providerId="LiveId" clId="{FF4BAB45-1BC0-415A-8A81-AD9DC51D4827}" dt="2026-08-10T08:30:33.523" v="5313" actId="571"/>
          <ac:picMkLst>
            <pc:docMk/>
            <pc:sldMk cId="585168352" sldId="267"/>
            <ac:picMk id="6" creationId="{F5D0C8AC-0DDC-0541-2F9F-413374B2A327}"/>
          </ac:picMkLst>
        </pc:picChg>
        <pc:picChg chg="add mod">
          <ac:chgData name="진관 정" userId="f8975a598298c7d0" providerId="LiveId" clId="{FF4BAB45-1BC0-415A-8A81-AD9DC51D4827}" dt="2026-08-10T08:32:57.240" v="5349" actId="1038"/>
          <ac:picMkLst>
            <pc:docMk/>
            <pc:sldMk cId="585168352" sldId="267"/>
            <ac:picMk id="7" creationId="{611438FA-A84A-D21E-9AE7-BD45C6E513F3}"/>
          </ac:picMkLst>
        </pc:picChg>
        <pc:picChg chg="add mod">
          <ac:chgData name="진관 정" userId="f8975a598298c7d0" providerId="LiveId" clId="{FF4BAB45-1BC0-415A-8A81-AD9DC51D4827}" dt="2026-08-10T08:32:57.240" v="5349" actId="1038"/>
          <ac:picMkLst>
            <pc:docMk/>
            <pc:sldMk cId="585168352" sldId="267"/>
            <ac:picMk id="8" creationId="{FF7543AC-6026-8E5D-AC02-207B1FEDC88F}"/>
          </ac:picMkLst>
        </pc:picChg>
        <pc:picChg chg="add mod modCrop">
          <ac:chgData name="진관 정" userId="f8975a598298c7d0" providerId="LiveId" clId="{FF4BAB45-1BC0-415A-8A81-AD9DC51D4827}" dt="2026-08-10T08:32:47.961" v="5348" actId="1038"/>
          <ac:picMkLst>
            <pc:docMk/>
            <pc:sldMk cId="585168352" sldId="267"/>
            <ac:picMk id="12" creationId="{CA1ED593-660D-81CF-9C68-7F2AF79697B1}"/>
          </ac:picMkLst>
        </pc:picChg>
        <pc:picChg chg="add mod">
          <ac:chgData name="진관 정" userId="f8975a598298c7d0" providerId="LiveId" clId="{FF4BAB45-1BC0-415A-8A81-AD9DC51D4827}" dt="2026-08-10T08:36:03.794" v="5462" actId="571"/>
          <ac:picMkLst>
            <pc:docMk/>
            <pc:sldMk cId="585168352" sldId="267"/>
            <ac:picMk id="16" creationId="{F59D992F-AE47-A017-C1B8-61CD73DE8322}"/>
          </ac:picMkLst>
        </pc:picChg>
        <pc:picChg chg="add del mod">
          <ac:chgData name="진관 정" userId="f8975a598298c7d0" providerId="LiveId" clId="{FF4BAB45-1BC0-415A-8A81-AD9DC51D4827}" dt="2026-08-10T08:36:36.178" v="5472" actId="478"/>
          <ac:picMkLst>
            <pc:docMk/>
            <pc:sldMk cId="585168352" sldId="267"/>
            <ac:picMk id="17" creationId="{18BB70F7-9A3D-E231-2F8F-4DBB3558BD18}"/>
          </ac:picMkLst>
        </pc:picChg>
        <pc:picChg chg="add mod">
          <ac:chgData name="진관 정" userId="f8975a598298c7d0" providerId="LiveId" clId="{FF4BAB45-1BC0-415A-8A81-AD9DC51D4827}" dt="2026-08-10T08:38:27.074" v="5520" actId="571"/>
          <ac:picMkLst>
            <pc:docMk/>
            <pc:sldMk cId="585168352" sldId="267"/>
            <ac:picMk id="19" creationId="{AF341669-F9E1-7E41-2F44-E67328609C72}"/>
          </ac:picMkLst>
        </pc:picChg>
        <pc:picChg chg="add mod">
          <ac:chgData name="진관 정" userId="f8975a598298c7d0" providerId="LiveId" clId="{FF4BAB45-1BC0-415A-8A81-AD9DC51D4827}" dt="2026-08-10T08:39:19.722" v="5528" actId="571"/>
          <ac:picMkLst>
            <pc:docMk/>
            <pc:sldMk cId="585168352" sldId="267"/>
            <ac:picMk id="23" creationId="{71EEF5D7-B2E3-8489-F5F1-54EA802B4E08}"/>
          </ac:picMkLst>
        </pc:picChg>
        <pc:picChg chg="mod">
          <ac:chgData name="진관 정" userId="f8975a598298c7d0" providerId="LiveId" clId="{FF4BAB45-1BC0-415A-8A81-AD9DC51D4827}" dt="2026-08-10T08:38:24.927" v="5518" actId="1076"/>
          <ac:picMkLst>
            <pc:docMk/>
            <pc:sldMk cId="585168352" sldId="267"/>
            <ac:picMk id="53" creationId="{D8508401-59E2-D449-DCBE-A7B47981767A}"/>
          </ac:picMkLst>
        </pc:picChg>
        <pc:picChg chg="del">
          <ac:chgData name="진관 정" userId="f8975a598298c7d0" providerId="LiveId" clId="{FF4BAB45-1BC0-415A-8A81-AD9DC51D4827}" dt="2026-08-10T08:30:35.139" v="5314" actId="478"/>
          <ac:picMkLst>
            <pc:docMk/>
            <pc:sldMk cId="585168352" sldId="267"/>
            <ac:picMk id="56" creationId="{A686932B-1973-9587-0E29-98BF9E3A5052}"/>
          </ac:picMkLst>
        </pc:picChg>
        <pc:picChg chg="del">
          <ac:chgData name="진관 정" userId="f8975a598298c7d0" providerId="LiveId" clId="{FF4BAB45-1BC0-415A-8A81-AD9DC51D4827}" dt="2026-08-10T08:30:26.556" v="5310" actId="478"/>
          <ac:picMkLst>
            <pc:docMk/>
            <pc:sldMk cId="585168352" sldId="267"/>
            <ac:picMk id="57" creationId="{97F32E10-76B5-81CB-AB0F-D303B185C083}"/>
          </ac:picMkLst>
        </pc:picChg>
        <pc:picChg chg="mod modCrop">
          <ac:chgData name="진관 정" userId="f8975a598298c7d0" providerId="LiveId" clId="{FF4BAB45-1BC0-415A-8A81-AD9DC51D4827}" dt="2026-08-10T08:30:15.590" v="5308" actId="732"/>
          <ac:picMkLst>
            <pc:docMk/>
            <pc:sldMk cId="585168352" sldId="267"/>
            <ac:picMk id="58" creationId="{8B2BA8C7-CFE8-C091-36E3-62CBCB5FD8D1}"/>
          </ac:picMkLst>
        </pc:picChg>
        <pc:picChg chg="del">
          <ac:chgData name="진관 정" userId="f8975a598298c7d0" providerId="LiveId" clId="{FF4BAB45-1BC0-415A-8A81-AD9DC51D4827}" dt="2026-08-10T08:21:51.799" v="4977" actId="478"/>
          <ac:picMkLst>
            <pc:docMk/>
            <pc:sldMk cId="585168352" sldId="267"/>
            <ac:picMk id="66" creationId="{44F59D86-8ECD-FD37-2AAF-B26C18AE69C7}"/>
          </ac:picMkLst>
        </pc:picChg>
        <pc:picChg chg="mod topLvl">
          <ac:chgData name="진관 정" userId="f8975a598298c7d0" providerId="LiveId" clId="{FF4BAB45-1BC0-415A-8A81-AD9DC51D4827}" dt="2026-08-10T09:19:09.168" v="6689" actId="164"/>
          <ac:picMkLst>
            <pc:docMk/>
            <pc:sldMk cId="585168352" sldId="267"/>
            <ac:picMk id="75" creationId="{F52E107C-E550-5FBE-FA00-8E31C6239203}"/>
          </ac:picMkLst>
        </pc:picChg>
        <pc:picChg chg="mod topLvl">
          <ac:chgData name="진관 정" userId="f8975a598298c7d0" providerId="LiveId" clId="{FF4BAB45-1BC0-415A-8A81-AD9DC51D4827}" dt="2026-08-10T09:19:09.168" v="6689" actId="164"/>
          <ac:picMkLst>
            <pc:docMk/>
            <pc:sldMk cId="585168352" sldId="267"/>
            <ac:picMk id="76" creationId="{6E18BF1F-B5F1-3EFD-8716-81CB5C50610E}"/>
          </ac:picMkLst>
        </pc:picChg>
      </pc:sldChg>
      <pc:sldChg chg="addSp delSp modSp add mod setBg">
        <pc:chgData name="진관 정" userId="f8975a598298c7d0" providerId="LiveId" clId="{FF4BAB45-1BC0-415A-8A81-AD9DC51D4827}" dt="2026-08-10T10:55:24.595" v="8531" actId="164"/>
        <pc:sldMkLst>
          <pc:docMk/>
          <pc:sldMk cId="1348928403" sldId="268"/>
        </pc:sldMkLst>
        <pc:spChg chg="mod">
          <ac:chgData name="진관 정" userId="f8975a598298c7d0" providerId="LiveId" clId="{FF4BAB45-1BC0-415A-8A81-AD9DC51D4827}" dt="2026-08-10T09:08:37.051" v="6485" actId="404"/>
          <ac:spMkLst>
            <pc:docMk/>
            <pc:sldMk cId="1348928403" sldId="268"/>
            <ac:spMk id="9" creationId="{8033DF49-20F7-F0EE-6CC4-BB67C277F22E}"/>
          </ac:spMkLst>
        </pc:spChg>
        <pc:spChg chg="del">
          <ac:chgData name="진관 정" userId="f8975a598298c7d0" providerId="LiveId" clId="{FF4BAB45-1BC0-415A-8A81-AD9DC51D4827}" dt="2026-08-10T08:47:25.990" v="6035" actId="478"/>
          <ac:spMkLst>
            <pc:docMk/>
            <pc:sldMk cId="1348928403" sldId="268"/>
            <ac:spMk id="10" creationId="{0ECDC807-1926-BC58-ED8C-46F867B48F40}"/>
          </ac:spMkLst>
        </pc:spChg>
        <pc:spChg chg="add del mod topLvl">
          <ac:chgData name="진관 정" userId="f8975a598298c7d0" providerId="LiveId" clId="{FF4BAB45-1BC0-415A-8A81-AD9DC51D4827}" dt="2026-08-10T09:29:11.700" v="6747" actId="478"/>
          <ac:spMkLst>
            <pc:docMk/>
            <pc:sldMk cId="1348928403" sldId="268"/>
            <ac:spMk id="12" creationId="{92BEE9D6-377E-B388-D6BA-BB34B43BED2F}"/>
          </ac:spMkLst>
        </pc:spChg>
        <pc:spChg chg="del">
          <ac:chgData name="진관 정" userId="f8975a598298c7d0" providerId="LiveId" clId="{FF4BAB45-1BC0-415A-8A81-AD9DC51D4827}" dt="2026-08-10T08:47:25.990" v="6035" actId="478"/>
          <ac:spMkLst>
            <pc:docMk/>
            <pc:sldMk cId="1348928403" sldId="268"/>
            <ac:spMk id="13" creationId="{A07732CE-F977-6350-013C-6FE0D118B168}"/>
          </ac:spMkLst>
        </pc:spChg>
        <pc:spChg chg="add del mod topLvl">
          <ac:chgData name="진관 정" userId="f8975a598298c7d0" providerId="LiveId" clId="{FF4BAB45-1BC0-415A-8A81-AD9DC51D4827}" dt="2026-08-10T09:29:11.700" v="6747" actId="478"/>
          <ac:spMkLst>
            <pc:docMk/>
            <pc:sldMk cId="1348928403" sldId="268"/>
            <ac:spMk id="13" creationId="{F485A8B7-9A58-7C0F-AD52-E4F9588040E7}"/>
          </ac:spMkLst>
        </pc:spChg>
        <pc:spChg chg="add del mod topLvl">
          <ac:chgData name="진관 정" userId="f8975a598298c7d0" providerId="LiveId" clId="{FF4BAB45-1BC0-415A-8A81-AD9DC51D4827}" dt="2026-08-10T09:29:11.700" v="6747" actId="478"/>
          <ac:spMkLst>
            <pc:docMk/>
            <pc:sldMk cId="1348928403" sldId="268"/>
            <ac:spMk id="14" creationId="{2D08E68B-7107-9639-4695-D14A175B7279}"/>
          </ac:spMkLst>
        </pc:spChg>
        <pc:spChg chg="add del mod topLvl">
          <ac:chgData name="진관 정" userId="f8975a598298c7d0" providerId="LiveId" clId="{FF4BAB45-1BC0-415A-8A81-AD9DC51D4827}" dt="2026-08-10T09:29:11.700" v="6747" actId="478"/>
          <ac:spMkLst>
            <pc:docMk/>
            <pc:sldMk cId="1348928403" sldId="268"/>
            <ac:spMk id="16" creationId="{E0B168B5-2B6E-A9E6-F186-0353784789BD}"/>
          </ac:spMkLst>
        </pc:spChg>
        <pc:spChg chg="add del mod topLvl">
          <ac:chgData name="진관 정" userId="f8975a598298c7d0" providerId="LiveId" clId="{FF4BAB45-1BC0-415A-8A81-AD9DC51D4827}" dt="2026-08-10T09:29:11.700" v="6747" actId="478"/>
          <ac:spMkLst>
            <pc:docMk/>
            <pc:sldMk cId="1348928403" sldId="268"/>
            <ac:spMk id="17" creationId="{785725BD-9265-0EFB-795B-7FF0AEC64EC2}"/>
          </ac:spMkLst>
        </pc:spChg>
        <pc:spChg chg="del">
          <ac:chgData name="진관 정" userId="f8975a598298c7d0" providerId="LiveId" clId="{FF4BAB45-1BC0-415A-8A81-AD9DC51D4827}" dt="2026-08-10T08:47:25.990" v="6035" actId="478"/>
          <ac:spMkLst>
            <pc:docMk/>
            <pc:sldMk cId="1348928403" sldId="268"/>
            <ac:spMk id="18" creationId="{43895D89-58B6-FD21-DABB-402550FDC0C1}"/>
          </ac:spMkLst>
        </pc:spChg>
        <pc:spChg chg="add del mod topLvl">
          <ac:chgData name="진관 정" userId="f8975a598298c7d0" providerId="LiveId" clId="{FF4BAB45-1BC0-415A-8A81-AD9DC51D4827}" dt="2026-08-10T09:29:11.700" v="6747" actId="478"/>
          <ac:spMkLst>
            <pc:docMk/>
            <pc:sldMk cId="1348928403" sldId="268"/>
            <ac:spMk id="22" creationId="{20096910-5482-5824-60D5-2DA62299705C}"/>
          </ac:spMkLst>
        </pc:spChg>
        <pc:spChg chg="del">
          <ac:chgData name="진관 정" userId="f8975a598298c7d0" providerId="LiveId" clId="{FF4BAB45-1BC0-415A-8A81-AD9DC51D4827}" dt="2026-08-10T08:47:25.990" v="6035" actId="478"/>
          <ac:spMkLst>
            <pc:docMk/>
            <pc:sldMk cId="1348928403" sldId="268"/>
            <ac:spMk id="22" creationId="{D27E1698-54DD-6CF8-D4EC-EDD4A6E08F35}"/>
          </ac:spMkLst>
        </pc:spChg>
        <pc:spChg chg="add del mod topLvl">
          <ac:chgData name="진관 정" userId="f8975a598298c7d0" providerId="LiveId" clId="{FF4BAB45-1BC0-415A-8A81-AD9DC51D4827}" dt="2026-08-10T09:29:11.700" v="6747" actId="478"/>
          <ac:spMkLst>
            <pc:docMk/>
            <pc:sldMk cId="1348928403" sldId="268"/>
            <ac:spMk id="23" creationId="{5C9BD937-8F1F-4D43-1D5B-8946F189FDFF}"/>
          </ac:spMkLst>
        </pc:spChg>
        <pc:spChg chg="add del mod topLvl">
          <ac:chgData name="진관 정" userId="f8975a598298c7d0" providerId="LiveId" clId="{FF4BAB45-1BC0-415A-8A81-AD9DC51D4827}" dt="2026-08-10T09:29:11.700" v="6747" actId="478"/>
          <ac:spMkLst>
            <pc:docMk/>
            <pc:sldMk cId="1348928403" sldId="268"/>
            <ac:spMk id="24" creationId="{181A4A29-E4E7-EA11-7F72-11743A74EBB3}"/>
          </ac:spMkLst>
        </pc:spChg>
        <pc:spChg chg="add del mod topLvl">
          <ac:chgData name="진관 정" userId="f8975a598298c7d0" providerId="LiveId" clId="{FF4BAB45-1BC0-415A-8A81-AD9DC51D4827}" dt="2026-08-10T09:29:11.700" v="6747" actId="478"/>
          <ac:spMkLst>
            <pc:docMk/>
            <pc:sldMk cId="1348928403" sldId="268"/>
            <ac:spMk id="28" creationId="{CA7DC142-81C1-2856-7B3D-7768EA3C5F4E}"/>
          </ac:spMkLst>
        </pc:spChg>
        <pc:spChg chg="add del">
          <ac:chgData name="진관 정" userId="f8975a598298c7d0" providerId="LiveId" clId="{FF4BAB45-1BC0-415A-8A81-AD9DC51D4827}" dt="2026-08-10T09:10:54.453" v="6488" actId="478"/>
          <ac:spMkLst>
            <pc:docMk/>
            <pc:sldMk cId="1348928403" sldId="268"/>
            <ac:spMk id="30" creationId="{47FBDE54-AACE-083F-AF24-B6F663CEC6AC}"/>
          </ac:spMkLst>
        </pc:spChg>
        <pc:spChg chg="add del">
          <ac:chgData name="진관 정" userId="f8975a598298c7d0" providerId="LiveId" clId="{FF4BAB45-1BC0-415A-8A81-AD9DC51D4827}" dt="2026-08-10T09:10:54.453" v="6488" actId="478"/>
          <ac:spMkLst>
            <pc:docMk/>
            <pc:sldMk cId="1348928403" sldId="268"/>
            <ac:spMk id="32" creationId="{D0C222EC-342F-2673-3B2F-99F105C368FE}"/>
          </ac:spMkLst>
        </pc:spChg>
        <pc:spChg chg="add del">
          <ac:chgData name="진관 정" userId="f8975a598298c7d0" providerId="LiveId" clId="{FF4BAB45-1BC0-415A-8A81-AD9DC51D4827}" dt="2026-08-10T09:26:39.430" v="6713" actId="22"/>
          <ac:spMkLst>
            <pc:docMk/>
            <pc:sldMk cId="1348928403" sldId="268"/>
            <ac:spMk id="44" creationId="{90B5ABB4-2238-B394-D5DE-7D9B3517EF02}"/>
          </ac:spMkLst>
        </pc:spChg>
        <pc:spChg chg="add del">
          <ac:chgData name="진관 정" userId="f8975a598298c7d0" providerId="LiveId" clId="{FF4BAB45-1BC0-415A-8A81-AD9DC51D4827}" dt="2026-08-10T09:26:39.430" v="6713" actId="22"/>
          <ac:spMkLst>
            <pc:docMk/>
            <pc:sldMk cId="1348928403" sldId="268"/>
            <ac:spMk id="46" creationId="{EB8804C0-7597-8533-F588-4F0F586E2383}"/>
          </ac:spMkLst>
        </pc:spChg>
        <pc:spChg chg="add mod">
          <ac:chgData name="진관 정" userId="f8975a598298c7d0" providerId="LiveId" clId="{FF4BAB45-1BC0-415A-8A81-AD9DC51D4827}" dt="2026-08-10T09:30:11.915" v="6750" actId="6549"/>
          <ac:spMkLst>
            <pc:docMk/>
            <pc:sldMk cId="1348928403" sldId="268"/>
            <ac:spMk id="50" creationId="{042661D4-D8AB-6887-C295-B518FC518CCF}"/>
          </ac:spMkLst>
        </pc:spChg>
        <pc:spChg chg="mod topLvl">
          <ac:chgData name="진관 정" userId="f8975a598298c7d0" providerId="LiveId" clId="{FF4BAB45-1BC0-415A-8A81-AD9DC51D4827}" dt="2026-08-10T10:55:24.595" v="8531" actId="164"/>
          <ac:spMkLst>
            <pc:docMk/>
            <pc:sldMk cId="1348928403" sldId="268"/>
            <ac:spMk id="54" creationId="{DCC279EA-B387-1F58-D696-ED8F3E7D9EE9}"/>
          </ac:spMkLst>
        </pc:spChg>
        <pc:spChg chg="del">
          <ac:chgData name="진관 정" userId="f8975a598298c7d0" providerId="LiveId" clId="{FF4BAB45-1BC0-415A-8A81-AD9DC51D4827}" dt="2026-08-10T08:47:25.990" v="6035" actId="478"/>
          <ac:spMkLst>
            <pc:docMk/>
            <pc:sldMk cId="1348928403" sldId="268"/>
            <ac:spMk id="59" creationId="{5A244ED3-19A5-AB6A-3D1A-FA161BE2784E}"/>
          </ac:spMkLst>
        </pc:spChg>
        <pc:spChg chg="del">
          <ac:chgData name="진관 정" userId="f8975a598298c7d0" providerId="LiveId" clId="{FF4BAB45-1BC0-415A-8A81-AD9DC51D4827}" dt="2026-08-10T08:47:25.990" v="6035" actId="478"/>
          <ac:spMkLst>
            <pc:docMk/>
            <pc:sldMk cId="1348928403" sldId="268"/>
            <ac:spMk id="60" creationId="{D749222E-A051-3D47-86DB-382089F4BEC3}"/>
          </ac:spMkLst>
        </pc:spChg>
        <pc:spChg chg="del">
          <ac:chgData name="진관 정" userId="f8975a598298c7d0" providerId="LiveId" clId="{FF4BAB45-1BC0-415A-8A81-AD9DC51D4827}" dt="2026-08-10T08:47:25.990" v="6035" actId="478"/>
          <ac:spMkLst>
            <pc:docMk/>
            <pc:sldMk cId="1348928403" sldId="268"/>
            <ac:spMk id="61" creationId="{8030CB6F-71EA-6E5A-F507-E13C1CC033E4}"/>
          </ac:spMkLst>
        </pc:spChg>
        <pc:spChg chg="del">
          <ac:chgData name="진관 정" userId="f8975a598298c7d0" providerId="LiveId" clId="{FF4BAB45-1BC0-415A-8A81-AD9DC51D4827}" dt="2026-08-10T08:47:25.990" v="6035" actId="478"/>
          <ac:spMkLst>
            <pc:docMk/>
            <pc:sldMk cId="1348928403" sldId="268"/>
            <ac:spMk id="62" creationId="{0558B3BD-95C8-80F0-0D48-FE49FD393C22}"/>
          </ac:spMkLst>
        </pc:spChg>
        <pc:spChg chg="del">
          <ac:chgData name="진관 정" userId="f8975a598298c7d0" providerId="LiveId" clId="{FF4BAB45-1BC0-415A-8A81-AD9DC51D4827}" dt="2026-08-10T08:47:25.990" v="6035" actId="478"/>
          <ac:spMkLst>
            <pc:docMk/>
            <pc:sldMk cId="1348928403" sldId="268"/>
            <ac:spMk id="63" creationId="{6D739BAB-D761-CF1C-AEA6-75D715DD732F}"/>
          </ac:spMkLst>
        </pc:spChg>
        <pc:spChg chg="add mod topLvl">
          <ac:chgData name="진관 정" userId="f8975a598298c7d0" providerId="LiveId" clId="{FF4BAB45-1BC0-415A-8A81-AD9DC51D4827}" dt="2026-08-10T09:59:26.380" v="7373" actId="1036"/>
          <ac:spMkLst>
            <pc:docMk/>
            <pc:sldMk cId="1348928403" sldId="268"/>
            <ac:spMk id="68" creationId="{8D5E8AF5-C2C8-B1CF-2FD5-6C63B9C38CFC}"/>
          </ac:spMkLst>
        </pc:spChg>
        <pc:spChg chg="add mod">
          <ac:chgData name="진관 정" userId="f8975a598298c7d0" providerId="LiveId" clId="{FF4BAB45-1BC0-415A-8A81-AD9DC51D4827}" dt="2026-08-10T09:59:34.658" v="7383" actId="1036"/>
          <ac:spMkLst>
            <pc:docMk/>
            <pc:sldMk cId="1348928403" sldId="268"/>
            <ac:spMk id="69" creationId="{9EC76CC7-8EE5-EA58-DFAB-5450B064EA08}"/>
          </ac:spMkLst>
        </pc:spChg>
        <pc:spChg chg="add mod ord topLvl">
          <ac:chgData name="진관 정" userId="f8975a598298c7d0" providerId="LiveId" clId="{FF4BAB45-1BC0-415A-8A81-AD9DC51D4827}" dt="2026-08-10T09:59:42.474" v="7393" actId="1036"/>
          <ac:spMkLst>
            <pc:docMk/>
            <pc:sldMk cId="1348928403" sldId="268"/>
            <ac:spMk id="70" creationId="{BAD0043C-7C62-DFFF-15F7-61DF2784DCF1}"/>
          </ac:spMkLst>
        </pc:spChg>
        <pc:spChg chg="add mod">
          <ac:chgData name="진관 정" userId="f8975a598298c7d0" providerId="LiveId" clId="{FF4BAB45-1BC0-415A-8A81-AD9DC51D4827}" dt="2026-08-10T09:37:54.451" v="6955" actId="571"/>
          <ac:spMkLst>
            <pc:docMk/>
            <pc:sldMk cId="1348928403" sldId="268"/>
            <ac:spMk id="72" creationId="{BFAF9332-0425-8891-E97A-DD2F3A4EA79D}"/>
          </ac:spMkLst>
        </pc:spChg>
        <pc:spChg chg="del">
          <ac:chgData name="진관 정" userId="f8975a598298c7d0" providerId="LiveId" clId="{FF4BAB45-1BC0-415A-8A81-AD9DC51D4827}" dt="2026-08-10T08:47:25.990" v="6035" actId="478"/>
          <ac:spMkLst>
            <pc:docMk/>
            <pc:sldMk cId="1348928403" sldId="268"/>
            <ac:spMk id="72" creationId="{BFF994F4-E0EB-206C-733B-D06FF18A1ACE}"/>
          </ac:spMkLst>
        </pc:spChg>
        <pc:spChg chg="add del mod">
          <ac:chgData name="진관 정" userId="f8975a598298c7d0" providerId="LiveId" clId="{FF4BAB45-1BC0-415A-8A81-AD9DC51D4827}" dt="2026-08-10T10:27:28.127" v="7858" actId="478"/>
          <ac:spMkLst>
            <pc:docMk/>
            <pc:sldMk cId="1348928403" sldId="268"/>
            <ac:spMk id="73" creationId="{0AAA1CD5-B717-FEE9-7CEB-3FF52EE152B3}"/>
          </ac:spMkLst>
        </pc:spChg>
        <pc:spChg chg="add mod">
          <ac:chgData name="진관 정" userId="f8975a598298c7d0" providerId="LiveId" clId="{FF4BAB45-1BC0-415A-8A81-AD9DC51D4827}" dt="2026-08-10T09:57:55.042" v="7362" actId="164"/>
          <ac:spMkLst>
            <pc:docMk/>
            <pc:sldMk cId="1348928403" sldId="268"/>
            <ac:spMk id="92" creationId="{31C2C3D6-BF8E-146D-13D2-B77B0C22FBAC}"/>
          </ac:spMkLst>
        </pc:spChg>
        <pc:spChg chg="add mod">
          <ac:chgData name="진관 정" userId="f8975a598298c7d0" providerId="LiveId" clId="{FF4BAB45-1BC0-415A-8A81-AD9DC51D4827}" dt="2026-08-10T09:57:58.232" v="7363" actId="164"/>
          <ac:spMkLst>
            <pc:docMk/>
            <pc:sldMk cId="1348928403" sldId="268"/>
            <ac:spMk id="93" creationId="{EF99F944-8263-87AD-8571-3D6C4BBF0A8F}"/>
          </ac:spMkLst>
        </pc:spChg>
        <pc:spChg chg="add mod">
          <ac:chgData name="진관 정" userId="f8975a598298c7d0" providerId="LiveId" clId="{FF4BAB45-1BC0-415A-8A81-AD9DC51D4827}" dt="2026-08-10T09:58:05.445" v="7366" actId="164"/>
          <ac:spMkLst>
            <pc:docMk/>
            <pc:sldMk cId="1348928403" sldId="268"/>
            <ac:spMk id="94" creationId="{BA930F3A-E196-9FE7-29B7-AF37B5EA8D4D}"/>
          </ac:spMkLst>
        </pc:spChg>
        <pc:spChg chg="add del mod">
          <ac:chgData name="진관 정" userId="f8975a598298c7d0" providerId="LiveId" clId="{FF4BAB45-1BC0-415A-8A81-AD9DC51D4827}" dt="2026-08-10T09:57:36.154" v="7360" actId="478"/>
          <ac:spMkLst>
            <pc:docMk/>
            <pc:sldMk cId="1348928403" sldId="268"/>
            <ac:spMk id="95" creationId="{AC5ED5A3-5BD4-82C4-CD81-B4AC516506D3}"/>
          </ac:spMkLst>
        </pc:spChg>
        <pc:spChg chg="add mod">
          <ac:chgData name="진관 정" userId="f8975a598298c7d0" providerId="LiveId" clId="{FF4BAB45-1BC0-415A-8A81-AD9DC51D4827}" dt="2026-08-10T10:27:56.523" v="7871" actId="14100"/>
          <ac:spMkLst>
            <pc:docMk/>
            <pc:sldMk cId="1348928403" sldId="268"/>
            <ac:spMk id="108" creationId="{08F4B4BC-A79B-7098-ADFD-3A49E9CF29FC}"/>
          </ac:spMkLst>
        </pc:spChg>
        <pc:grpChg chg="add mod">
          <ac:chgData name="진관 정" userId="f8975a598298c7d0" providerId="LiveId" clId="{FF4BAB45-1BC0-415A-8A81-AD9DC51D4827}" dt="2026-08-10T10:55:24.595" v="8531" actId="164"/>
          <ac:grpSpMkLst>
            <pc:docMk/>
            <pc:sldMk cId="1348928403" sldId="268"/>
            <ac:grpSpMk id="5" creationId="{44425569-3EA7-4A89-4270-851033C74BAF}"/>
          </ac:grpSpMkLst>
        </pc:grpChg>
        <pc:grpChg chg="del">
          <ac:chgData name="진관 정" userId="f8975a598298c7d0" providerId="LiveId" clId="{FF4BAB45-1BC0-415A-8A81-AD9DC51D4827}" dt="2026-08-10T09:06:35.333" v="6483" actId="478"/>
          <ac:grpSpMkLst>
            <pc:docMk/>
            <pc:sldMk cId="1348928403" sldId="268"/>
            <ac:grpSpMk id="24" creationId="{326DB62A-91F6-63E2-924C-54856FB87A4E}"/>
          </ac:grpSpMkLst>
        </pc:grpChg>
        <pc:grpChg chg="add del mod">
          <ac:chgData name="진관 정" userId="f8975a598298c7d0" providerId="LiveId" clId="{FF4BAB45-1BC0-415A-8A81-AD9DC51D4827}" dt="2026-08-10T09:34:15.561" v="6918" actId="165"/>
          <ac:grpSpMkLst>
            <pc:docMk/>
            <pc:sldMk cId="1348928403" sldId="268"/>
            <ac:grpSpMk id="51" creationId="{55081913-0D75-2C7F-1A2E-5BDCBB043B0F}"/>
          </ac:grpSpMkLst>
        </pc:grpChg>
        <pc:grpChg chg="add del mod">
          <ac:chgData name="진관 정" userId="f8975a598298c7d0" providerId="LiveId" clId="{FF4BAB45-1BC0-415A-8A81-AD9DC51D4827}" dt="2026-08-10T09:42:13.461" v="7026" actId="165"/>
          <ac:grpSpMkLst>
            <pc:docMk/>
            <pc:sldMk cId="1348928403" sldId="268"/>
            <ac:grpSpMk id="65" creationId="{E2C3761D-99D3-EAF3-8564-3CF8CBA379E4}"/>
          </ac:grpSpMkLst>
        </pc:grpChg>
        <pc:grpChg chg="add del mod ord topLvl">
          <ac:chgData name="진관 정" userId="f8975a598298c7d0" providerId="LiveId" clId="{FF4BAB45-1BC0-415A-8A81-AD9DC51D4827}" dt="2026-08-10T10:27:24.278" v="7857" actId="478"/>
          <ac:grpSpMkLst>
            <pc:docMk/>
            <pc:sldMk cId="1348928403" sldId="268"/>
            <ac:grpSpMk id="74" creationId="{AAC780E5-1FC5-7E1A-B950-9E96BD373389}"/>
          </ac:grpSpMkLst>
        </pc:grpChg>
        <pc:grpChg chg="add mod">
          <ac:chgData name="진관 정" userId="f8975a598298c7d0" providerId="LiveId" clId="{FF4BAB45-1BC0-415A-8A81-AD9DC51D4827}" dt="2026-08-10T09:45:01.944" v="7061" actId="164"/>
          <ac:grpSpMkLst>
            <pc:docMk/>
            <pc:sldMk cId="1348928403" sldId="268"/>
            <ac:grpSpMk id="75" creationId="{9793EBF0-46AD-C65B-817C-1127F57E4CB1}"/>
          </ac:grpSpMkLst>
        </pc:grpChg>
        <pc:grpChg chg="add mod ord topLvl">
          <ac:chgData name="진관 정" userId="f8975a598298c7d0" providerId="LiveId" clId="{FF4BAB45-1BC0-415A-8A81-AD9DC51D4827}" dt="2026-08-10T09:57:58.232" v="7363" actId="164"/>
          <ac:grpSpMkLst>
            <pc:docMk/>
            <pc:sldMk cId="1348928403" sldId="268"/>
            <ac:grpSpMk id="78" creationId="{FFDBE568-211A-C04D-02C5-421DAB8166C6}"/>
          </ac:grpSpMkLst>
        </pc:grpChg>
        <pc:grpChg chg="add mod">
          <ac:chgData name="진관 정" userId="f8975a598298c7d0" providerId="LiveId" clId="{FF4BAB45-1BC0-415A-8A81-AD9DC51D4827}" dt="2026-08-10T09:45:22.629" v="7074" actId="164"/>
          <ac:grpSpMkLst>
            <pc:docMk/>
            <pc:sldMk cId="1348928403" sldId="268"/>
            <ac:grpSpMk id="79" creationId="{E7A71745-4B49-A150-82DE-5BF8A17299DC}"/>
          </ac:grpSpMkLst>
        </pc:grpChg>
        <pc:grpChg chg="add mod">
          <ac:chgData name="진관 정" userId="f8975a598298c7d0" providerId="LiveId" clId="{FF4BAB45-1BC0-415A-8A81-AD9DC51D4827}" dt="2026-08-10T09:46:20.335" v="7128" actId="1035"/>
          <ac:grpSpMkLst>
            <pc:docMk/>
            <pc:sldMk cId="1348928403" sldId="268"/>
            <ac:grpSpMk id="80" creationId="{AF6DC750-FD37-590F-C856-EF401AEF8625}"/>
          </ac:grpSpMkLst>
        </pc:grpChg>
        <pc:grpChg chg="add del mod">
          <ac:chgData name="진관 정" userId="f8975a598298c7d0" providerId="LiveId" clId="{FF4BAB45-1BC0-415A-8A81-AD9DC51D4827}" dt="2026-08-10T09:51:52.723" v="7204" actId="164"/>
          <ac:grpSpMkLst>
            <pc:docMk/>
            <pc:sldMk cId="1348928403" sldId="268"/>
            <ac:grpSpMk id="82" creationId="{F0D288FE-64EB-C079-853A-1CF9B494735F}"/>
          </ac:grpSpMkLst>
        </pc:grpChg>
        <pc:grpChg chg="add mod">
          <ac:chgData name="진관 정" userId="f8975a598298c7d0" providerId="LiveId" clId="{FF4BAB45-1BC0-415A-8A81-AD9DC51D4827}" dt="2026-08-10T09:58:01.112" v="7364" actId="164"/>
          <ac:grpSpMkLst>
            <pc:docMk/>
            <pc:sldMk cId="1348928403" sldId="268"/>
            <ac:grpSpMk id="90" creationId="{1D98A38F-F66E-EB60-3FC2-CD3F4DD641DA}"/>
          </ac:grpSpMkLst>
        </pc:grpChg>
        <pc:grpChg chg="add mod">
          <ac:chgData name="진관 정" userId="f8975a598298c7d0" providerId="LiveId" clId="{FF4BAB45-1BC0-415A-8A81-AD9DC51D4827}" dt="2026-08-10T09:59:11.678" v="7368" actId="1076"/>
          <ac:grpSpMkLst>
            <pc:docMk/>
            <pc:sldMk cId="1348928403" sldId="268"/>
            <ac:grpSpMk id="99" creationId="{5854F317-4616-0883-C07A-7A2B3E40D066}"/>
          </ac:grpSpMkLst>
        </pc:grpChg>
        <pc:grpChg chg="add mod">
          <ac:chgData name="진관 정" userId="f8975a598298c7d0" providerId="LiveId" clId="{FF4BAB45-1BC0-415A-8A81-AD9DC51D4827}" dt="2026-08-10T09:57:58.232" v="7363" actId="164"/>
          <ac:grpSpMkLst>
            <pc:docMk/>
            <pc:sldMk cId="1348928403" sldId="268"/>
            <ac:grpSpMk id="100" creationId="{488EF155-3734-B012-93A2-1F93D1A83B2E}"/>
          </ac:grpSpMkLst>
        </pc:grpChg>
        <pc:grpChg chg="add mod">
          <ac:chgData name="진관 정" userId="f8975a598298c7d0" providerId="LiveId" clId="{FF4BAB45-1BC0-415A-8A81-AD9DC51D4827}" dt="2026-08-10T09:58:05.445" v="7366" actId="164"/>
          <ac:grpSpMkLst>
            <pc:docMk/>
            <pc:sldMk cId="1348928403" sldId="268"/>
            <ac:grpSpMk id="101" creationId="{36CB3B8F-169D-CA77-BCFD-4431A716CD1E}"/>
          </ac:grpSpMkLst>
        </pc:grpChg>
        <pc:grpChg chg="add del mod">
          <ac:chgData name="진관 정" userId="f8975a598298c7d0" providerId="LiveId" clId="{FF4BAB45-1BC0-415A-8A81-AD9DC51D4827}" dt="2026-08-10T10:27:28.127" v="7858" actId="478"/>
          <ac:grpSpMkLst>
            <pc:docMk/>
            <pc:sldMk cId="1348928403" sldId="268"/>
            <ac:grpSpMk id="102" creationId="{FC1AED91-E320-BEE8-03C4-4D12295F28A3}"/>
          </ac:grpSpMkLst>
        </pc:grpChg>
        <pc:grpChg chg="add mod">
          <ac:chgData name="진관 정" userId="f8975a598298c7d0" providerId="LiveId" clId="{FF4BAB45-1BC0-415A-8A81-AD9DC51D4827}" dt="2026-08-10T09:58:05.445" v="7366" actId="164"/>
          <ac:grpSpMkLst>
            <pc:docMk/>
            <pc:sldMk cId="1348928403" sldId="268"/>
            <ac:grpSpMk id="103" creationId="{9F5FE9E4-55C9-70FA-69D5-3C71303EA1B9}"/>
          </ac:grpSpMkLst>
        </pc:grpChg>
        <pc:picChg chg="mod">
          <ac:chgData name="진관 정" userId="f8975a598298c7d0" providerId="LiveId" clId="{FF4BAB45-1BC0-415A-8A81-AD9DC51D4827}" dt="2026-08-10T09:09:04.265" v="6487" actId="1076"/>
          <ac:picMkLst>
            <pc:docMk/>
            <pc:sldMk cId="1348928403" sldId="268"/>
            <ac:picMk id="2" creationId="{EEA680A0-0A43-FC31-9236-141A875C6FD5}"/>
          </ac:picMkLst>
        </pc:picChg>
        <pc:picChg chg="add del mod topLvl">
          <ac:chgData name="진관 정" userId="f8975a598298c7d0" providerId="LiveId" clId="{FF4BAB45-1BC0-415A-8A81-AD9DC51D4827}" dt="2026-08-10T09:29:11.700" v="6747" actId="478"/>
          <ac:picMkLst>
            <pc:docMk/>
            <pc:sldMk cId="1348928403" sldId="268"/>
            <ac:picMk id="18" creationId="{D01974B0-05F1-0A0B-BF24-10614911DF09}"/>
          </ac:picMkLst>
        </pc:picChg>
        <pc:picChg chg="add del">
          <ac:chgData name="진관 정" userId="f8975a598298c7d0" providerId="LiveId" clId="{FF4BAB45-1BC0-415A-8A81-AD9DC51D4827}" dt="2026-08-10T09:10:54.453" v="6488" actId="478"/>
          <ac:picMkLst>
            <pc:docMk/>
            <pc:sldMk cId="1348928403" sldId="268"/>
            <ac:picMk id="19" creationId="{47671CB3-4E83-FF7C-5F87-D4C6EE256E99}"/>
          </ac:picMkLst>
        </pc:picChg>
        <pc:picChg chg="mod">
          <ac:chgData name="진관 정" userId="f8975a598298c7d0" providerId="LiveId" clId="{FF4BAB45-1BC0-415A-8A81-AD9DC51D4827}" dt="2026-08-10T09:27:29.622" v="6726" actId="14826"/>
          <ac:picMkLst>
            <pc:docMk/>
            <pc:sldMk cId="1348928403" sldId="268"/>
            <ac:picMk id="20" creationId="{1D749206-2A61-ABDE-4D5E-A03F2B49DB73}"/>
          </ac:picMkLst>
        </pc:picChg>
        <pc:picChg chg="add del">
          <ac:chgData name="진관 정" userId="f8975a598298c7d0" providerId="LiveId" clId="{FF4BAB45-1BC0-415A-8A81-AD9DC51D4827}" dt="2026-08-10T09:26:47.072" v="6723" actId="478"/>
          <ac:picMkLst>
            <pc:docMk/>
            <pc:sldMk cId="1348928403" sldId="268"/>
            <ac:picMk id="21" creationId="{BB790165-44E1-E982-852E-F5B55BF55B08}"/>
          </ac:picMkLst>
        </pc:picChg>
        <pc:picChg chg="add del">
          <ac:chgData name="진관 정" userId="f8975a598298c7d0" providerId="LiveId" clId="{FF4BAB45-1BC0-415A-8A81-AD9DC51D4827}" dt="2026-08-10T09:10:54.453" v="6488" actId="478"/>
          <ac:picMkLst>
            <pc:docMk/>
            <pc:sldMk cId="1348928403" sldId="268"/>
            <ac:picMk id="21" creationId="{D6095041-368E-8FD7-C4D1-C6D606882599}"/>
          </ac:picMkLst>
        </pc:picChg>
        <pc:picChg chg="add del">
          <ac:chgData name="진관 정" userId="f8975a598298c7d0" providerId="LiveId" clId="{FF4BAB45-1BC0-415A-8A81-AD9DC51D4827}" dt="2026-08-10T09:10:54.453" v="6488" actId="478"/>
          <ac:picMkLst>
            <pc:docMk/>
            <pc:sldMk cId="1348928403" sldId="268"/>
            <ac:picMk id="26" creationId="{C711FFD7-CB3F-4DEC-549B-B5157BE0431C}"/>
          </ac:picMkLst>
        </pc:picChg>
        <pc:picChg chg="add del">
          <ac:chgData name="진관 정" userId="f8975a598298c7d0" providerId="LiveId" clId="{FF4BAB45-1BC0-415A-8A81-AD9DC51D4827}" dt="2026-08-10T09:26:42.025" v="6718" actId="478"/>
          <ac:picMkLst>
            <pc:docMk/>
            <pc:sldMk cId="1348928403" sldId="268"/>
            <ac:picMk id="26" creationId="{D4E32918-7865-FFDD-4A4E-91AE605C767A}"/>
          </ac:picMkLst>
        </pc:picChg>
        <pc:picChg chg="add del">
          <ac:chgData name="진관 정" userId="f8975a598298c7d0" providerId="LiveId" clId="{FF4BAB45-1BC0-415A-8A81-AD9DC51D4827}" dt="2026-08-10T09:26:42.025" v="6718" actId="478"/>
          <ac:picMkLst>
            <pc:docMk/>
            <pc:sldMk cId="1348928403" sldId="268"/>
            <ac:picMk id="27" creationId="{0E468E19-DD0E-D465-A44A-9DABDAB10E47}"/>
          </ac:picMkLst>
        </pc:picChg>
        <pc:picChg chg="add del">
          <ac:chgData name="진관 정" userId="f8975a598298c7d0" providerId="LiveId" clId="{FF4BAB45-1BC0-415A-8A81-AD9DC51D4827}" dt="2026-08-10T09:10:54.453" v="6488" actId="478"/>
          <ac:picMkLst>
            <pc:docMk/>
            <pc:sldMk cId="1348928403" sldId="268"/>
            <ac:picMk id="28" creationId="{102B4096-CE0E-673A-FA08-61C760CE3D5A}"/>
          </ac:picMkLst>
        </pc:picChg>
        <pc:picChg chg="add del mod">
          <ac:chgData name="진관 정" userId="f8975a598298c7d0" providerId="LiveId" clId="{FF4BAB45-1BC0-415A-8A81-AD9DC51D4827}" dt="2026-08-10T09:26:04.060" v="6707" actId="22"/>
          <ac:picMkLst>
            <pc:docMk/>
            <pc:sldMk cId="1348928403" sldId="268"/>
            <ac:picMk id="30" creationId="{219109F1-95BD-EBAA-6AF8-5291D5A5C0B9}"/>
          </ac:picMkLst>
        </pc:picChg>
        <pc:picChg chg="add del mod">
          <ac:chgData name="진관 정" userId="f8975a598298c7d0" providerId="LiveId" clId="{FF4BAB45-1BC0-415A-8A81-AD9DC51D4827}" dt="2026-08-10T09:26:40.820" v="6717" actId="22"/>
          <ac:picMkLst>
            <pc:docMk/>
            <pc:sldMk cId="1348928403" sldId="268"/>
            <ac:picMk id="32" creationId="{94AF94D0-0D2B-D5D3-EDAF-6084203A3137}"/>
          </ac:picMkLst>
        </pc:picChg>
        <pc:picChg chg="add del mod">
          <ac:chgData name="진관 정" userId="f8975a598298c7d0" providerId="LiveId" clId="{FF4BAB45-1BC0-415A-8A81-AD9DC51D4827}" dt="2026-08-10T09:26:40.088" v="6715" actId="22"/>
          <ac:picMkLst>
            <pc:docMk/>
            <pc:sldMk cId="1348928403" sldId="268"/>
            <ac:picMk id="34" creationId="{CE74A826-FA0F-8E9C-000B-F9E8FB8605FB}"/>
          </ac:picMkLst>
        </pc:picChg>
        <pc:picChg chg="add del">
          <ac:chgData name="진관 정" userId="f8975a598298c7d0" providerId="LiveId" clId="{FF4BAB45-1BC0-415A-8A81-AD9DC51D4827}" dt="2026-08-10T09:26:39.430" v="6713" actId="22"/>
          <ac:picMkLst>
            <pc:docMk/>
            <pc:sldMk cId="1348928403" sldId="268"/>
            <ac:picMk id="36" creationId="{EEC364FE-1213-EFB2-54A1-30D42DBD1AF5}"/>
          </ac:picMkLst>
        </pc:picChg>
        <pc:picChg chg="add del">
          <ac:chgData name="진관 정" userId="f8975a598298c7d0" providerId="LiveId" clId="{FF4BAB45-1BC0-415A-8A81-AD9DC51D4827}" dt="2026-08-10T09:26:39.430" v="6713" actId="22"/>
          <ac:picMkLst>
            <pc:docMk/>
            <pc:sldMk cId="1348928403" sldId="268"/>
            <ac:picMk id="38" creationId="{80C549DC-CCF9-DF2E-8D1B-9D45F3C88564}"/>
          </ac:picMkLst>
        </pc:picChg>
        <pc:picChg chg="add del">
          <ac:chgData name="진관 정" userId="f8975a598298c7d0" providerId="LiveId" clId="{FF4BAB45-1BC0-415A-8A81-AD9DC51D4827}" dt="2026-08-10T09:26:39.430" v="6713" actId="22"/>
          <ac:picMkLst>
            <pc:docMk/>
            <pc:sldMk cId="1348928403" sldId="268"/>
            <ac:picMk id="40" creationId="{18C9BC8C-1CEF-03A0-CF9B-7CA11C0EB095}"/>
          </ac:picMkLst>
        </pc:picChg>
        <pc:picChg chg="add del">
          <ac:chgData name="진관 정" userId="f8975a598298c7d0" providerId="LiveId" clId="{FF4BAB45-1BC0-415A-8A81-AD9DC51D4827}" dt="2026-08-10T09:26:39.430" v="6713" actId="22"/>
          <ac:picMkLst>
            <pc:docMk/>
            <pc:sldMk cId="1348928403" sldId="268"/>
            <ac:picMk id="42" creationId="{553B7E45-33A2-17AC-A2E2-4D9753C2AEEA}"/>
          </ac:picMkLst>
        </pc:picChg>
        <pc:picChg chg="add mod">
          <ac:chgData name="진관 정" userId="f8975a598298c7d0" providerId="LiveId" clId="{FF4BAB45-1BC0-415A-8A81-AD9DC51D4827}" dt="2026-08-10T09:31:07.349" v="6756" actId="1076"/>
          <ac:picMkLst>
            <pc:docMk/>
            <pc:sldMk cId="1348928403" sldId="268"/>
            <ac:picMk id="48" creationId="{A1617D20-9F05-DF1E-204C-246A48C96E33}"/>
          </ac:picMkLst>
        </pc:picChg>
        <pc:picChg chg="mod topLvl">
          <ac:chgData name="진관 정" userId="f8975a598298c7d0" providerId="LiveId" clId="{FF4BAB45-1BC0-415A-8A81-AD9DC51D4827}" dt="2026-08-10T10:55:24.595" v="8531" actId="164"/>
          <ac:picMkLst>
            <pc:docMk/>
            <pc:sldMk cId="1348928403" sldId="268"/>
            <ac:picMk id="52" creationId="{ECFAD585-F56D-F441-9599-132C1713B27A}"/>
          </ac:picMkLst>
        </pc:picChg>
        <pc:picChg chg="add del">
          <ac:chgData name="진관 정" userId="f8975a598298c7d0" providerId="LiveId" clId="{FF4BAB45-1BC0-415A-8A81-AD9DC51D4827}" dt="2026-08-10T08:47:23.752" v="6034" actId="478"/>
          <ac:picMkLst>
            <pc:docMk/>
            <pc:sldMk cId="1348928403" sldId="268"/>
            <ac:picMk id="53" creationId="{3642B53C-35D2-1FCC-2CDD-47210EBB0427}"/>
          </ac:picMkLst>
        </pc:picChg>
        <pc:picChg chg="mod topLvl">
          <ac:chgData name="진관 정" userId="f8975a598298c7d0" providerId="LiveId" clId="{FF4BAB45-1BC0-415A-8A81-AD9DC51D4827}" dt="2026-08-10T10:55:24.595" v="8531" actId="164"/>
          <ac:picMkLst>
            <pc:docMk/>
            <pc:sldMk cId="1348928403" sldId="268"/>
            <ac:picMk id="53" creationId="{C1D04DD3-2983-D173-0073-462A49185FFD}"/>
          </ac:picMkLst>
        </pc:picChg>
        <pc:picChg chg="add mod ord topLvl modCrop">
          <ac:chgData name="진관 정" userId="f8975a598298c7d0" providerId="LiveId" clId="{FF4BAB45-1BC0-415A-8A81-AD9DC51D4827}" dt="2026-08-10T09:59:26.380" v="7373" actId="1036"/>
          <ac:picMkLst>
            <pc:docMk/>
            <pc:sldMk cId="1348928403" sldId="268"/>
            <ac:picMk id="56" creationId="{04E0831E-36A7-FE00-2F05-DD4F50BA00EA}"/>
          </ac:picMkLst>
        </pc:picChg>
        <pc:picChg chg="add mod ord">
          <ac:chgData name="진관 정" userId="f8975a598298c7d0" providerId="LiveId" clId="{FF4BAB45-1BC0-415A-8A81-AD9DC51D4827}" dt="2026-08-10T09:59:29.511" v="7378" actId="1036"/>
          <ac:picMkLst>
            <pc:docMk/>
            <pc:sldMk cId="1348928403" sldId="268"/>
            <ac:picMk id="58" creationId="{57283C20-9694-FEA6-8BE0-C9A981DD002B}"/>
          </ac:picMkLst>
        </pc:picChg>
        <pc:picChg chg="add mod ord topLvl">
          <ac:chgData name="진관 정" userId="f8975a598298c7d0" providerId="LiveId" clId="{FF4BAB45-1BC0-415A-8A81-AD9DC51D4827}" dt="2026-08-10T09:59:37.892" v="7388" actId="1036"/>
          <ac:picMkLst>
            <pc:docMk/>
            <pc:sldMk cId="1348928403" sldId="268"/>
            <ac:picMk id="60" creationId="{8FD6E4B2-0383-1107-1B85-8E8D919209D3}"/>
          </ac:picMkLst>
        </pc:picChg>
        <pc:picChg chg="add del mod ord modCrop">
          <ac:chgData name="진관 정" userId="f8975a598298c7d0" providerId="LiveId" clId="{FF4BAB45-1BC0-415A-8A81-AD9DC51D4827}" dt="2026-08-10T10:27:24.278" v="7857" actId="478"/>
          <ac:picMkLst>
            <pc:docMk/>
            <pc:sldMk cId="1348928403" sldId="268"/>
            <ac:picMk id="62" creationId="{07D496F3-3177-E9BC-3161-A46F5A8BB4BD}"/>
          </ac:picMkLst>
        </pc:picChg>
        <pc:picChg chg="add mod ord topLvl">
          <ac:chgData name="진관 정" userId="f8975a598298c7d0" providerId="LiveId" clId="{FF4BAB45-1BC0-415A-8A81-AD9DC51D4827}" dt="2026-08-10T09:57:55.042" v="7362" actId="164"/>
          <ac:picMkLst>
            <pc:docMk/>
            <pc:sldMk cId="1348928403" sldId="268"/>
            <ac:picMk id="64" creationId="{F2B4407D-C6EB-3F9E-87CB-C4128EDA6995}"/>
          </ac:picMkLst>
        </pc:picChg>
        <pc:picChg chg="add del mod">
          <ac:chgData name="진관 정" userId="f8975a598298c7d0" providerId="LiveId" clId="{FF4BAB45-1BC0-415A-8A81-AD9DC51D4827}" dt="2026-08-10T09:36:50.873" v="6925" actId="478"/>
          <ac:picMkLst>
            <pc:docMk/>
            <pc:sldMk cId="1348928403" sldId="268"/>
            <ac:picMk id="67" creationId="{5E3B54F8-EF18-CD4E-D66E-1142B309278D}"/>
          </ac:picMkLst>
        </pc:picChg>
        <pc:picChg chg="add mod">
          <ac:chgData name="진관 정" userId="f8975a598298c7d0" providerId="LiveId" clId="{FF4BAB45-1BC0-415A-8A81-AD9DC51D4827}" dt="2026-08-10T09:37:54.451" v="6955" actId="571"/>
          <ac:picMkLst>
            <pc:docMk/>
            <pc:sldMk cId="1348928403" sldId="268"/>
            <ac:picMk id="71" creationId="{6635A1DD-F7AF-87F6-6AEE-E644B2C232EC}"/>
          </ac:picMkLst>
        </pc:picChg>
        <pc:picChg chg="add del">
          <ac:chgData name="진관 정" userId="f8975a598298c7d0" providerId="LiveId" clId="{FF4BAB45-1BC0-415A-8A81-AD9DC51D4827}" dt="2026-08-10T09:45:13.248" v="7063" actId="22"/>
          <ac:picMkLst>
            <pc:docMk/>
            <pc:sldMk cId="1348928403" sldId="268"/>
            <ac:picMk id="77" creationId="{3D029D8C-ABD9-90A3-BC59-E207823B4AA3}"/>
          </ac:picMkLst>
        </pc:picChg>
        <pc:picChg chg="add mod">
          <ac:chgData name="진관 정" userId="f8975a598298c7d0" providerId="LiveId" clId="{FF4BAB45-1BC0-415A-8A81-AD9DC51D4827}" dt="2026-08-10T09:50:09.681" v="7151" actId="571"/>
          <ac:picMkLst>
            <pc:docMk/>
            <pc:sldMk cId="1348928403" sldId="268"/>
            <ac:picMk id="81" creationId="{1252AAAB-EB35-8B2C-7BB6-1EEBB595E7E7}"/>
          </ac:picMkLst>
        </pc:picChg>
        <pc:picChg chg="add mod">
          <ac:chgData name="진관 정" userId="f8975a598298c7d0" providerId="LiveId" clId="{FF4BAB45-1BC0-415A-8A81-AD9DC51D4827}" dt="2026-08-10T09:51:51.079" v="7195" actId="571"/>
          <ac:picMkLst>
            <pc:docMk/>
            <pc:sldMk cId="1348928403" sldId="268"/>
            <ac:picMk id="83" creationId="{ABE7ED4B-B10B-048B-D49E-6136AE839E1E}"/>
          </ac:picMkLst>
        </pc:picChg>
        <pc:picChg chg="add mod">
          <ac:chgData name="진관 정" userId="f8975a598298c7d0" providerId="LiveId" clId="{FF4BAB45-1BC0-415A-8A81-AD9DC51D4827}" dt="2026-08-10T09:51:50.803" v="7194" actId="571"/>
          <ac:picMkLst>
            <pc:docMk/>
            <pc:sldMk cId="1348928403" sldId="268"/>
            <ac:picMk id="84" creationId="{5D2C0B4D-933E-F86E-302A-1BFD0F33BDEB}"/>
          </ac:picMkLst>
        </pc:picChg>
        <pc:picChg chg="add mod">
          <ac:chgData name="진관 정" userId="f8975a598298c7d0" providerId="LiveId" clId="{FF4BAB45-1BC0-415A-8A81-AD9DC51D4827}" dt="2026-08-10T09:51:50.659" v="7193" actId="571"/>
          <ac:picMkLst>
            <pc:docMk/>
            <pc:sldMk cId="1348928403" sldId="268"/>
            <ac:picMk id="85" creationId="{B945D9D2-BE8A-715E-CA80-D79F176AC617}"/>
          </ac:picMkLst>
        </pc:picChg>
        <pc:picChg chg="add mod">
          <ac:chgData name="진관 정" userId="f8975a598298c7d0" providerId="LiveId" clId="{FF4BAB45-1BC0-415A-8A81-AD9DC51D4827}" dt="2026-08-10T09:57:58.232" v="7363" actId="164"/>
          <ac:picMkLst>
            <pc:docMk/>
            <pc:sldMk cId="1348928403" sldId="268"/>
            <ac:picMk id="86" creationId="{864C0947-19C3-E663-A03B-24C1989DA606}"/>
          </ac:picMkLst>
        </pc:picChg>
        <pc:picChg chg="add mod ord">
          <ac:chgData name="진관 정" userId="f8975a598298c7d0" providerId="LiveId" clId="{FF4BAB45-1BC0-415A-8A81-AD9DC51D4827}" dt="2026-08-10T09:58:01.112" v="7364" actId="164"/>
          <ac:picMkLst>
            <pc:docMk/>
            <pc:sldMk cId="1348928403" sldId="268"/>
            <ac:picMk id="87" creationId="{2913789E-076F-861B-201F-52D9DEB2C369}"/>
          </ac:picMkLst>
        </pc:picChg>
        <pc:picChg chg="add mod ord">
          <ac:chgData name="진관 정" userId="f8975a598298c7d0" providerId="LiveId" clId="{FF4BAB45-1BC0-415A-8A81-AD9DC51D4827}" dt="2026-08-10T09:58:02.404" v="7365" actId="164"/>
          <ac:picMkLst>
            <pc:docMk/>
            <pc:sldMk cId="1348928403" sldId="268"/>
            <ac:picMk id="88" creationId="{3B947C5F-B200-CA73-6F5D-1FFF16854A33}"/>
          </ac:picMkLst>
        </pc:picChg>
        <pc:picChg chg="add mod">
          <ac:chgData name="진관 정" userId="f8975a598298c7d0" providerId="LiveId" clId="{FF4BAB45-1BC0-415A-8A81-AD9DC51D4827}" dt="2026-08-10T09:53:19.266" v="7227" actId="571"/>
          <ac:picMkLst>
            <pc:docMk/>
            <pc:sldMk cId="1348928403" sldId="268"/>
            <ac:picMk id="89" creationId="{C139A682-F779-ED84-3B10-57F79A9F589F}"/>
          </ac:picMkLst>
        </pc:picChg>
        <pc:picChg chg="add mod">
          <ac:chgData name="진관 정" userId="f8975a598298c7d0" providerId="LiveId" clId="{FF4BAB45-1BC0-415A-8A81-AD9DC51D4827}" dt="2026-08-10T09:57:55.042" v="7362" actId="164"/>
          <ac:picMkLst>
            <pc:docMk/>
            <pc:sldMk cId="1348928403" sldId="268"/>
            <ac:picMk id="97" creationId="{D7705DDA-1C49-018E-43E4-D7E504CACCAE}"/>
          </ac:picMkLst>
        </pc:picChg>
        <pc:picChg chg="add mod">
          <ac:chgData name="진관 정" userId="f8975a598298c7d0" providerId="LiveId" clId="{FF4BAB45-1BC0-415A-8A81-AD9DC51D4827}" dt="2026-08-10T09:57:29.860" v="7359" actId="571"/>
          <ac:picMkLst>
            <pc:docMk/>
            <pc:sldMk cId="1348928403" sldId="268"/>
            <ac:picMk id="98" creationId="{9BBB4CCF-1449-1067-4C39-3FB6AEAC5914}"/>
          </ac:picMkLst>
        </pc:picChg>
        <pc:picChg chg="add mod">
          <ac:chgData name="진관 정" userId="f8975a598298c7d0" providerId="LiveId" clId="{FF4BAB45-1BC0-415A-8A81-AD9DC51D4827}" dt="2026-08-10T10:27:47.904" v="7868" actId="1076"/>
          <ac:picMkLst>
            <pc:docMk/>
            <pc:sldMk cId="1348928403" sldId="268"/>
            <ac:picMk id="105" creationId="{89999AB4-0E27-CDB1-D088-3E50C9EA39B8}"/>
          </ac:picMkLst>
        </pc:picChg>
        <pc:picChg chg="add mod">
          <ac:chgData name="진관 정" userId="f8975a598298c7d0" providerId="LiveId" clId="{FF4BAB45-1BC0-415A-8A81-AD9DC51D4827}" dt="2026-08-10T10:27:44.484" v="7865" actId="571"/>
          <ac:picMkLst>
            <pc:docMk/>
            <pc:sldMk cId="1348928403" sldId="268"/>
            <ac:picMk id="106" creationId="{B9E4D93D-C597-1FE7-1C6A-C0948DA6806B}"/>
          </ac:picMkLst>
        </pc:picChg>
      </pc:sldChg>
      <pc:sldChg chg="addSp delSp modSp add mod ord">
        <pc:chgData name="진관 정" userId="f8975a598298c7d0" providerId="LiveId" clId="{FF4BAB45-1BC0-415A-8A81-AD9DC51D4827}" dt="2026-08-10T10:11:14.975" v="7595" actId="22"/>
        <pc:sldMkLst>
          <pc:docMk/>
          <pc:sldMk cId="3302856336" sldId="269"/>
        </pc:sldMkLst>
        <pc:spChg chg="mod">
          <ac:chgData name="진관 정" userId="f8975a598298c7d0" providerId="LiveId" clId="{FF4BAB45-1BC0-415A-8A81-AD9DC51D4827}" dt="2026-08-10T10:04:15.726" v="7486" actId="20577"/>
          <ac:spMkLst>
            <pc:docMk/>
            <pc:sldMk cId="3302856336" sldId="269"/>
            <ac:spMk id="9" creationId="{30F10E9A-725C-4768-4A05-8CF5B4675FC2}"/>
          </ac:spMkLst>
        </pc:spChg>
        <pc:spChg chg="mod">
          <ac:chgData name="진관 정" userId="f8975a598298c7d0" providerId="LiveId" clId="{FF4BAB45-1BC0-415A-8A81-AD9DC51D4827}" dt="2026-08-10T10:09:58.512" v="7582" actId="164"/>
          <ac:spMkLst>
            <pc:docMk/>
            <pc:sldMk cId="3302856336" sldId="269"/>
            <ac:spMk id="54" creationId="{B25568AF-12B5-A6D8-4865-AF9B258E45B6}"/>
          </ac:spMkLst>
        </pc:spChg>
        <pc:spChg chg="del mod topLvl">
          <ac:chgData name="진관 정" userId="f8975a598298c7d0" providerId="LiveId" clId="{FF4BAB45-1BC0-415A-8A81-AD9DC51D4827}" dt="2026-08-10T10:07:54.557" v="7545" actId="478"/>
          <ac:spMkLst>
            <pc:docMk/>
            <pc:sldMk cId="3302856336" sldId="269"/>
            <ac:spMk id="68" creationId="{741EAEA7-BC31-F481-C063-030F44E93468}"/>
          </ac:spMkLst>
        </pc:spChg>
        <pc:spChg chg="mod">
          <ac:chgData name="진관 정" userId="f8975a598298c7d0" providerId="LiveId" clId="{FF4BAB45-1BC0-415A-8A81-AD9DC51D4827}" dt="2026-08-10T10:04:30.031" v="7487" actId="165"/>
          <ac:spMkLst>
            <pc:docMk/>
            <pc:sldMk cId="3302856336" sldId="269"/>
            <ac:spMk id="69" creationId="{8438357D-8E7F-B1D7-157D-EA26ED96BDDE}"/>
          </ac:spMkLst>
        </pc:spChg>
        <pc:spChg chg="mod">
          <ac:chgData name="진관 정" userId="f8975a598298c7d0" providerId="LiveId" clId="{FF4BAB45-1BC0-415A-8A81-AD9DC51D4827}" dt="2026-08-10T10:05:14.878" v="7533" actId="165"/>
          <ac:spMkLst>
            <pc:docMk/>
            <pc:sldMk cId="3302856336" sldId="269"/>
            <ac:spMk id="70" creationId="{9CAE2A53-16C5-6DCA-F8D4-BE7B49724115}"/>
          </ac:spMkLst>
        </pc:spChg>
        <pc:spChg chg="mod">
          <ac:chgData name="진관 정" userId="f8975a598298c7d0" providerId="LiveId" clId="{FF4BAB45-1BC0-415A-8A81-AD9DC51D4827}" dt="2026-08-10T10:05:19.781" v="7534" actId="165"/>
          <ac:spMkLst>
            <pc:docMk/>
            <pc:sldMk cId="3302856336" sldId="269"/>
            <ac:spMk id="73" creationId="{1CFA1ECB-1CD9-2F05-5420-9370F8CC5E95}"/>
          </ac:spMkLst>
        </pc:spChg>
        <pc:spChg chg="del mod topLvl">
          <ac:chgData name="진관 정" userId="f8975a598298c7d0" providerId="LiveId" clId="{FF4BAB45-1BC0-415A-8A81-AD9DC51D4827}" dt="2026-08-10T10:04:40.545" v="7489" actId="478"/>
          <ac:spMkLst>
            <pc:docMk/>
            <pc:sldMk cId="3302856336" sldId="269"/>
            <ac:spMk id="92" creationId="{C36A47C3-AF7D-6002-9790-AA7CC37D0823}"/>
          </ac:spMkLst>
        </pc:spChg>
        <pc:spChg chg="mod topLvl">
          <ac:chgData name="진관 정" userId="f8975a598298c7d0" providerId="LiveId" clId="{FF4BAB45-1BC0-415A-8A81-AD9DC51D4827}" dt="2026-08-10T10:04:51.374" v="7508" actId="20577"/>
          <ac:spMkLst>
            <pc:docMk/>
            <pc:sldMk cId="3302856336" sldId="269"/>
            <ac:spMk id="93" creationId="{4E9A19E0-A120-4193-0EEA-50EFF1DF1C99}"/>
          </ac:spMkLst>
        </pc:spChg>
        <pc:spChg chg="mod topLvl">
          <ac:chgData name="진관 정" userId="f8975a598298c7d0" providerId="LiveId" clId="{FF4BAB45-1BC0-415A-8A81-AD9DC51D4827}" dt="2026-08-10T10:04:58.293" v="7530" actId="14100"/>
          <ac:spMkLst>
            <pc:docMk/>
            <pc:sldMk cId="3302856336" sldId="269"/>
            <ac:spMk id="94" creationId="{918B5C4E-A8ED-24C3-B22B-A5D6332F6612}"/>
          </ac:spMkLst>
        </pc:spChg>
        <pc:grpChg chg="add mod">
          <ac:chgData name="진관 정" userId="f8975a598298c7d0" providerId="LiveId" clId="{FF4BAB45-1BC0-415A-8A81-AD9DC51D4827}" dt="2026-08-10T10:09:58.512" v="7582" actId="164"/>
          <ac:grpSpMkLst>
            <pc:docMk/>
            <pc:sldMk cId="3302856336" sldId="269"/>
            <ac:grpSpMk id="10" creationId="{58FBE1B3-E4C3-AD1E-C6DC-D9E473CC0808}"/>
          </ac:grpSpMkLst>
        </pc:grpChg>
        <pc:grpChg chg="del mod topLvl">
          <ac:chgData name="진관 정" userId="f8975a598298c7d0" providerId="LiveId" clId="{FF4BAB45-1BC0-415A-8A81-AD9DC51D4827}" dt="2026-08-10T10:08:10.653" v="7551" actId="478"/>
          <ac:grpSpMkLst>
            <pc:docMk/>
            <pc:sldMk cId="3302856336" sldId="269"/>
            <ac:grpSpMk id="74" creationId="{AEBEA5B1-9E53-5318-9CF8-74E5B3141D2F}"/>
          </ac:grpSpMkLst>
        </pc:grpChg>
        <pc:grpChg chg="del mod topLvl">
          <ac:chgData name="진관 정" userId="f8975a598298c7d0" providerId="LiveId" clId="{FF4BAB45-1BC0-415A-8A81-AD9DC51D4827}" dt="2026-08-10T10:05:39.038" v="7540" actId="478"/>
          <ac:grpSpMkLst>
            <pc:docMk/>
            <pc:sldMk cId="3302856336" sldId="269"/>
            <ac:grpSpMk id="78" creationId="{E3B96B4C-E16E-157A-805D-9009F9D5A5E6}"/>
          </ac:grpSpMkLst>
        </pc:grpChg>
        <pc:grpChg chg="del mod topLvl">
          <ac:chgData name="진관 정" userId="f8975a598298c7d0" providerId="LiveId" clId="{FF4BAB45-1BC0-415A-8A81-AD9DC51D4827}" dt="2026-08-10T10:08:09.170" v="7550" actId="478"/>
          <ac:grpSpMkLst>
            <pc:docMk/>
            <pc:sldMk cId="3302856336" sldId="269"/>
            <ac:grpSpMk id="90" creationId="{B0379236-6226-55A9-5CE3-67A59D79FA61}"/>
          </ac:grpSpMkLst>
        </pc:grpChg>
        <pc:grpChg chg="del">
          <ac:chgData name="진관 정" userId="f8975a598298c7d0" providerId="LiveId" clId="{FF4BAB45-1BC0-415A-8A81-AD9DC51D4827}" dt="2026-08-10T10:04:30.031" v="7487" actId="165"/>
          <ac:grpSpMkLst>
            <pc:docMk/>
            <pc:sldMk cId="3302856336" sldId="269"/>
            <ac:grpSpMk id="100" creationId="{1B816CD8-42AC-4B2E-C14B-950FCA4D63D7}"/>
          </ac:grpSpMkLst>
        </pc:grpChg>
        <pc:grpChg chg="del mod">
          <ac:chgData name="진관 정" userId="f8975a598298c7d0" providerId="LiveId" clId="{FF4BAB45-1BC0-415A-8A81-AD9DC51D4827}" dt="2026-08-10T10:05:14.878" v="7533" actId="165"/>
          <ac:grpSpMkLst>
            <pc:docMk/>
            <pc:sldMk cId="3302856336" sldId="269"/>
            <ac:grpSpMk id="101" creationId="{2EDC4DF3-E536-7144-9D11-67B9A99B5D4E}"/>
          </ac:grpSpMkLst>
        </pc:grpChg>
        <pc:grpChg chg="del mod topLvl">
          <ac:chgData name="진관 정" userId="f8975a598298c7d0" providerId="LiveId" clId="{FF4BAB45-1BC0-415A-8A81-AD9DC51D4827}" dt="2026-08-10T10:05:19.781" v="7534" actId="165"/>
          <ac:grpSpMkLst>
            <pc:docMk/>
            <pc:sldMk cId="3302856336" sldId="269"/>
            <ac:grpSpMk id="102" creationId="{4E2FBA22-50DF-8D07-0334-A75A2B20E839}"/>
          </ac:grpSpMkLst>
        </pc:grpChg>
        <pc:grpChg chg="del">
          <ac:chgData name="진관 정" userId="f8975a598298c7d0" providerId="LiveId" clId="{FF4BAB45-1BC0-415A-8A81-AD9DC51D4827}" dt="2026-08-10T10:04:34.584" v="7488" actId="165"/>
          <ac:grpSpMkLst>
            <pc:docMk/>
            <pc:sldMk cId="3302856336" sldId="269"/>
            <ac:grpSpMk id="103" creationId="{AABD8C80-276B-7535-79A1-8E5A61FFDC90}"/>
          </ac:grpSpMkLst>
        </pc:grpChg>
        <pc:picChg chg="mod">
          <ac:chgData name="진관 정" userId="f8975a598298c7d0" providerId="LiveId" clId="{FF4BAB45-1BC0-415A-8A81-AD9DC51D4827}" dt="2026-08-10T10:05:36.850" v="7539" actId="1076"/>
          <ac:picMkLst>
            <pc:docMk/>
            <pc:sldMk cId="3302856336" sldId="269"/>
            <ac:picMk id="2" creationId="{AA8E4E1A-6A41-DF35-75D9-A0CDCEA3C8E5}"/>
          </ac:picMkLst>
        </pc:picChg>
        <pc:picChg chg="add mod">
          <ac:chgData name="진관 정" userId="f8975a598298c7d0" providerId="LiveId" clId="{FF4BAB45-1BC0-415A-8A81-AD9DC51D4827}" dt="2026-08-10T10:08:34.654" v="7560" actId="1076"/>
          <ac:picMkLst>
            <pc:docMk/>
            <pc:sldMk cId="3302856336" sldId="269"/>
            <ac:picMk id="6" creationId="{D3F4BE86-7D25-B97B-9A60-B9C54AB9ADB3}"/>
          </ac:picMkLst>
        </pc:picChg>
        <pc:picChg chg="add mod">
          <ac:chgData name="진관 정" userId="f8975a598298c7d0" providerId="LiveId" clId="{FF4BAB45-1BC0-415A-8A81-AD9DC51D4827}" dt="2026-08-10T10:08:49.718" v="7568" actId="1038"/>
          <ac:picMkLst>
            <pc:docMk/>
            <pc:sldMk cId="3302856336" sldId="269"/>
            <ac:picMk id="8" creationId="{B9FDC6C0-1924-364C-4CE2-E51893AD4F05}"/>
          </ac:picMkLst>
        </pc:picChg>
        <pc:picChg chg="add">
          <ac:chgData name="진관 정" userId="f8975a598298c7d0" providerId="LiveId" clId="{FF4BAB45-1BC0-415A-8A81-AD9DC51D4827}" dt="2026-08-10T10:11:14.975" v="7595" actId="22"/>
          <ac:picMkLst>
            <pc:docMk/>
            <pc:sldMk cId="3302856336" sldId="269"/>
            <ac:picMk id="13" creationId="{ACCD4671-398A-B2C2-D6A1-5F1B31D14105}"/>
          </ac:picMkLst>
        </pc:picChg>
        <pc:picChg chg="mod">
          <ac:chgData name="진관 정" userId="f8975a598298c7d0" providerId="LiveId" clId="{FF4BAB45-1BC0-415A-8A81-AD9DC51D4827}" dt="2026-08-10T10:09:58.512" v="7582" actId="164"/>
          <ac:picMkLst>
            <pc:docMk/>
            <pc:sldMk cId="3302856336" sldId="269"/>
            <ac:picMk id="52" creationId="{7FC1651E-9A31-2BD4-A202-AEFAD2B93A12}"/>
          </ac:picMkLst>
        </pc:picChg>
        <pc:picChg chg="mod">
          <ac:chgData name="진관 정" userId="f8975a598298c7d0" providerId="LiveId" clId="{FF4BAB45-1BC0-415A-8A81-AD9DC51D4827}" dt="2026-08-10T10:09:58.512" v="7582" actId="164"/>
          <ac:picMkLst>
            <pc:docMk/>
            <pc:sldMk cId="3302856336" sldId="269"/>
            <ac:picMk id="53" creationId="{C9473EFA-53D9-27A7-12E8-9DE7536B2D9F}"/>
          </ac:picMkLst>
        </pc:picChg>
        <pc:picChg chg="del mod topLvl">
          <ac:chgData name="진관 정" userId="f8975a598298c7d0" providerId="LiveId" clId="{FF4BAB45-1BC0-415A-8A81-AD9DC51D4827}" dt="2026-08-10T10:07:51.187" v="7542" actId="478"/>
          <ac:picMkLst>
            <pc:docMk/>
            <pc:sldMk cId="3302856336" sldId="269"/>
            <ac:picMk id="56" creationId="{55B664F6-CBCD-A1C3-8374-B958DF8D1D4D}"/>
          </ac:picMkLst>
        </pc:picChg>
        <pc:picChg chg="mod">
          <ac:chgData name="진관 정" userId="f8975a598298c7d0" providerId="LiveId" clId="{FF4BAB45-1BC0-415A-8A81-AD9DC51D4827}" dt="2026-08-10T10:04:30.031" v="7487" actId="165"/>
          <ac:picMkLst>
            <pc:docMk/>
            <pc:sldMk cId="3302856336" sldId="269"/>
            <ac:picMk id="58" creationId="{16448D25-D74A-0B35-3212-B5D9850BC19C}"/>
          </ac:picMkLst>
        </pc:picChg>
        <pc:picChg chg="mod">
          <ac:chgData name="진관 정" userId="f8975a598298c7d0" providerId="LiveId" clId="{FF4BAB45-1BC0-415A-8A81-AD9DC51D4827}" dt="2026-08-10T10:05:14.878" v="7533" actId="165"/>
          <ac:picMkLst>
            <pc:docMk/>
            <pc:sldMk cId="3302856336" sldId="269"/>
            <ac:picMk id="60" creationId="{87220598-82B9-AE35-AF7D-26432B423F34}"/>
          </ac:picMkLst>
        </pc:picChg>
        <pc:picChg chg="mod">
          <ac:chgData name="진관 정" userId="f8975a598298c7d0" providerId="LiveId" clId="{FF4BAB45-1BC0-415A-8A81-AD9DC51D4827}" dt="2026-08-10T10:05:19.781" v="7534" actId="165"/>
          <ac:picMkLst>
            <pc:docMk/>
            <pc:sldMk cId="3302856336" sldId="269"/>
            <ac:picMk id="62" creationId="{3AF8D1AE-7CB2-0B0E-09F0-BE5DA8D0511A}"/>
          </ac:picMkLst>
        </pc:picChg>
        <pc:picChg chg="add del mod topLvl">
          <ac:chgData name="진관 정" userId="f8975a598298c7d0" providerId="LiveId" clId="{FF4BAB45-1BC0-415A-8A81-AD9DC51D4827}" dt="2026-08-10T10:07:53.358" v="7544" actId="478"/>
          <ac:picMkLst>
            <pc:docMk/>
            <pc:sldMk cId="3302856336" sldId="269"/>
            <ac:picMk id="64" creationId="{546EFCF9-6BB3-2A46-51A6-C9B4D43900E4}"/>
          </ac:picMkLst>
        </pc:picChg>
        <pc:picChg chg="del mod topLvl">
          <ac:chgData name="진관 정" userId="f8975a598298c7d0" providerId="LiveId" clId="{FF4BAB45-1BC0-415A-8A81-AD9DC51D4827}" dt="2026-08-10T10:05:44.345" v="7541" actId="478"/>
          <ac:picMkLst>
            <pc:docMk/>
            <pc:sldMk cId="3302856336" sldId="269"/>
            <ac:picMk id="86" creationId="{0B551558-E895-F320-07C1-A2DF10B1B321}"/>
          </ac:picMkLst>
        </pc:picChg>
        <pc:picChg chg="mod topLvl">
          <ac:chgData name="진관 정" userId="f8975a598298c7d0" providerId="LiveId" clId="{FF4BAB45-1BC0-415A-8A81-AD9DC51D4827}" dt="2026-08-10T10:05:23.558" v="7535" actId="14100"/>
          <ac:picMkLst>
            <pc:docMk/>
            <pc:sldMk cId="3302856336" sldId="269"/>
            <ac:picMk id="87" creationId="{F69086B1-56F1-8E02-B824-DA1187BB80A2}"/>
          </ac:picMkLst>
        </pc:picChg>
        <pc:picChg chg="del mod topLvl">
          <ac:chgData name="진관 정" userId="f8975a598298c7d0" providerId="LiveId" clId="{FF4BAB45-1BC0-415A-8A81-AD9DC51D4827}" dt="2026-08-10T10:05:25.293" v="7536" actId="478"/>
          <ac:picMkLst>
            <pc:docMk/>
            <pc:sldMk cId="3302856336" sldId="269"/>
            <ac:picMk id="88" creationId="{75F457B3-0A09-F09E-4494-921A9EC149DB}"/>
          </ac:picMkLst>
        </pc:picChg>
        <pc:picChg chg="del">
          <ac:chgData name="진관 정" userId="f8975a598298c7d0" providerId="LiveId" clId="{FF4BAB45-1BC0-415A-8A81-AD9DC51D4827}" dt="2026-08-10T10:03:39.299" v="7424" actId="478"/>
          <ac:picMkLst>
            <pc:docMk/>
            <pc:sldMk cId="3302856336" sldId="269"/>
            <ac:picMk id="97" creationId="{9621E4CD-9C85-E4B3-4284-50C95564BD1E}"/>
          </ac:picMkLst>
        </pc:picChg>
        <pc:picChg chg="del">
          <ac:chgData name="진관 정" userId="f8975a598298c7d0" providerId="LiveId" clId="{FF4BAB45-1BC0-415A-8A81-AD9DC51D4827}" dt="2026-08-10T10:05:44.345" v="7541" actId="478"/>
          <ac:picMkLst>
            <pc:docMk/>
            <pc:sldMk cId="3302856336" sldId="269"/>
            <ac:picMk id="98" creationId="{3937B780-4A34-39D3-3D53-545820EEDC52}"/>
          </ac:picMkLst>
        </pc:picChg>
      </pc:sldChg>
      <pc:sldChg chg="addSp delSp modSp add mod ord">
        <pc:chgData name="진관 정" userId="f8975a598298c7d0" providerId="LiveId" clId="{FF4BAB45-1BC0-415A-8A81-AD9DC51D4827}" dt="2026-08-10T10:52:00.585" v="8502" actId="478"/>
        <pc:sldMkLst>
          <pc:docMk/>
          <pc:sldMk cId="192995071" sldId="270"/>
        </pc:sldMkLst>
        <pc:spChg chg="mod">
          <ac:chgData name="진관 정" userId="f8975a598298c7d0" providerId="LiveId" clId="{FF4BAB45-1BC0-415A-8A81-AD9DC51D4827}" dt="2026-08-10T10:43:24.253" v="8438" actId="20577"/>
          <ac:spMkLst>
            <pc:docMk/>
            <pc:sldMk cId="192995071" sldId="270"/>
            <ac:spMk id="9" creationId="{A64E0573-99C9-E7BD-F165-D2184FD72014}"/>
          </ac:spMkLst>
        </pc:spChg>
        <pc:spChg chg="add del mod">
          <ac:chgData name="진관 정" userId="f8975a598298c7d0" providerId="LiveId" clId="{FF4BAB45-1BC0-415A-8A81-AD9DC51D4827}" dt="2026-08-10T10:37:17.931" v="8309" actId="478"/>
          <ac:spMkLst>
            <pc:docMk/>
            <pc:sldMk cId="192995071" sldId="270"/>
            <ac:spMk id="13" creationId="{CB6ABE14-F23C-CE83-77AA-2BCC9BC30B69}"/>
          </ac:spMkLst>
        </pc:spChg>
        <pc:spChg chg="add del mod">
          <ac:chgData name="진관 정" userId="f8975a598298c7d0" providerId="LiveId" clId="{FF4BAB45-1BC0-415A-8A81-AD9DC51D4827}" dt="2026-08-10T10:21:16.755" v="7805" actId="22"/>
          <ac:spMkLst>
            <pc:docMk/>
            <pc:sldMk cId="192995071" sldId="270"/>
            <ac:spMk id="28" creationId="{FF4B561D-2D6E-C862-2CE7-73BA684E79D5}"/>
          </ac:spMkLst>
        </pc:spChg>
        <pc:spChg chg="add del mod">
          <ac:chgData name="진관 정" userId="f8975a598298c7d0" providerId="LiveId" clId="{FF4BAB45-1BC0-415A-8A81-AD9DC51D4827}" dt="2026-08-10T10:38:16.565" v="8320" actId="478"/>
          <ac:spMkLst>
            <pc:docMk/>
            <pc:sldMk cId="192995071" sldId="270"/>
            <ac:spMk id="30" creationId="{83288BE7-22DE-03A5-6C89-F3ED485E1CBD}"/>
          </ac:spMkLst>
        </pc:spChg>
        <pc:spChg chg="add del mod">
          <ac:chgData name="진관 정" userId="f8975a598298c7d0" providerId="LiveId" clId="{FF4BAB45-1BC0-415A-8A81-AD9DC51D4827}" dt="2026-08-10T10:38:17.845" v="8322" actId="478"/>
          <ac:spMkLst>
            <pc:docMk/>
            <pc:sldMk cId="192995071" sldId="270"/>
            <ac:spMk id="31" creationId="{33561E07-21AF-2769-3881-DAA412879C95}"/>
          </ac:spMkLst>
        </pc:spChg>
        <pc:spChg chg="add del mod">
          <ac:chgData name="진관 정" userId="f8975a598298c7d0" providerId="LiveId" clId="{FF4BAB45-1BC0-415A-8A81-AD9DC51D4827}" dt="2026-08-10T10:38:14.296" v="8319" actId="478"/>
          <ac:spMkLst>
            <pc:docMk/>
            <pc:sldMk cId="192995071" sldId="270"/>
            <ac:spMk id="32" creationId="{A239FF16-BF35-B818-D805-E7DC526C3C13}"/>
          </ac:spMkLst>
        </pc:spChg>
        <pc:spChg chg="add del mod">
          <ac:chgData name="진관 정" userId="f8975a598298c7d0" providerId="LiveId" clId="{FF4BAB45-1BC0-415A-8A81-AD9DC51D4827}" dt="2026-08-10T10:38:21.995" v="8324" actId="478"/>
          <ac:spMkLst>
            <pc:docMk/>
            <pc:sldMk cId="192995071" sldId="270"/>
            <ac:spMk id="33" creationId="{B2123A62-38A8-7D32-46A2-82A569848F81}"/>
          </ac:spMkLst>
        </pc:spChg>
        <pc:spChg chg="add del mod">
          <ac:chgData name="진관 정" userId="f8975a598298c7d0" providerId="LiveId" clId="{FF4BAB45-1BC0-415A-8A81-AD9DC51D4827}" dt="2026-08-10T10:37:16.416" v="8308" actId="478"/>
          <ac:spMkLst>
            <pc:docMk/>
            <pc:sldMk cId="192995071" sldId="270"/>
            <ac:spMk id="38" creationId="{B3AEBBC9-2913-90C4-1DCC-6CA37CC81A9F}"/>
          </ac:spMkLst>
        </pc:spChg>
        <pc:spChg chg="add del mod">
          <ac:chgData name="진관 정" userId="f8975a598298c7d0" providerId="LiveId" clId="{FF4BAB45-1BC0-415A-8A81-AD9DC51D4827}" dt="2026-08-10T10:37:16.416" v="8308" actId="478"/>
          <ac:spMkLst>
            <pc:docMk/>
            <pc:sldMk cId="192995071" sldId="270"/>
            <ac:spMk id="41" creationId="{C2D23C21-75A4-F0F4-BA41-50C680ABB752}"/>
          </ac:spMkLst>
        </pc:spChg>
        <pc:spChg chg="mod">
          <ac:chgData name="진관 정" userId="f8975a598298c7d0" providerId="LiveId" clId="{FF4BAB45-1BC0-415A-8A81-AD9DC51D4827}" dt="2026-08-10T10:41:15.650" v="8398"/>
          <ac:spMkLst>
            <pc:docMk/>
            <pc:sldMk cId="192995071" sldId="270"/>
            <ac:spMk id="54" creationId="{F851EDBB-4EBB-4214-9474-589740A410B5}"/>
          </ac:spMkLst>
        </pc:spChg>
        <pc:spChg chg="mod">
          <ac:chgData name="진관 정" userId="f8975a598298c7d0" providerId="LiveId" clId="{FF4BAB45-1BC0-415A-8A81-AD9DC51D4827}" dt="2026-08-10T10:41:24.708" v="8400"/>
          <ac:spMkLst>
            <pc:docMk/>
            <pc:sldMk cId="192995071" sldId="270"/>
            <ac:spMk id="59" creationId="{D45CF4D3-0AD2-60BF-6A4C-5C50FC62E928}"/>
          </ac:spMkLst>
        </pc:spChg>
        <pc:spChg chg="add mod">
          <ac:chgData name="진관 정" userId="f8975a598298c7d0" providerId="LiveId" clId="{FF4BAB45-1BC0-415A-8A81-AD9DC51D4827}" dt="2026-08-10T10:51:57.987" v="8501" actId="1036"/>
          <ac:spMkLst>
            <pc:docMk/>
            <pc:sldMk cId="192995071" sldId="270"/>
            <ac:spMk id="62" creationId="{30DFDDA5-303F-A616-2040-DEC76DEB75D5}"/>
          </ac:spMkLst>
        </pc:spChg>
        <pc:spChg chg="add mod">
          <ac:chgData name="진관 정" userId="f8975a598298c7d0" providerId="LiveId" clId="{FF4BAB45-1BC0-415A-8A81-AD9DC51D4827}" dt="2026-08-10T10:51:57.987" v="8501" actId="1036"/>
          <ac:spMkLst>
            <pc:docMk/>
            <pc:sldMk cId="192995071" sldId="270"/>
            <ac:spMk id="63" creationId="{A9680280-450C-611B-A881-F833D1CA6311}"/>
          </ac:spMkLst>
        </pc:spChg>
        <pc:spChg chg="add mod">
          <ac:chgData name="진관 정" userId="f8975a598298c7d0" providerId="LiveId" clId="{FF4BAB45-1BC0-415A-8A81-AD9DC51D4827}" dt="2026-08-10T10:51:57.987" v="8501" actId="1036"/>
          <ac:spMkLst>
            <pc:docMk/>
            <pc:sldMk cId="192995071" sldId="270"/>
            <ac:spMk id="65" creationId="{DE2CD1C3-411F-3A01-404A-1D8DDC9A5D5A}"/>
          </ac:spMkLst>
        </pc:spChg>
        <pc:spChg chg="add mod">
          <ac:chgData name="진관 정" userId="f8975a598298c7d0" providerId="LiveId" clId="{FF4BAB45-1BC0-415A-8A81-AD9DC51D4827}" dt="2026-08-10T10:51:57.987" v="8501" actId="1036"/>
          <ac:spMkLst>
            <pc:docMk/>
            <pc:sldMk cId="192995071" sldId="270"/>
            <ac:spMk id="66" creationId="{1CC5D91A-2CAB-E594-087D-EA216E532C4B}"/>
          </ac:spMkLst>
        </pc:spChg>
        <pc:spChg chg="del mod">
          <ac:chgData name="진관 정" userId="f8975a598298c7d0" providerId="LiveId" clId="{FF4BAB45-1BC0-415A-8A81-AD9DC51D4827}" dt="2026-08-10T10:11:10.320" v="7594"/>
          <ac:spMkLst>
            <pc:docMk/>
            <pc:sldMk cId="192995071" sldId="270"/>
            <ac:spMk id="93" creationId="{08BF7CB9-44C4-E971-86A2-ADD029F8DF0F}"/>
          </ac:spMkLst>
        </pc:spChg>
        <pc:spChg chg="mod">
          <ac:chgData name="진관 정" userId="f8975a598298c7d0" providerId="LiveId" clId="{FF4BAB45-1BC0-415A-8A81-AD9DC51D4827}" dt="2026-08-10T10:42:08.467" v="8409" actId="164"/>
          <ac:spMkLst>
            <pc:docMk/>
            <pc:sldMk cId="192995071" sldId="270"/>
            <ac:spMk id="94" creationId="{4293F60D-7226-2D85-37C2-3C82121C02E3}"/>
          </ac:spMkLst>
        </pc:spChg>
        <pc:grpChg chg="del">
          <ac:chgData name="진관 정" userId="f8975a598298c7d0" providerId="LiveId" clId="{FF4BAB45-1BC0-415A-8A81-AD9DC51D4827}" dt="2026-08-10T10:41:24.534" v="8399" actId="478"/>
          <ac:grpSpMkLst>
            <pc:docMk/>
            <pc:sldMk cId="192995071" sldId="270"/>
            <ac:grpSpMk id="10" creationId="{CFF48FB6-A180-8D0E-B958-028EC3840DA9}"/>
          </ac:grpSpMkLst>
        </pc:grpChg>
        <pc:grpChg chg="add mod">
          <ac:chgData name="진관 정" userId="f8975a598298c7d0" providerId="LiveId" clId="{FF4BAB45-1BC0-415A-8A81-AD9DC51D4827}" dt="2026-08-10T10:41:24.708" v="8400"/>
          <ac:grpSpMkLst>
            <pc:docMk/>
            <pc:sldMk cId="192995071" sldId="270"/>
            <ac:grpSpMk id="56" creationId="{1FB939B4-3D80-A558-553F-913CE95C4C33}"/>
          </ac:grpSpMkLst>
        </pc:grpChg>
        <pc:grpChg chg="add mod">
          <ac:chgData name="진관 정" userId="f8975a598298c7d0" providerId="LiveId" clId="{FF4BAB45-1BC0-415A-8A81-AD9DC51D4827}" dt="2026-08-10T10:42:42.527" v="8420" actId="1036"/>
          <ac:grpSpMkLst>
            <pc:docMk/>
            <pc:sldMk cId="192995071" sldId="270"/>
            <ac:grpSpMk id="60" creationId="{48A4A9B6-ECC1-AAC0-91DA-594863F3D606}"/>
          </ac:grpSpMkLst>
        </pc:grpChg>
        <pc:picChg chg="del">
          <ac:chgData name="진관 정" userId="f8975a598298c7d0" providerId="LiveId" clId="{FF4BAB45-1BC0-415A-8A81-AD9DC51D4827}" dt="2026-08-10T10:13:52.461" v="7764" actId="478"/>
          <ac:picMkLst>
            <pc:docMk/>
            <pc:sldMk cId="192995071" sldId="270"/>
            <ac:picMk id="6" creationId="{6ADB77D5-C06A-DA99-E9A5-DC4ED4D5D636}"/>
          </ac:picMkLst>
        </pc:picChg>
        <pc:picChg chg="add del">
          <ac:chgData name="진관 정" userId="f8975a598298c7d0" providerId="LiveId" clId="{FF4BAB45-1BC0-415A-8A81-AD9DC51D4827}" dt="2026-08-10T10:52:00.585" v="8502" actId="478"/>
          <ac:picMkLst>
            <pc:docMk/>
            <pc:sldMk cId="192995071" sldId="270"/>
            <ac:picMk id="6" creationId="{C9333C7E-9661-9E38-EA17-6815DF877188}"/>
          </ac:picMkLst>
        </pc:picChg>
        <pc:picChg chg="add del mod">
          <ac:chgData name="진관 정" userId="f8975a598298c7d0" providerId="LiveId" clId="{FF4BAB45-1BC0-415A-8A81-AD9DC51D4827}" dt="2026-08-10T10:37:24.599" v="8310" actId="478"/>
          <ac:picMkLst>
            <pc:docMk/>
            <pc:sldMk cId="192995071" sldId="270"/>
            <ac:picMk id="7" creationId="{44B769E6-C605-4D5E-44FF-F516037EE50E}"/>
          </ac:picMkLst>
        </pc:picChg>
        <pc:picChg chg="del">
          <ac:chgData name="진관 정" userId="f8975a598298c7d0" providerId="LiveId" clId="{FF4BAB45-1BC0-415A-8A81-AD9DC51D4827}" dt="2026-08-10T10:11:06.491" v="7588" actId="478"/>
          <ac:picMkLst>
            <pc:docMk/>
            <pc:sldMk cId="192995071" sldId="270"/>
            <ac:picMk id="8" creationId="{6B70FAAC-238B-B2F4-F9D1-E7D02DB682B0}"/>
          </ac:picMkLst>
        </pc:picChg>
        <pc:picChg chg="add mod ord">
          <ac:chgData name="진관 정" userId="f8975a598298c7d0" providerId="LiveId" clId="{FF4BAB45-1BC0-415A-8A81-AD9DC51D4827}" dt="2026-08-10T10:38:46.722" v="8333" actId="1076"/>
          <ac:picMkLst>
            <pc:docMk/>
            <pc:sldMk cId="192995071" sldId="270"/>
            <ac:picMk id="16" creationId="{0DEB4F3A-91A4-5570-1C5E-764A23DB6A0E}"/>
          </ac:picMkLst>
        </pc:picChg>
        <pc:picChg chg="add mod ord">
          <ac:chgData name="진관 정" userId="f8975a598298c7d0" providerId="LiveId" clId="{FF4BAB45-1BC0-415A-8A81-AD9DC51D4827}" dt="2026-08-10T10:51:57.987" v="8501" actId="1036"/>
          <ac:picMkLst>
            <pc:docMk/>
            <pc:sldMk cId="192995071" sldId="270"/>
            <ac:picMk id="18" creationId="{0D3A9122-22FC-069F-858F-AF7867FBED6F}"/>
          </ac:picMkLst>
        </pc:picChg>
        <pc:picChg chg="add del mod ord">
          <ac:chgData name="진관 정" userId="f8975a598298c7d0" providerId="LiveId" clId="{FF4BAB45-1BC0-415A-8A81-AD9DC51D4827}" dt="2026-08-10T10:51:57.987" v="8501" actId="1036"/>
          <ac:picMkLst>
            <pc:docMk/>
            <pc:sldMk cId="192995071" sldId="270"/>
            <ac:picMk id="20" creationId="{4BAF0C1B-0417-943B-DFCF-EF5D73C084B1}"/>
          </ac:picMkLst>
        </pc:picChg>
        <pc:picChg chg="add del mod">
          <ac:chgData name="진관 정" userId="f8975a598298c7d0" providerId="LiveId" clId="{FF4BAB45-1BC0-415A-8A81-AD9DC51D4827}" dt="2026-08-10T10:16:41.137" v="7781" actId="478"/>
          <ac:picMkLst>
            <pc:docMk/>
            <pc:sldMk cId="192995071" sldId="270"/>
            <ac:picMk id="22" creationId="{94DF9534-BC77-B193-0146-98618E2368C6}"/>
          </ac:picMkLst>
        </pc:picChg>
        <pc:picChg chg="add mod ord">
          <ac:chgData name="진관 정" userId="f8975a598298c7d0" providerId="LiveId" clId="{FF4BAB45-1BC0-415A-8A81-AD9DC51D4827}" dt="2026-08-10T10:51:57.987" v="8501" actId="1036"/>
          <ac:picMkLst>
            <pc:docMk/>
            <pc:sldMk cId="192995071" sldId="270"/>
            <ac:picMk id="24" creationId="{0095C58B-D25B-BE0E-EBEB-2CE0FF13E801}"/>
          </ac:picMkLst>
        </pc:picChg>
        <pc:picChg chg="add del mod">
          <ac:chgData name="진관 정" userId="f8975a598298c7d0" providerId="LiveId" clId="{FF4BAB45-1BC0-415A-8A81-AD9DC51D4827}" dt="2026-08-10T10:37:16.416" v="8308" actId="478"/>
          <ac:picMkLst>
            <pc:docMk/>
            <pc:sldMk cId="192995071" sldId="270"/>
            <ac:picMk id="26" creationId="{ADB7D770-A0A7-6F4A-0CEE-D07E4298652C}"/>
          </ac:picMkLst>
        </pc:picChg>
        <pc:picChg chg="add mod">
          <ac:chgData name="진관 정" userId="f8975a598298c7d0" providerId="LiveId" clId="{FF4BAB45-1BC0-415A-8A81-AD9DC51D4827}" dt="2026-08-10T10:42:08.467" v="8409" actId="164"/>
          <ac:picMkLst>
            <pc:docMk/>
            <pc:sldMk cId="192995071" sldId="270"/>
            <ac:picMk id="35" creationId="{79C9F50D-050B-DE25-3CD4-CF186805EFAB}"/>
          </ac:picMkLst>
        </pc:picChg>
        <pc:picChg chg="add del mod">
          <ac:chgData name="진관 정" userId="f8975a598298c7d0" providerId="LiveId" clId="{FF4BAB45-1BC0-415A-8A81-AD9DC51D4827}" dt="2026-08-10T10:37:17.931" v="8309" actId="478"/>
          <ac:picMkLst>
            <pc:docMk/>
            <pc:sldMk cId="192995071" sldId="270"/>
            <ac:picMk id="37" creationId="{D2B58E42-0FE2-D1F3-3B31-801BF7B5D147}"/>
          </ac:picMkLst>
        </pc:picChg>
        <pc:picChg chg="add del mod">
          <ac:chgData name="진관 정" userId="f8975a598298c7d0" providerId="LiveId" clId="{FF4BAB45-1BC0-415A-8A81-AD9DC51D4827}" dt="2026-08-10T10:37:16.416" v="8308" actId="478"/>
          <ac:picMkLst>
            <pc:docMk/>
            <pc:sldMk cId="192995071" sldId="270"/>
            <ac:picMk id="40" creationId="{E4B66753-9DDB-1F5D-81E7-D42D7B69B8B6}"/>
          </ac:picMkLst>
        </pc:picChg>
        <pc:picChg chg="add mod">
          <ac:chgData name="진관 정" userId="f8975a598298c7d0" providerId="LiveId" clId="{FF4BAB45-1BC0-415A-8A81-AD9DC51D4827}" dt="2026-08-10T10:51:57.987" v="8501" actId="1036"/>
          <ac:picMkLst>
            <pc:docMk/>
            <pc:sldMk cId="192995071" sldId="270"/>
            <ac:picMk id="43" creationId="{C40B692F-9C1A-3E08-8CC8-CFAC0C8B58C2}"/>
          </ac:picMkLst>
        </pc:picChg>
        <pc:picChg chg="add mod">
          <ac:chgData name="진관 정" userId="f8975a598298c7d0" providerId="LiveId" clId="{FF4BAB45-1BC0-415A-8A81-AD9DC51D4827}" dt="2026-08-10T10:51:57.987" v="8501" actId="1036"/>
          <ac:picMkLst>
            <pc:docMk/>
            <pc:sldMk cId="192995071" sldId="270"/>
            <ac:picMk id="44" creationId="{B187BBDC-5DBE-E506-6C1A-0757612FB0F7}"/>
          </ac:picMkLst>
        </pc:picChg>
        <pc:picChg chg="add mod">
          <ac:chgData name="진관 정" userId="f8975a598298c7d0" providerId="LiveId" clId="{FF4BAB45-1BC0-415A-8A81-AD9DC51D4827}" dt="2026-08-10T10:38:53.149" v="8339" actId="1037"/>
          <ac:picMkLst>
            <pc:docMk/>
            <pc:sldMk cId="192995071" sldId="270"/>
            <ac:picMk id="45" creationId="{6A4E85F5-C4D6-3761-A86F-5C7CC60F5A41}"/>
          </ac:picMkLst>
        </pc:picChg>
        <pc:picChg chg="add mod ord">
          <ac:chgData name="진관 정" userId="f8975a598298c7d0" providerId="LiveId" clId="{FF4BAB45-1BC0-415A-8A81-AD9DC51D4827}" dt="2026-08-10T10:51:57.987" v="8501" actId="1036"/>
          <ac:picMkLst>
            <pc:docMk/>
            <pc:sldMk cId="192995071" sldId="270"/>
            <ac:picMk id="46" creationId="{438C9C06-56E3-3ED4-71A0-8F06A37FC31C}"/>
          </ac:picMkLst>
        </pc:picChg>
        <pc:picChg chg="add mod">
          <ac:chgData name="진관 정" userId="f8975a598298c7d0" providerId="LiveId" clId="{FF4BAB45-1BC0-415A-8A81-AD9DC51D4827}" dt="2026-08-10T10:38:40.116" v="8332" actId="571"/>
          <ac:picMkLst>
            <pc:docMk/>
            <pc:sldMk cId="192995071" sldId="270"/>
            <ac:picMk id="47" creationId="{D80F9039-94BB-F3A1-C8A7-C21C9356415D}"/>
          </ac:picMkLst>
        </pc:picChg>
        <pc:picChg chg="mod">
          <ac:chgData name="진관 정" userId="f8975a598298c7d0" providerId="LiveId" clId="{FF4BAB45-1BC0-415A-8A81-AD9DC51D4827}" dt="2026-08-10T10:22:56.493" v="7841" actId="1076"/>
          <ac:picMkLst>
            <pc:docMk/>
            <pc:sldMk cId="192995071" sldId="270"/>
            <ac:picMk id="48" creationId="{B1094739-F182-C5A8-7CEC-3A271884AF45}"/>
          </ac:picMkLst>
        </pc:picChg>
        <pc:picChg chg="add mod">
          <ac:chgData name="진관 정" userId="f8975a598298c7d0" providerId="LiveId" clId="{FF4BAB45-1BC0-415A-8A81-AD9DC51D4827}" dt="2026-08-10T10:38:40.116" v="8332" actId="571"/>
          <ac:picMkLst>
            <pc:docMk/>
            <pc:sldMk cId="192995071" sldId="270"/>
            <ac:picMk id="49" creationId="{6D2EF3A8-A6A9-25A3-7F98-9F7DECCF4589}"/>
          </ac:picMkLst>
        </pc:picChg>
        <pc:picChg chg="add mod">
          <ac:chgData name="진관 정" userId="f8975a598298c7d0" providerId="LiveId" clId="{FF4BAB45-1BC0-415A-8A81-AD9DC51D4827}" dt="2026-08-10T10:38:40.116" v="8332" actId="571"/>
          <ac:picMkLst>
            <pc:docMk/>
            <pc:sldMk cId="192995071" sldId="270"/>
            <ac:picMk id="51" creationId="{1081C656-1FDF-A66B-C1B5-B6C98AC63A66}"/>
          </ac:picMkLst>
        </pc:picChg>
        <pc:picChg chg="add mod">
          <ac:chgData name="진관 정" userId="f8975a598298c7d0" providerId="LiveId" clId="{FF4BAB45-1BC0-415A-8A81-AD9DC51D4827}" dt="2026-08-10T10:38:40.116" v="8332" actId="571"/>
          <ac:picMkLst>
            <pc:docMk/>
            <pc:sldMk cId="192995071" sldId="270"/>
            <ac:picMk id="55" creationId="{D5AD8975-5ADE-A051-FBF0-752E81B5D2B1}"/>
          </ac:picMkLst>
        </pc:picChg>
        <pc:picChg chg="mod">
          <ac:chgData name="진관 정" userId="f8975a598298c7d0" providerId="LiveId" clId="{FF4BAB45-1BC0-415A-8A81-AD9DC51D4827}" dt="2026-08-10T10:41:24.708" v="8400"/>
          <ac:picMkLst>
            <pc:docMk/>
            <pc:sldMk cId="192995071" sldId="270"/>
            <ac:picMk id="57" creationId="{487A6302-B464-9638-5B7F-992ADC9E8FF6}"/>
          </ac:picMkLst>
        </pc:picChg>
        <pc:picChg chg="mod">
          <ac:chgData name="진관 정" userId="f8975a598298c7d0" providerId="LiveId" clId="{FF4BAB45-1BC0-415A-8A81-AD9DC51D4827}" dt="2026-08-10T10:41:24.708" v="8400"/>
          <ac:picMkLst>
            <pc:docMk/>
            <pc:sldMk cId="192995071" sldId="270"/>
            <ac:picMk id="58" creationId="{E9B4C89F-9A42-EED5-5701-1B15B770C95B}"/>
          </ac:picMkLst>
        </pc:picChg>
        <pc:picChg chg="del">
          <ac:chgData name="진관 정" userId="f8975a598298c7d0" providerId="LiveId" clId="{FF4BAB45-1BC0-415A-8A81-AD9DC51D4827}" dt="2026-08-10T10:37:13.908" v="8307" actId="478"/>
          <ac:picMkLst>
            <pc:docMk/>
            <pc:sldMk cId="192995071" sldId="270"/>
            <ac:picMk id="64" creationId="{D4C1F039-C95D-F313-6CBE-5C4370BD892C}"/>
          </ac:picMkLst>
        </pc:picChg>
        <pc:picChg chg="del mod">
          <ac:chgData name="진관 정" userId="f8975a598298c7d0" providerId="LiveId" clId="{FF4BAB45-1BC0-415A-8A81-AD9DC51D4827}" dt="2026-08-10T10:38:11.158" v="8318" actId="478"/>
          <ac:picMkLst>
            <pc:docMk/>
            <pc:sldMk cId="192995071" sldId="270"/>
            <ac:picMk id="87" creationId="{37752CE8-B01C-3F23-0735-593952C3DD68}"/>
          </ac:picMkLst>
        </pc:picChg>
      </pc:sldChg>
      <pc:sldChg chg="addSp delSp modSp add mod">
        <pc:chgData name="진관 정" userId="f8975a598298c7d0" providerId="LiveId" clId="{FF4BAB45-1BC0-415A-8A81-AD9DC51D4827}" dt="2026-08-10T10:44:37.939" v="8460" actId="14100"/>
        <pc:sldMkLst>
          <pc:docMk/>
          <pc:sldMk cId="1470435009" sldId="271"/>
        </pc:sldMkLst>
        <pc:spChg chg="mod">
          <ac:chgData name="진관 정" userId="f8975a598298c7d0" providerId="LiveId" clId="{FF4BAB45-1BC0-415A-8A81-AD9DC51D4827}" dt="2026-08-10T10:37:08.944" v="8306" actId="20577"/>
          <ac:spMkLst>
            <pc:docMk/>
            <pc:sldMk cId="1470435009" sldId="271"/>
            <ac:spMk id="9" creationId="{D1B6E186-8392-C305-D9E6-ED0A26D6F18F}"/>
          </ac:spMkLst>
        </pc:spChg>
        <pc:spChg chg="mod">
          <ac:chgData name="진관 정" userId="f8975a598298c7d0" providerId="LiveId" clId="{FF4BAB45-1BC0-415A-8A81-AD9DC51D4827}" dt="2026-08-10T10:42:24.614" v="8416" actId="1037"/>
          <ac:spMkLst>
            <pc:docMk/>
            <pc:sldMk cId="1470435009" sldId="271"/>
            <ac:spMk id="13" creationId="{92837078-B989-D358-CF35-F52538BDE1EE}"/>
          </ac:spMkLst>
        </pc:spChg>
        <pc:spChg chg="add mod">
          <ac:chgData name="진관 정" userId="f8975a598298c7d0" providerId="LiveId" clId="{FF4BAB45-1BC0-415A-8A81-AD9DC51D4827}" dt="2026-08-10T10:36:02.106" v="8199" actId="20577"/>
          <ac:spMkLst>
            <pc:docMk/>
            <pc:sldMk cId="1470435009" sldId="271"/>
            <ac:spMk id="28" creationId="{8B0244A9-2D46-0837-5635-2EB7225F62C8}"/>
          </ac:spMkLst>
        </pc:spChg>
        <pc:spChg chg="del">
          <ac:chgData name="진관 정" userId="f8975a598298c7d0" providerId="LiveId" clId="{FF4BAB45-1BC0-415A-8A81-AD9DC51D4827}" dt="2026-08-10T10:28:31.095" v="7876" actId="478"/>
          <ac:spMkLst>
            <pc:docMk/>
            <pc:sldMk cId="1470435009" sldId="271"/>
            <ac:spMk id="30" creationId="{B71500B5-EE11-D5F2-1965-B6844FBFF225}"/>
          </ac:spMkLst>
        </pc:spChg>
        <pc:spChg chg="del">
          <ac:chgData name="진관 정" userId="f8975a598298c7d0" providerId="LiveId" clId="{FF4BAB45-1BC0-415A-8A81-AD9DC51D4827}" dt="2026-08-10T10:28:31.095" v="7876" actId="478"/>
          <ac:spMkLst>
            <pc:docMk/>
            <pc:sldMk cId="1470435009" sldId="271"/>
            <ac:spMk id="31" creationId="{46F1987D-610E-96F4-B0FA-DB4B1990FD5E}"/>
          </ac:spMkLst>
        </pc:spChg>
        <pc:spChg chg="del">
          <ac:chgData name="진관 정" userId="f8975a598298c7d0" providerId="LiveId" clId="{FF4BAB45-1BC0-415A-8A81-AD9DC51D4827}" dt="2026-08-10T10:28:31.095" v="7876" actId="478"/>
          <ac:spMkLst>
            <pc:docMk/>
            <pc:sldMk cId="1470435009" sldId="271"/>
            <ac:spMk id="32" creationId="{E8F52FFA-ABD6-A921-497D-7036091CA38B}"/>
          </ac:spMkLst>
        </pc:spChg>
        <pc:spChg chg="del">
          <ac:chgData name="진관 정" userId="f8975a598298c7d0" providerId="LiveId" clId="{FF4BAB45-1BC0-415A-8A81-AD9DC51D4827}" dt="2026-08-10T10:28:31.095" v="7876" actId="478"/>
          <ac:spMkLst>
            <pc:docMk/>
            <pc:sldMk cId="1470435009" sldId="271"/>
            <ac:spMk id="33" creationId="{6CB69E04-BB7B-50F7-01EF-B0A576750568}"/>
          </ac:spMkLst>
        </pc:spChg>
        <pc:spChg chg="add del mod">
          <ac:chgData name="진관 정" userId="f8975a598298c7d0" providerId="LiveId" clId="{FF4BAB45-1BC0-415A-8A81-AD9DC51D4827}" dt="2026-08-10T10:34:44.718" v="8069" actId="478"/>
          <ac:spMkLst>
            <pc:docMk/>
            <pc:sldMk cId="1470435009" sldId="271"/>
            <ac:spMk id="36" creationId="{A930F301-009A-3417-576D-91682DF59478}"/>
          </ac:spMkLst>
        </pc:spChg>
        <pc:spChg chg="del">
          <ac:chgData name="진관 정" userId="f8975a598298c7d0" providerId="LiveId" clId="{FF4BAB45-1BC0-415A-8A81-AD9DC51D4827}" dt="2026-08-10T10:29:05.123" v="7890" actId="478"/>
          <ac:spMkLst>
            <pc:docMk/>
            <pc:sldMk cId="1470435009" sldId="271"/>
            <ac:spMk id="38" creationId="{7D52CC13-A970-850E-A3E0-7F87F192CC89}"/>
          </ac:spMkLst>
        </pc:spChg>
        <pc:spChg chg="add mod">
          <ac:chgData name="진관 정" userId="f8975a598298c7d0" providerId="LiveId" clId="{FF4BAB45-1BC0-415A-8A81-AD9DC51D4827}" dt="2026-08-10T10:35:57.349" v="8190" actId="20577"/>
          <ac:spMkLst>
            <pc:docMk/>
            <pc:sldMk cId="1470435009" sldId="271"/>
            <ac:spMk id="39" creationId="{2EEE2A7D-2E2A-A053-B848-64D5FF9A5EC7}"/>
          </ac:spMkLst>
        </pc:spChg>
        <pc:spChg chg="del">
          <ac:chgData name="진관 정" userId="f8975a598298c7d0" providerId="LiveId" clId="{FF4BAB45-1BC0-415A-8A81-AD9DC51D4827}" dt="2026-08-10T10:29:09.807" v="7891" actId="478"/>
          <ac:spMkLst>
            <pc:docMk/>
            <pc:sldMk cId="1470435009" sldId="271"/>
            <ac:spMk id="41" creationId="{3ADBD96F-8757-F175-A001-D8149B6D1481}"/>
          </ac:spMkLst>
        </pc:spChg>
        <pc:spChg chg="add mod">
          <ac:chgData name="진관 정" userId="f8975a598298c7d0" providerId="LiveId" clId="{FF4BAB45-1BC0-415A-8A81-AD9DC51D4827}" dt="2026-08-10T10:36:09.852" v="8252" actId="20577"/>
          <ac:spMkLst>
            <pc:docMk/>
            <pc:sldMk cId="1470435009" sldId="271"/>
            <ac:spMk id="42" creationId="{77E5292B-33C9-EB5B-6E48-42DDCF2F0098}"/>
          </ac:spMkLst>
        </pc:spChg>
        <pc:spChg chg="add mod">
          <ac:chgData name="진관 정" userId="f8975a598298c7d0" providerId="LiveId" clId="{FF4BAB45-1BC0-415A-8A81-AD9DC51D4827}" dt="2026-08-10T10:44:00.284" v="8447" actId="14100"/>
          <ac:spMkLst>
            <pc:docMk/>
            <pc:sldMk cId="1470435009" sldId="271"/>
            <ac:spMk id="45" creationId="{ECF2DFE0-B2D1-C576-CBBD-852352D129B0}"/>
          </ac:spMkLst>
        </pc:spChg>
        <pc:spChg chg="add mod">
          <ac:chgData name="진관 정" userId="f8975a598298c7d0" providerId="LiveId" clId="{FF4BAB45-1BC0-415A-8A81-AD9DC51D4827}" dt="2026-08-10T10:44:25.747" v="8456" actId="1076"/>
          <ac:spMkLst>
            <pc:docMk/>
            <pc:sldMk cId="1470435009" sldId="271"/>
            <ac:spMk id="46" creationId="{940E89A9-E1CC-4D7D-BC18-DADD4169205D}"/>
          </ac:spMkLst>
        </pc:spChg>
        <pc:spChg chg="add mod">
          <ac:chgData name="진관 정" userId="f8975a598298c7d0" providerId="LiveId" clId="{FF4BAB45-1BC0-415A-8A81-AD9DC51D4827}" dt="2026-08-10T10:44:16.134" v="8452" actId="14100"/>
          <ac:spMkLst>
            <pc:docMk/>
            <pc:sldMk cId="1470435009" sldId="271"/>
            <ac:spMk id="47" creationId="{1C6DE5BA-28D2-C724-083E-EB4A34910E3A}"/>
          </ac:spMkLst>
        </pc:spChg>
        <pc:spChg chg="mod topLvl">
          <ac:chgData name="진관 정" userId="f8975a598298c7d0" providerId="LiveId" clId="{FF4BAB45-1BC0-415A-8A81-AD9DC51D4827}" dt="2026-08-10T10:40:54.529" v="8397" actId="164"/>
          <ac:spMkLst>
            <pc:docMk/>
            <pc:sldMk cId="1470435009" sldId="271"/>
            <ac:spMk id="54" creationId="{D776FCD2-4A16-B280-AEB7-38DF376684CA}"/>
          </ac:spMkLst>
        </pc:spChg>
        <pc:spChg chg="add mod">
          <ac:chgData name="진관 정" userId="f8975a598298c7d0" providerId="LiveId" clId="{FF4BAB45-1BC0-415A-8A81-AD9DC51D4827}" dt="2026-08-10T10:44:21.047" v="8454" actId="571"/>
          <ac:spMkLst>
            <pc:docMk/>
            <pc:sldMk cId="1470435009" sldId="271"/>
            <ac:spMk id="56" creationId="{4AB5C1A9-5E8B-A57D-BDCE-7FF7F12ACCFC}"/>
          </ac:spMkLst>
        </pc:spChg>
        <pc:spChg chg="add mod">
          <ac:chgData name="진관 정" userId="f8975a598298c7d0" providerId="LiveId" clId="{FF4BAB45-1BC0-415A-8A81-AD9DC51D4827}" dt="2026-08-10T10:44:37.939" v="8460" actId="14100"/>
          <ac:spMkLst>
            <pc:docMk/>
            <pc:sldMk cId="1470435009" sldId="271"/>
            <ac:spMk id="57" creationId="{8E675F94-071B-909D-0E99-7FA495109567}"/>
          </ac:spMkLst>
        </pc:spChg>
        <pc:spChg chg="del">
          <ac:chgData name="진관 정" userId="f8975a598298c7d0" providerId="LiveId" clId="{FF4BAB45-1BC0-415A-8A81-AD9DC51D4827}" dt="2026-08-10T10:28:31.095" v="7876" actId="478"/>
          <ac:spMkLst>
            <pc:docMk/>
            <pc:sldMk cId="1470435009" sldId="271"/>
            <ac:spMk id="94" creationId="{950DF18D-DBF2-38AE-9D58-C51453F1B6EC}"/>
          </ac:spMkLst>
        </pc:spChg>
        <pc:grpChg chg="del mod">
          <ac:chgData name="진관 정" userId="f8975a598298c7d0" providerId="LiveId" clId="{FF4BAB45-1BC0-415A-8A81-AD9DC51D4827}" dt="2026-08-10T10:40:38.865" v="8387" actId="165"/>
          <ac:grpSpMkLst>
            <pc:docMk/>
            <pc:sldMk cId="1470435009" sldId="271"/>
            <ac:grpSpMk id="10" creationId="{68DC065C-DA63-BA8E-DCE0-13F93E0F6BD2}"/>
          </ac:grpSpMkLst>
        </pc:grpChg>
        <pc:grpChg chg="add mod">
          <ac:chgData name="진관 정" userId="f8975a598298c7d0" providerId="LiveId" clId="{FF4BAB45-1BC0-415A-8A81-AD9DC51D4827}" dt="2026-08-10T10:32:35.295" v="7964" actId="1076"/>
          <ac:grpSpMkLst>
            <pc:docMk/>
            <pc:sldMk cId="1470435009" sldId="271"/>
            <ac:grpSpMk id="12" creationId="{9D0BA8C1-C3DE-367B-2DE8-F0ADA3C30721}"/>
          </ac:grpSpMkLst>
        </pc:grpChg>
        <pc:grpChg chg="add mod">
          <ac:chgData name="진관 정" userId="f8975a598298c7d0" providerId="LiveId" clId="{FF4BAB45-1BC0-415A-8A81-AD9DC51D4827}" dt="2026-08-10T10:32:35.295" v="7964" actId="1076"/>
          <ac:grpSpMkLst>
            <pc:docMk/>
            <pc:sldMk cId="1470435009" sldId="271"/>
            <ac:grpSpMk id="14" creationId="{0A85DD8A-E339-1C1C-64B1-0410C5CF2BBD}"/>
          </ac:grpSpMkLst>
        </pc:grpChg>
        <pc:grpChg chg="add mod">
          <ac:chgData name="진관 정" userId="f8975a598298c7d0" providerId="LiveId" clId="{FF4BAB45-1BC0-415A-8A81-AD9DC51D4827}" dt="2026-08-10T10:35:21.302" v="8076" actId="12788"/>
          <ac:grpSpMkLst>
            <pc:docMk/>
            <pc:sldMk cId="1470435009" sldId="271"/>
            <ac:grpSpMk id="21" creationId="{9C1D7930-AF50-CE3C-8591-1E2C304DAAE2}"/>
          </ac:grpSpMkLst>
        </pc:grpChg>
        <pc:grpChg chg="add mod">
          <ac:chgData name="진관 정" userId="f8975a598298c7d0" providerId="LiveId" clId="{FF4BAB45-1BC0-415A-8A81-AD9DC51D4827}" dt="2026-08-10T10:42:56.572" v="8424" actId="1035"/>
          <ac:grpSpMkLst>
            <pc:docMk/>
            <pc:sldMk cId="1470435009" sldId="271"/>
            <ac:grpSpMk id="25" creationId="{2F3EFD4E-58F3-7109-862F-AE70221D38D6}"/>
          </ac:grpSpMkLst>
        </pc:grpChg>
        <pc:grpChg chg="add mod">
          <ac:chgData name="진관 정" userId="f8975a598298c7d0" providerId="LiveId" clId="{FF4BAB45-1BC0-415A-8A81-AD9DC51D4827}" dt="2026-08-10T10:40:54.529" v="8397" actId="164"/>
          <ac:grpSpMkLst>
            <pc:docMk/>
            <pc:sldMk cId="1470435009" sldId="271"/>
            <ac:grpSpMk id="43" creationId="{F32F8A97-233E-DF4D-C8CE-D0911D5F8D84}"/>
          </ac:grpSpMkLst>
        </pc:grpChg>
        <pc:grpChg chg="add mod">
          <ac:chgData name="진관 정" userId="f8975a598298c7d0" providerId="LiveId" clId="{FF4BAB45-1BC0-415A-8A81-AD9DC51D4827}" dt="2026-08-10T10:44:21.047" v="8454" actId="571"/>
          <ac:grpSpMkLst>
            <pc:docMk/>
            <pc:sldMk cId="1470435009" sldId="271"/>
            <ac:grpSpMk id="49" creationId="{01977A94-3EF0-83E0-2CF0-209CB1379E33}"/>
          </ac:grpSpMkLst>
        </pc:grpChg>
        <pc:picChg chg="mod">
          <ac:chgData name="진관 정" userId="f8975a598298c7d0" providerId="LiveId" clId="{FF4BAB45-1BC0-415A-8A81-AD9DC51D4827}" dt="2026-08-10T10:28:29.143" v="7875" actId="1076"/>
          <ac:picMkLst>
            <pc:docMk/>
            <pc:sldMk cId="1470435009" sldId="271"/>
            <ac:picMk id="2" creationId="{CB214953-7571-7DA7-F24E-5F4466B8BF76}"/>
          </ac:picMkLst>
        </pc:picChg>
        <pc:picChg chg="add mod">
          <ac:chgData name="진관 정" userId="f8975a598298c7d0" providerId="LiveId" clId="{FF4BAB45-1BC0-415A-8A81-AD9DC51D4827}" dt="2026-08-10T10:30:37.740" v="7949" actId="164"/>
          <ac:picMkLst>
            <pc:docMk/>
            <pc:sldMk cId="1470435009" sldId="271"/>
            <ac:picMk id="6" creationId="{3A980490-3779-F451-CD2B-31A1D79F9D26}"/>
          </ac:picMkLst>
        </pc:picChg>
        <pc:picChg chg="del">
          <ac:chgData name="진관 정" userId="f8975a598298c7d0" providerId="LiveId" clId="{FF4BAB45-1BC0-415A-8A81-AD9DC51D4827}" dt="2026-08-10T10:28:26.938" v="7873" actId="478"/>
          <ac:picMkLst>
            <pc:docMk/>
            <pc:sldMk cId="1470435009" sldId="271"/>
            <ac:picMk id="7" creationId="{13F74B42-16AC-B05F-68C1-6C6F036D1901}"/>
          </ac:picMkLst>
        </pc:picChg>
        <pc:picChg chg="add mod ord">
          <ac:chgData name="진관 정" userId="f8975a598298c7d0" providerId="LiveId" clId="{FF4BAB45-1BC0-415A-8A81-AD9DC51D4827}" dt="2026-08-10T10:30:36.633" v="7948" actId="164"/>
          <ac:picMkLst>
            <pc:docMk/>
            <pc:sldMk cId="1470435009" sldId="271"/>
            <ac:picMk id="8" creationId="{332509A4-3769-B000-B019-F6B668C98AF0}"/>
          </ac:picMkLst>
        </pc:picChg>
        <pc:picChg chg="del">
          <ac:chgData name="진관 정" userId="f8975a598298c7d0" providerId="LiveId" clId="{FF4BAB45-1BC0-415A-8A81-AD9DC51D4827}" dt="2026-08-10T10:28:31.095" v="7876" actId="478"/>
          <ac:picMkLst>
            <pc:docMk/>
            <pc:sldMk cId="1470435009" sldId="271"/>
            <ac:picMk id="18" creationId="{EE1969B7-5C79-074E-9321-05110B716545}"/>
          </ac:picMkLst>
        </pc:picChg>
        <pc:picChg chg="add del mod">
          <ac:chgData name="진관 정" userId="f8975a598298c7d0" providerId="LiveId" clId="{FF4BAB45-1BC0-415A-8A81-AD9DC51D4827}" dt="2026-08-10T10:32:10.789" v="7958" actId="478"/>
          <ac:picMkLst>
            <pc:docMk/>
            <pc:sldMk cId="1470435009" sldId="271"/>
            <ac:picMk id="19" creationId="{3C006A3D-196A-0E1D-87B1-4FDC29F37E14}"/>
          </ac:picMkLst>
        </pc:picChg>
        <pc:picChg chg="del">
          <ac:chgData name="진관 정" userId="f8975a598298c7d0" providerId="LiveId" clId="{FF4BAB45-1BC0-415A-8A81-AD9DC51D4827}" dt="2026-08-10T10:28:31.095" v="7876" actId="478"/>
          <ac:picMkLst>
            <pc:docMk/>
            <pc:sldMk cId="1470435009" sldId="271"/>
            <ac:picMk id="20" creationId="{C6AEAE46-CC5B-2037-9089-890303D5D65D}"/>
          </ac:picMkLst>
        </pc:picChg>
        <pc:picChg chg="mod">
          <ac:chgData name="진관 정" userId="f8975a598298c7d0" providerId="LiveId" clId="{FF4BAB45-1BC0-415A-8A81-AD9DC51D4827}" dt="2026-08-10T10:32:09.531" v="7957" actId="1076"/>
          <ac:picMkLst>
            <pc:docMk/>
            <pc:sldMk cId="1470435009" sldId="271"/>
            <ac:picMk id="22" creationId="{4785DD73-ADA3-61AC-5B22-72A0E016662C}"/>
          </ac:picMkLst>
        </pc:picChg>
        <pc:picChg chg="mod">
          <ac:chgData name="진관 정" userId="f8975a598298c7d0" providerId="LiveId" clId="{FF4BAB45-1BC0-415A-8A81-AD9DC51D4827}" dt="2026-08-10T10:32:21.241" v="7960" actId="14100"/>
          <ac:picMkLst>
            <pc:docMk/>
            <pc:sldMk cId="1470435009" sldId="271"/>
            <ac:picMk id="23" creationId="{956E4EA6-5D1A-3C1F-DEC2-ABFAE9C880B3}"/>
          </ac:picMkLst>
        </pc:picChg>
        <pc:picChg chg="del">
          <ac:chgData name="진관 정" userId="f8975a598298c7d0" providerId="LiveId" clId="{FF4BAB45-1BC0-415A-8A81-AD9DC51D4827}" dt="2026-08-10T10:28:31.095" v="7876" actId="478"/>
          <ac:picMkLst>
            <pc:docMk/>
            <pc:sldMk cId="1470435009" sldId="271"/>
            <ac:picMk id="24" creationId="{303E2753-3AEC-E98C-8FBF-CE0EE3266177}"/>
          </ac:picMkLst>
        </pc:picChg>
        <pc:picChg chg="mod ord">
          <ac:chgData name="진관 정" userId="f8975a598298c7d0" providerId="LiveId" clId="{FF4BAB45-1BC0-415A-8A81-AD9DC51D4827}" dt="2026-08-10T10:30:36.633" v="7948" actId="164"/>
          <ac:picMkLst>
            <pc:docMk/>
            <pc:sldMk cId="1470435009" sldId="271"/>
            <ac:picMk id="26" creationId="{67C1F114-BE53-66AF-DFDD-800C12FFB453}"/>
          </ac:picMkLst>
        </pc:picChg>
        <pc:picChg chg="add del mod">
          <ac:chgData name="진관 정" userId="f8975a598298c7d0" providerId="LiveId" clId="{FF4BAB45-1BC0-415A-8A81-AD9DC51D4827}" dt="2026-08-10T10:34:01.387" v="8003" actId="478"/>
          <ac:picMkLst>
            <pc:docMk/>
            <pc:sldMk cId="1470435009" sldId="271"/>
            <ac:picMk id="34" creationId="{7799A7DB-DCA5-684C-861E-45D3583B4526}"/>
          </ac:picMkLst>
        </pc:picChg>
        <pc:picChg chg="del">
          <ac:chgData name="진관 정" userId="f8975a598298c7d0" providerId="LiveId" clId="{FF4BAB45-1BC0-415A-8A81-AD9DC51D4827}" dt="2026-08-10T10:28:31.095" v="7876" actId="478"/>
          <ac:picMkLst>
            <pc:docMk/>
            <pc:sldMk cId="1470435009" sldId="271"/>
            <ac:picMk id="35" creationId="{2E19A080-3456-2B42-3AA2-4FE034FE1192}"/>
          </ac:picMkLst>
        </pc:picChg>
        <pc:picChg chg="mod">
          <ac:chgData name="진관 정" userId="f8975a598298c7d0" providerId="LiveId" clId="{FF4BAB45-1BC0-415A-8A81-AD9DC51D4827}" dt="2026-08-10T10:33:26.818" v="7992" actId="164"/>
          <ac:picMkLst>
            <pc:docMk/>
            <pc:sldMk cId="1470435009" sldId="271"/>
            <ac:picMk id="37" creationId="{811AC955-6186-C756-4D25-78E77D1CAE25}"/>
          </ac:picMkLst>
        </pc:picChg>
        <pc:picChg chg="mod ord">
          <ac:chgData name="진관 정" userId="f8975a598298c7d0" providerId="LiveId" clId="{FF4BAB45-1BC0-415A-8A81-AD9DC51D4827}" dt="2026-08-10T10:30:37.740" v="7949" actId="164"/>
          <ac:picMkLst>
            <pc:docMk/>
            <pc:sldMk cId="1470435009" sldId="271"/>
            <ac:picMk id="40" creationId="{CE506E8B-2DE7-5B40-9427-7876CFCD7FB3}"/>
          </ac:picMkLst>
        </pc:picChg>
        <pc:picChg chg="mod">
          <ac:chgData name="진관 정" userId="f8975a598298c7d0" providerId="LiveId" clId="{FF4BAB45-1BC0-415A-8A81-AD9DC51D4827}" dt="2026-08-10T10:29:17.623" v="7895" actId="1076"/>
          <ac:picMkLst>
            <pc:docMk/>
            <pc:sldMk cId="1470435009" sldId="271"/>
            <ac:picMk id="48" creationId="{80B43DE4-759D-80EC-FC52-00CDABCEB98F}"/>
          </ac:picMkLst>
        </pc:picChg>
        <pc:picChg chg="mod">
          <ac:chgData name="진관 정" userId="f8975a598298c7d0" providerId="LiveId" clId="{FF4BAB45-1BC0-415A-8A81-AD9DC51D4827}" dt="2026-08-10T10:44:21.047" v="8454" actId="571"/>
          <ac:picMkLst>
            <pc:docMk/>
            <pc:sldMk cId="1470435009" sldId="271"/>
            <ac:picMk id="51" creationId="{887ECEA4-E619-54F9-92E6-0B9C3D954CE8}"/>
          </ac:picMkLst>
        </pc:picChg>
        <pc:picChg chg="mod topLvl">
          <ac:chgData name="진관 정" userId="f8975a598298c7d0" providerId="LiveId" clId="{FF4BAB45-1BC0-415A-8A81-AD9DC51D4827}" dt="2026-08-10T10:40:54.529" v="8397" actId="164"/>
          <ac:picMkLst>
            <pc:docMk/>
            <pc:sldMk cId="1470435009" sldId="271"/>
            <ac:picMk id="52" creationId="{4A0BE077-18E6-054E-B032-2073DC15EB91}"/>
          </ac:picMkLst>
        </pc:picChg>
        <pc:picChg chg="mod topLvl">
          <ac:chgData name="진관 정" userId="f8975a598298c7d0" providerId="LiveId" clId="{FF4BAB45-1BC0-415A-8A81-AD9DC51D4827}" dt="2026-08-10T10:40:54.529" v="8397" actId="164"/>
          <ac:picMkLst>
            <pc:docMk/>
            <pc:sldMk cId="1470435009" sldId="271"/>
            <ac:picMk id="53" creationId="{F70B92A5-F155-08E4-F0F1-A1853ED2978D}"/>
          </ac:picMkLst>
        </pc:picChg>
        <pc:picChg chg="mod">
          <ac:chgData name="진관 정" userId="f8975a598298c7d0" providerId="LiveId" clId="{FF4BAB45-1BC0-415A-8A81-AD9DC51D4827}" dt="2026-08-10T10:44:21.047" v="8454" actId="571"/>
          <ac:picMkLst>
            <pc:docMk/>
            <pc:sldMk cId="1470435009" sldId="271"/>
            <ac:picMk id="55" creationId="{B3F75850-29FD-572A-573C-E340C0DD7335}"/>
          </ac:picMkLst>
        </pc:picChg>
        <pc:picChg chg="del mod">
          <ac:chgData name="진관 정" userId="f8975a598298c7d0" providerId="LiveId" clId="{FF4BAB45-1BC0-415A-8A81-AD9DC51D4827}" dt="2026-08-10T10:29:01.382" v="7889" actId="478"/>
          <ac:picMkLst>
            <pc:docMk/>
            <pc:sldMk cId="1470435009" sldId="271"/>
            <ac:picMk id="64" creationId="{C4D50D10-E5E4-21C7-8118-DF68AE346BB1}"/>
          </ac:picMkLst>
        </pc:picChg>
        <pc:picChg chg="del">
          <ac:chgData name="진관 정" userId="f8975a598298c7d0" providerId="LiveId" clId="{FF4BAB45-1BC0-415A-8A81-AD9DC51D4827}" dt="2026-08-10T10:28:31.095" v="7876" actId="478"/>
          <ac:picMkLst>
            <pc:docMk/>
            <pc:sldMk cId="1470435009" sldId="271"/>
            <ac:picMk id="87" creationId="{5DA5A178-33F2-C036-C787-8FC02E2561E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E0A11B-EE78-405C-B357-28E346C7D95F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06EBBC-C797-475A-807F-9D1444EC42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9860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1E89F-25D9-E34C-9D0A-BE7525A1A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545DB46-6CB8-07E8-A3DD-2442733713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00E84D4-165E-4100-5288-252252B91B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07A7C6-710E-6F70-D69F-D616D4BC2F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06EBBC-C797-475A-807F-9D1444EC42B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85371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B166A-2467-C547-2E0E-C3F5FAE67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C74E412-97C1-A210-B83E-A6CBFFC720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7DF1C74-E9D0-DD29-7653-397B3CC4E7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88F808-8196-A170-7DAA-A0A3BFC296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06EBBC-C797-475A-807F-9D1444EC42B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37917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50D03-86F6-B6E8-F8E1-9D1C23795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DE48B60-0D51-94BD-E0B1-21CD558FBE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038782B-3DD2-6A8D-E7F6-E56BA5E865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56A020-82F5-B61C-1107-FDCE7B472A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06EBBC-C797-475A-807F-9D1444EC42B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73531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A7A65-B805-6DA0-827F-722CBBD98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348A5A1-4B27-941C-8544-D5D9F6ED40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486691D-9D35-88E1-BDBC-693403C808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106001-FA98-8967-89FF-565A0EE313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06EBBC-C797-475A-807F-9D1444EC42B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11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DF8DA-7F0B-4F02-8D06-F93BD9A27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11A4C0A-0F15-5C52-3D0B-6AFD5B6350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A0EC48F-F2B5-275C-06F4-0089E037DE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32209D-62CA-CE8B-5455-51BA82947A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06EBBC-C797-475A-807F-9D1444EC42B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04364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8687C-2CC6-CDFF-A283-073876308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0A83433-F35F-E7AB-BA00-E4C234EE5B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039B4F0-4109-D378-7143-3BE05CF546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7B5F6D-9AD6-0CA4-0FBB-CF5AC54BC2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06EBBC-C797-475A-807F-9D1444EC42B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79241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DF04D-025C-3716-E743-82854FA9B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95CFFF4-03F4-8CDE-DB9D-D046342FB4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8CF3F54-336A-2692-DE99-C021DBE4B7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030AB9-D561-3636-AF25-04CCA66B09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06EBBC-C797-475A-807F-9D1444EC42B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85482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20.png"/><Relationship Id="rId5" Type="http://schemas.openxmlformats.org/officeDocument/2006/relationships/image" Target="../media/image8.png"/><Relationship Id="rId10" Type="http://schemas.openxmlformats.org/officeDocument/2006/relationships/image" Target="../media/image19.png"/><Relationship Id="rId4" Type="http://schemas.openxmlformats.org/officeDocument/2006/relationships/image" Target="../media/image7.png"/><Relationship Id="rId9" Type="http://schemas.openxmlformats.org/officeDocument/2006/relationships/image" Target="../media/image18.png"/><Relationship Id="rId1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13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23.png"/><Relationship Id="rId5" Type="http://schemas.openxmlformats.org/officeDocument/2006/relationships/image" Target="../media/image8.png"/><Relationship Id="rId10" Type="http://schemas.openxmlformats.org/officeDocument/2006/relationships/image" Target="../media/image15.png"/><Relationship Id="rId4" Type="http://schemas.openxmlformats.org/officeDocument/2006/relationships/image" Target="../media/image7.png"/><Relationship Id="rId9" Type="http://schemas.openxmlformats.org/officeDocument/2006/relationships/image" Target="../media/image14.png"/><Relationship Id="rId1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3.png"/><Relationship Id="rId5" Type="http://schemas.openxmlformats.org/officeDocument/2006/relationships/image" Target="../media/image8.png"/><Relationship Id="rId10" Type="http://schemas.openxmlformats.org/officeDocument/2006/relationships/image" Target="../media/image11.png"/><Relationship Id="rId4" Type="http://schemas.openxmlformats.org/officeDocument/2006/relationships/image" Target="../media/image7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13" Type="http://schemas.openxmlformats.org/officeDocument/2006/relationships/image" Target="../media/image27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23.png"/><Relationship Id="rId5" Type="http://schemas.openxmlformats.org/officeDocument/2006/relationships/image" Target="../media/image8.png"/><Relationship Id="rId15" Type="http://schemas.openxmlformats.org/officeDocument/2006/relationships/image" Target="../media/image12.png"/><Relationship Id="rId10" Type="http://schemas.openxmlformats.org/officeDocument/2006/relationships/image" Target="../media/image15.png"/><Relationship Id="rId4" Type="http://schemas.openxmlformats.org/officeDocument/2006/relationships/image" Target="../media/image7.png"/><Relationship Id="rId9" Type="http://schemas.openxmlformats.org/officeDocument/2006/relationships/image" Target="../media/image14.png"/><Relationship Id="rId1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13" Type="http://schemas.openxmlformats.org/officeDocument/2006/relationships/image" Target="../media/image31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30.svg"/><Relationship Id="rId5" Type="http://schemas.openxmlformats.org/officeDocument/2006/relationships/image" Target="../media/image8.png"/><Relationship Id="rId15" Type="http://schemas.openxmlformats.org/officeDocument/2006/relationships/image" Target="../media/image33.png"/><Relationship Id="rId10" Type="http://schemas.openxmlformats.org/officeDocument/2006/relationships/image" Target="../media/image15.png"/><Relationship Id="rId4" Type="http://schemas.openxmlformats.org/officeDocument/2006/relationships/image" Target="../media/image7.png"/><Relationship Id="rId9" Type="http://schemas.openxmlformats.org/officeDocument/2006/relationships/image" Target="../media/image14.png"/><Relationship Id="rId14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13" Type="http://schemas.openxmlformats.org/officeDocument/2006/relationships/image" Target="../media/image37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12" Type="http://schemas.openxmlformats.org/officeDocument/2006/relationships/image" Target="../media/image36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35.png"/><Relationship Id="rId5" Type="http://schemas.openxmlformats.org/officeDocument/2006/relationships/image" Target="../media/image8.png"/><Relationship Id="rId15" Type="http://schemas.openxmlformats.org/officeDocument/2006/relationships/image" Target="../media/image14.png"/><Relationship Id="rId10" Type="http://schemas.openxmlformats.org/officeDocument/2006/relationships/image" Target="../media/image23.png"/><Relationship Id="rId4" Type="http://schemas.openxmlformats.org/officeDocument/2006/relationships/image" Target="../media/image7.png"/><Relationship Id="rId9" Type="http://schemas.openxmlformats.org/officeDocument/2006/relationships/image" Target="../media/image34.svg"/><Relationship Id="rId1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698500"/>
            <a:ext cx="22618700" cy="12319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18897600" y="5969000"/>
            <a:ext cx="5041900" cy="2400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17703800" y="5969000"/>
            <a:ext cx="5041900" cy="2400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1300" y="10325100"/>
            <a:ext cx="21361400" cy="2095500"/>
          </a:xfrm>
          <a:prstGeom prst="rect">
            <a:avLst/>
          </a:prstGeom>
          <a:effectLst>
            <a:outerShdw dist="193431" dir="5400000">
              <a:srgbClr val="D8D8D8">
                <a:alpha val="100000"/>
              </a:srgbClr>
            </a:outerShdw>
          </a:effectLst>
        </p:spPr>
      </p:pic>
      <p:sp>
        <p:nvSpPr>
          <p:cNvPr id="7" name="TextBox 7"/>
          <p:cNvSpPr txBox="1"/>
          <p:nvPr/>
        </p:nvSpPr>
        <p:spPr>
          <a:xfrm>
            <a:off x="10515600" y="685800"/>
            <a:ext cx="3352800" cy="901700"/>
          </a:xfrm>
          <a:prstGeom prst="rect">
            <a:avLst/>
          </a:prstGeom>
        </p:spPr>
        <p:txBody>
          <a:bodyPr lIns="0" tIns="35560" rIns="0" bIns="3556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2800" b="0" i="0" u="none" strike="noStrike" spc="-100" dirty="0" err="1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Anek Bangla Expanded Bold"/>
              </a:rPr>
              <a:t>Doxygen</a:t>
            </a:r>
            <a:r>
              <a:rPr lang="en-US" altLang="ko-KR" sz="2800" b="0" i="0" u="none" strike="noStrike" spc="-1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Anek Bangla Expanded Bold"/>
              </a:rPr>
              <a:t> </a:t>
            </a:r>
            <a:r>
              <a:rPr lang="ko-KR" altLang="en-US" sz="2800" b="0" i="0" u="none" strike="noStrike" spc="-1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Anek Bangla Expanded Bold"/>
              </a:rPr>
              <a:t>발표</a:t>
            </a:r>
            <a:endParaRPr lang="en-US" altLang="ko-KR" sz="2800" b="0" i="0" u="none" strike="noStrike" spc="-100" dirty="0">
              <a:solidFill>
                <a:srgbClr val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Anek Bangla Expanded Bold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00" y="3340100"/>
            <a:ext cx="7886700" cy="6832600"/>
          </a:xfrm>
          <a:prstGeom prst="rect">
            <a:avLst/>
          </a:prstGeom>
          <a:effectLst>
            <a:outerShdw dist="108373" dir="5400000">
              <a:srgbClr val="D8D8D8">
                <a:alpha val="100000"/>
              </a:srgbClr>
            </a:outerShdw>
          </a:effectLst>
        </p:spPr>
      </p:pic>
      <p:sp>
        <p:nvSpPr>
          <p:cNvPr id="9" name="TextBox 9"/>
          <p:cNvSpPr txBox="1"/>
          <p:nvPr/>
        </p:nvSpPr>
        <p:spPr>
          <a:xfrm>
            <a:off x="1752600" y="7988300"/>
            <a:ext cx="15722600" cy="1930400"/>
          </a:xfrm>
          <a:prstGeom prst="rect">
            <a:avLst/>
          </a:prstGeom>
        </p:spPr>
        <p:txBody>
          <a:bodyPr lIns="0" tIns="135467" rIns="0" bIns="135467" rtlCol="0" anchor="ctr"/>
          <a:lstStyle/>
          <a:p>
            <a:pPr lvl="0" algn="l">
              <a:lnSpc>
                <a:spcPct val="99600"/>
              </a:lnSpc>
            </a:pPr>
            <a:r>
              <a:rPr lang="en-US" sz="10666" b="1" i="0" u="none" strike="noStrike" spc="100" dirty="0" err="1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Light"/>
              </a:rPr>
              <a:t>주석</a:t>
            </a:r>
            <a:r>
              <a:rPr lang="en-US" sz="10666" b="1" i="0" u="none" strike="noStrike" spc="100" dirty="0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Light"/>
              </a:rPr>
              <a:t> </a:t>
            </a:r>
            <a:r>
              <a:rPr lang="en-US" sz="10666" b="1" i="0" u="none" strike="noStrike" spc="100" dirty="0" err="1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Light"/>
              </a:rPr>
              <a:t>스타일</a:t>
            </a:r>
            <a:endParaRPr lang="en-US" sz="10666" b="1" i="0" u="none" strike="noStrike" spc="100" dirty="0">
              <a:solidFill>
                <a:srgbClr val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Light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184400" y="11087100"/>
            <a:ext cx="13462000" cy="558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1" indent="-342900" algn="l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2933" spc="-1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Regular"/>
              </a:rPr>
              <a:t>프로그래밍 언어 별 주석 스타일과 </a:t>
            </a:r>
            <a:r>
              <a:rPr lang="en-US" sz="2933" b="0" i="0" u="none" strike="noStrike" spc="-100" dirty="0" err="1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Regular"/>
              </a:rPr>
              <a:t>Doxygen이</a:t>
            </a:r>
            <a:r>
              <a:rPr lang="en-US" sz="2933" b="0" i="0" u="none" strike="noStrike" spc="-1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Regular"/>
              </a:rPr>
              <a:t> </a:t>
            </a:r>
            <a:r>
              <a:rPr lang="en-US" sz="2933" b="0" i="0" u="none" strike="noStrike" spc="-100" dirty="0" err="1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Regular"/>
              </a:rPr>
              <a:t>인식하는</a:t>
            </a:r>
            <a:r>
              <a:rPr lang="en-US" sz="2933" b="0" i="0" u="none" strike="noStrike" spc="-1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Regular"/>
              </a:rPr>
              <a:t> </a:t>
            </a:r>
            <a:r>
              <a:rPr lang="en-US" sz="2933" b="0" i="0" u="none" strike="noStrike" spc="-100" dirty="0" err="1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Regular"/>
              </a:rPr>
              <a:t>주석의</a:t>
            </a:r>
            <a:r>
              <a:rPr lang="en-US" sz="2933" b="0" i="0" u="none" strike="noStrike" spc="-1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Regular"/>
              </a:rPr>
              <a:t> </a:t>
            </a:r>
            <a:r>
              <a:rPr lang="en-US" sz="2933" b="0" i="0" u="none" strike="noStrike" spc="-100" dirty="0" err="1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Regular"/>
              </a:rPr>
              <a:t>기본적인</a:t>
            </a:r>
            <a:r>
              <a:rPr lang="en-US" sz="2933" b="0" i="0" u="none" strike="noStrike" spc="-1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Regular"/>
              </a:rPr>
              <a:t> </a:t>
            </a:r>
            <a:r>
              <a:rPr lang="en-US" sz="2933" b="0" i="0" u="none" strike="noStrike" spc="-100" dirty="0" err="1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Regular"/>
              </a:rPr>
              <a:t>형태</a:t>
            </a:r>
            <a:endParaRPr lang="en-US" sz="2933" b="0" i="0" u="none" strike="noStrike" spc="-100" dirty="0">
              <a:solidFill>
                <a:srgbClr val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Pretendard Regula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BA553-7DC6-F0D5-33F8-2F6B05A2B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8B1E70FD-461E-A60B-2A00-9C28D6E67C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D53CC850-CD49-4BAA-E35C-565A44D7EC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000" y="655320"/>
            <a:ext cx="22618700" cy="123190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2C2A9515-FAE0-5E63-5DC2-EDAAE2928E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1300" y="2260600"/>
            <a:ext cx="21361400" cy="1600200"/>
          </a:xfrm>
          <a:prstGeom prst="rect">
            <a:avLst/>
          </a:prstGeom>
          <a:effectLst>
            <a:outerShdw dist="172329" dir="5400000">
              <a:srgbClr val="E6E6E6">
                <a:alpha val="100000"/>
              </a:srgbClr>
            </a:outerShdw>
          </a:effectLst>
        </p:spPr>
      </p:pic>
      <p:sp>
        <p:nvSpPr>
          <p:cNvPr id="25" name="TextBox 25">
            <a:extLst>
              <a:ext uri="{FF2B5EF4-FFF2-40B4-BE49-F238E27FC236}">
                <a16:creationId xmlns:a16="http://schemas.microsoft.com/office/drawing/2014/main" id="{CBF91AC4-93CB-D8A6-E474-8C2C162E24D1}"/>
              </a:ext>
            </a:extLst>
          </p:cNvPr>
          <p:cNvSpPr txBox="1"/>
          <p:nvPr/>
        </p:nvSpPr>
        <p:spPr>
          <a:xfrm>
            <a:off x="10515600" y="685800"/>
            <a:ext cx="3352800" cy="901700"/>
          </a:xfrm>
          <a:prstGeom prst="rect">
            <a:avLst/>
          </a:prstGeom>
        </p:spPr>
        <p:txBody>
          <a:bodyPr lIns="0" tIns="35560" rIns="0" bIns="3556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2800" spc="-100" dirty="0" err="1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Anek Bangla Expanded Bold"/>
              </a:rPr>
              <a:t>Doxygen</a:t>
            </a:r>
            <a:r>
              <a:rPr lang="en-US" altLang="ko-KR" sz="2800" spc="-1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Anek Bangla Expanded Bold"/>
              </a:rPr>
              <a:t> </a:t>
            </a:r>
            <a:r>
              <a:rPr lang="ko-KR" altLang="en-US" sz="2800" spc="-1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Anek Bangla Expanded Bold"/>
              </a:rPr>
              <a:t>발표</a:t>
            </a:r>
            <a:endParaRPr lang="en-US" altLang="ko-KR" sz="2800" spc="-100" dirty="0">
              <a:solidFill>
                <a:srgbClr val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Anek Bangla Expanded Bold"/>
            </a:endParaRPr>
          </a:p>
        </p:txBody>
      </p:sp>
      <p:pic>
        <p:nvPicPr>
          <p:cNvPr id="38" name="Picture 13">
            <a:extLst>
              <a:ext uri="{FF2B5EF4-FFF2-40B4-BE49-F238E27FC236}">
                <a16:creationId xmlns:a16="http://schemas.microsoft.com/office/drawing/2014/main" id="{CA68A969-672E-9724-05BC-3F315A8D46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7865" y="1828800"/>
            <a:ext cx="1892300" cy="2489200"/>
          </a:xfrm>
          <a:prstGeom prst="rect">
            <a:avLst/>
          </a:prstGeom>
        </p:spPr>
      </p:pic>
      <p:sp>
        <p:nvSpPr>
          <p:cNvPr id="42" name="TextBox 9">
            <a:extLst>
              <a:ext uri="{FF2B5EF4-FFF2-40B4-BE49-F238E27FC236}">
                <a16:creationId xmlns:a16="http://schemas.microsoft.com/office/drawing/2014/main" id="{138D11DA-B785-777E-6551-0BEBA88F4A3F}"/>
              </a:ext>
            </a:extLst>
          </p:cNvPr>
          <p:cNvSpPr txBox="1"/>
          <p:nvPr/>
        </p:nvSpPr>
        <p:spPr>
          <a:xfrm>
            <a:off x="3822700" y="2514600"/>
            <a:ext cx="18605500" cy="1219200"/>
          </a:xfrm>
          <a:prstGeom prst="rect">
            <a:avLst/>
          </a:prstGeom>
        </p:spPr>
        <p:txBody>
          <a:bodyPr lIns="0" tIns="84667" rIns="0" bIns="84667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6666" b="0" i="0" u="none" strike="noStrike" dirty="0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Black"/>
              </a:rPr>
              <a:t>주석 스타일 </a:t>
            </a:r>
            <a:r>
              <a:rPr lang="en-US" altLang="ko-KR" sz="6666" b="0" i="0" u="none" strike="noStrike" dirty="0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Black"/>
              </a:rPr>
              <a:t>– </a:t>
            </a:r>
            <a:r>
              <a:rPr lang="ko-KR" altLang="en-US" sz="6000" i="0" u="none" strike="noStrike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Black"/>
              </a:rPr>
              <a:t>프로그래밍 언어별 주석 </a:t>
            </a:r>
            <a:r>
              <a:rPr lang="ko-KR" altLang="en-US" sz="60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Black"/>
              </a:rPr>
              <a:t>문법</a:t>
            </a:r>
            <a:r>
              <a:rPr lang="ko-KR" altLang="en-US" sz="6000" i="0" u="none" strike="noStrike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Black"/>
              </a:rPr>
              <a:t> </a:t>
            </a:r>
            <a:r>
              <a:rPr lang="en-US" altLang="ko-KR" sz="6000" b="0" i="0" u="none" strike="noStrike" dirty="0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Black"/>
              </a:rPr>
              <a:t> </a:t>
            </a:r>
            <a:endParaRPr lang="en-US" sz="6000" b="0" i="0" u="none" strike="noStrike" dirty="0">
              <a:solidFill>
                <a:srgbClr val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Light"/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2DB87C92-A215-E16F-F323-DC928E4391AB}"/>
              </a:ext>
            </a:extLst>
          </p:cNvPr>
          <p:cNvGrpSpPr/>
          <p:nvPr/>
        </p:nvGrpSpPr>
        <p:grpSpPr>
          <a:xfrm>
            <a:off x="3657600" y="4267200"/>
            <a:ext cx="17068800" cy="7404100"/>
            <a:chOff x="3124200" y="4572000"/>
            <a:chExt cx="17068800" cy="7404100"/>
          </a:xfrm>
        </p:grpSpPr>
        <p:pic>
          <p:nvPicPr>
            <p:cNvPr id="84" name="Picture 7">
              <a:extLst>
                <a:ext uri="{FF2B5EF4-FFF2-40B4-BE49-F238E27FC236}">
                  <a16:creationId xmlns:a16="http://schemas.microsoft.com/office/drawing/2014/main" id="{1167BF4C-A785-66FC-BBB3-564E674F492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443" r="516"/>
            <a:stretch>
              <a:fillRect/>
            </a:stretch>
          </p:blipFill>
          <p:spPr>
            <a:xfrm>
              <a:off x="3124200" y="4572000"/>
              <a:ext cx="17068800" cy="7404100"/>
            </a:xfrm>
            <a:prstGeom prst="rect">
              <a:avLst/>
            </a:prstGeom>
          </p:spPr>
        </p:pic>
        <p:pic>
          <p:nvPicPr>
            <p:cNvPr id="86" name="Picture 8">
              <a:extLst>
                <a:ext uri="{FF2B5EF4-FFF2-40B4-BE49-F238E27FC236}">
                  <a16:creationId xmlns:a16="http://schemas.microsoft.com/office/drawing/2014/main" id="{EB69066B-78E4-9EA5-E1B1-C71B3F24556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416300" y="4953000"/>
              <a:ext cx="279400" cy="279400"/>
            </a:xfrm>
            <a:prstGeom prst="rect">
              <a:avLst/>
            </a:prstGeom>
          </p:spPr>
        </p:pic>
        <p:pic>
          <p:nvPicPr>
            <p:cNvPr id="88" name="Picture 9">
              <a:extLst>
                <a:ext uri="{FF2B5EF4-FFF2-40B4-BE49-F238E27FC236}">
                  <a16:creationId xmlns:a16="http://schemas.microsoft.com/office/drawing/2014/main" id="{D9343DF8-D12B-41BE-BC61-726ED891EF7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9583400" y="4953000"/>
              <a:ext cx="279400" cy="279400"/>
            </a:xfrm>
            <a:prstGeom prst="rect">
              <a:avLst/>
            </a:prstGeom>
          </p:spPr>
        </p:pic>
        <p:pic>
          <p:nvPicPr>
            <p:cNvPr id="90" name="Picture 10">
              <a:extLst>
                <a:ext uri="{FF2B5EF4-FFF2-40B4-BE49-F238E27FC236}">
                  <a16:creationId xmlns:a16="http://schemas.microsoft.com/office/drawing/2014/main" id="{0A3EA58D-1C04-A35C-F4B9-8F092519391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467100" y="7175500"/>
              <a:ext cx="7835900" cy="76200"/>
            </a:xfrm>
            <a:prstGeom prst="rect">
              <a:avLst/>
            </a:prstGeom>
          </p:spPr>
        </p:pic>
        <p:pic>
          <p:nvPicPr>
            <p:cNvPr id="92" name="Picture 11">
              <a:extLst>
                <a:ext uri="{FF2B5EF4-FFF2-40B4-BE49-F238E27FC236}">
                  <a16:creationId xmlns:a16="http://schemas.microsoft.com/office/drawing/2014/main" id="{B0DD2C6D-AE7E-A7E9-BC33-D4E18978B4B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467100" y="8750300"/>
              <a:ext cx="7835900" cy="76200"/>
            </a:xfrm>
            <a:prstGeom prst="rect">
              <a:avLst/>
            </a:prstGeom>
          </p:spPr>
        </p:pic>
        <p:pic>
          <p:nvPicPr>
            <p:cNvPr id="94" name="Picture 12">
              <a:extLst>
                <a:ext uri="{FF2B5EF4-FFF2-40B4-BE49-F238E27FC236}">
                  <a16:creationId xmlns:a16="http://schemas.microsoft.com/office/drawing/2014/main" id="{160F415A-F76F-CB5C-3FF1-3D2A67E068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467100" y="10325100"/>
              <a:ext cx="7835900" cy="76200"/>
            </a:xfrm>
            <a:prstGeom prst="rect">
              <a:avLst/>
            </a:prstGeom>
          </p:spPr>
        </p:pic>
        <p:sp>
          <p:nvSpPr>
            <p:cNvPr id="104" name="TextBox 17">
              <a:extLst>
                <a:ext uri="{FF2B5EF4-FFF2-40B4-BE49-F238E27FC236}">
                  <a16:creationId xmlns:a16="http://schemas.microsoft.com/office/drawing/2014/main" id="{10BC64A9-696D-99FF-CA84-B1439FFD6CCC}"/>
                </a:ext>
              </a:extLst>
            </p:cNvPr>
            <p:cNvSpPr txBox="1"/>
            <p:nvPr/>
          </p:nvSpPr>
          <p:spPr>
            <a:xfrm>
              <a:off x="4102100" y="10655300"/>
              <a:ext cx="6477000" cy="1003300"/>
            </a:xfrm>
            <a:prstGeom prst="rect">
              <a:avLst/>
            </a:prstGeom>
          </p:spPr>
          <p:txBody>
            <a:bodyPr lIns="0" tIns="37254" rIns="0" bIns="37254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altLang="ko-KR" sz="2933" spc="-10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HTML</a:t>
              </a:r>
            </a:p>
          </p:txBody>
        </p:sp>
        <p:sp>
          <p:nvSpPr>
            <p:cNvPr id="106" name="TextBox 22">
              <a:extLst>
                <a:ext uri="{FF2B5EF4-FFF2-40B4-BE49-F238E27FC236}">
                  <a16:creationId xmlns:a16="http://schemas.microsoft.com/office/drawing/2014/main" id="{C2EE2E2F-A70E-46F0-55F8-EBB94E6DB5F7}"/>
                </a:ext>
              </a:extLst>
            </p:cNvPr>
            <p:cNvSpPr txBox="1"/>
            <p:nvPr/>
          </p:nvSpPr>
          <p:spPr>
            <a:xfrm>
              <a:off x="3594100" y="4749800"/>
              <a:ext cx="7581900" cy="698500"/>
            </a:xfrm>
            <a:prstGeom prst="rect">
              <a:avLst/>
            </a:prstGeom>
          </p:spPr>
          <p:txBody>
            <a:bodyPr lIns="0" tIns="23706" rIns="0" bIns="23706" rtlCol="0" anchor="ctr"/>
            <a:lstStyle/>
            <a:p>
              <a:pPr lvl="0" algn="ctr">
                <a:lnSpc>
                  <a:spcPct val="107899"/>
                </a:lnSpc>
              </a:pPr>
              <a:r>
                <a:rPr lang="ko-KR" altLang="en-US" sz="3733" dirty="0">
                  <a:solidFill>
                    <a:srgbClr val="FFFFFF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SemiBold"/>
                </a:rPr>
                <a:t>프로그래밍 언어</a:t>
              </a:r>
              <a:endParaRPr lang="en-US" sz="3733" b="0" i="0" u="none" strike="noStrike" dirty="0">
                <a:solidFill>
                  <a:srgbClr val="FFFFF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SemiBold"/>
              </a:endParaRPr>
            </a:p>
          </p:txBody>
        </p:sp>
        <p:sp>
          <p:nvSpPr>
            <p:cNvPr id="108" name="TextBox 23">
              <a:extLst>
                <a:ext uri="{FF2B5EF4-FFF2-40B4-BE49-F238E27FC236}">
                  <a16:creationId xmlns:a16="http://schemas.microsoft.com/office/drawing/2014/main" id="{CF60FF15-7520-2BBF-11C8-8545313E2612}"/>
                </a:ext>
              </a:extLst>
            </p:cNvPr>
            <p:cNvSpPr txBox="1"/>
            <p:nvPr/>
          </p:nvSpPr>
          <p:spPr>
            <a:xfrm>
              <a:off x="4102100" y="5905500"/>
              <a:ext cx="6477000" cy="1003300"/>
            </a:xfrm>
            <a:prstGeom prst="rect">
              <a:avLst/>
            </a:prstGeom>
          </p:spPr>
          <p:txBody>
            <a:bodyPr lIns="0" tIns="37254" rIns="0" bIns="37254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2933" b="0" i="0" u="none" strike="noStrike" spc="-10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C / C++</a:t>
              </a:r>
            </a:p>
          </p:txBody>
        </p:sp>
        <p:sp>
          <p:nvSpPr>
            <p:cNvPr id="110" name="TextBox 24">
              <a:extLst>
                <a:ext uri="{FF2B5EF4-FFF2-40B4-BE49-F238E27FC236}">
                  <a16:creationId xmlns:a16="http://schemas.microsoft.com/office/drawing/2014/main" id="{DAD8A650-FCB2-0CB0-04D2-32F69DA0C1BF}"/>
                </a:ext>
              </a:extLst>
            </p:cNvPr>
            <p:cNvSpPr txBox="1"/>
            <p:nvPr/>
          </p:nvSpPr>
          <p:spPr>
            <a:xfrm>
              <a:off x="4102100" y="7493000"/>
              <a:ext cx="6477000" cy="1003300"/>
            </a:xfrm>
            <a:prstGeom prst="rect">
              <a:avLst/>
            </a:prstGeom>
          </p:spPr>
          <p:txBody>
            <a:bodyPr lIns="0" tIns="37254" rIns="0" bIns="37254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altLang="ko-KR" sz="2933" spc="-10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JAVA</a:t>
              </a:r>
            </a:p>
          </p:txBody>
        </p:sp>
        <p:sp>
          <p:nvSpPr>
            <p:cNvPr id="112" name="TextBox 25">
              <a:extLst>
                <a:ext uri="{FF2B5EF4-FFF2-40B4-BE49-F238E27FC236}">
                  <a16:creationId xmlns:a16="http://schemas.microsoft.com/office/drawing/2014/main" id="{FE0714A8-8B1B-37DD-1CD3-B20794F0DD8A}"/>
                </a:ext>
              </a:extLst>
            </p:cNvPr>
            <p:cNvSpPr txBox="1"/>
            <p:nvPr/>
          </p:nvSpPr>
          <p:spPr>
            <a:xfrm>
              <a:off x="4102100" y="9067800"/>
              <a:ext cx="6477000" cy="1003300"/>
            </a:xfrm>
            <a:prstGeom prst="rect">
              <a:avLst/>
            </a:prstGeom>
          </p:spPr>
          <p:txBody>
            <a:bodyPr lIns="0" tIns="37254" rIns="0" bIns="37254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altLang="ko-KR" sz="2933" spc="-10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PYTHON</a:t>
              </a:r>
            </a:p>
          </p:txBody>
        </p:sp>
        <p:pic>
          <p:nvPicPr>
            <p:cNvPr id="7" name="Picture 10">
              <a:extLst>
                <a:ext uri="{FF2B5EF4-FFF2-40B4-BE49-F238E27FC236}">
                  <a16:creationId xmlns:a16="http://schemas.microsoft.com/office/drawing/2014/main" id="{E8F7C240-5B19-6039-7C94-EA8BACF0EA8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1925300" y="7175500"/>
              <a:ext cx="7835900" cy="76200"/>
            </a:xfrm>
            <a:prstGeom prst="rect">
              <a:avLst/>
            </a:prstGeom>
          </p:spPr>
        </p:pic>
        <p:pic>
          <p:nvPicPr>
            <p:cNvPr id="8" name="Picture 11">
              <a:extLst>
                <a:ext uri="{FF2B5EF4-FFF2-40B4-BE49-F238E27FC236}">
                  <a16:creationId xmlns:a16="http://schemas.microsoft.com/office/drawing/2014/main" id="{084AF146-3908-924A-12E3-FC78CFF813D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1925300" y="8750300"/>
              <a:ext cx="7835900" cy="76200"/>
            </a:xfrm>
            <a:prstGeom prst="rect">
              <a:avLst/>
            </a:prstGeom>
          </p:spPr>
        </p:pic>
        <p:pic>
          <p:nvPicPr>
            <p:cNvPr id="9" name="Picture 12">
              <a:extLst>
                <a:ext uri="{FF2B5EF4-FFF2-40B4-BE49-F238E27FC236}">
                  <a16:creationId xmlns:a16="http://schemas.microsoft.com/office/drawing/2014/main" id="{6FBB1263-0339-D87C-6CD8-160EB5022A3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1925300" y="10325100"/>
              <a:ext cx="7835900" cy="762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14301A6-D669-1B90-1764-F33644623E9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l="24960" t="8333"/>
            <a:stretch>
              <a:fillRect/>
            </a:stretch>
          </p:blipFill>
          <p:spPr>
            <a:xfrm rot="5400000">
              <a:off x="8683625" y="8772525"/>
              <a:ext cx="5880100" cy="69850"/>
            </a:xfrm>
            <a:prstGeom prst="rect">
              <a:avLst/>
            </a:prstGeom>
          </p:spPr>
        </p:pic>
        <p:pic>
          <p:nvPicPr>
            <p:cNvPr id="19" name="Picture 10">
              <a:extLst>
                <a:ext uri="{FF2B5EF4-FFF2-40B4-BE49-F238E27FC236}">
                  <a16:creationId xmlns:a16="http://schemas.microsoft.com/office/drawing/2014/main" id="{F2B1D0C0-2DAE-8E99-612A-9F95BAEFDA7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lum bright="70000" contrast="-70000"/>
            </a:blip>
            <a:srcRect l="24960" t="8334" r="63403" b="-8336"/>
            <a:stretch>
              <a:fillRect/>
            </a:stretch>
          </p:blipFill>
          <p:spPr>
            <a:xfrm rot="5400000">
              <a:off x="11164570" y="5112330"/>
              <a:ext cx="911860" cy="76200"/>
            </a:xfrm>
            <a:prstGeom prst="rect">
              <a:avLst/>
            </a:prstGeom>
          </p:spPr>
        </p:pic>
        <p:sp>
          <p:nvSpPr>
            <p:cNvPr id="37" name="TextBox 17">
              <a:extLst>
                <a:ext uri="{FF2B5EF4-FFF2-40B4-BE49-F238E27FC236}">
                  <a16:creationId xmlns:a16="http://schemas.microsoft.com/office/drawing/2014/main" id="{340F0F17-22AA-2CF2-FCB7-21FB49A3995C}"/>
                </a:ext>
              </a:extLst>
            </p:cNvPr>
            <p:cNvSpPr txBox="1"/>
            <p:nvPr/>
          </p:nvSpPr>
          <p:spPr>
            <a:xfrm>
              <a:off x="12573000" y="10655300"/>
              <a:ext cx="6477000" cy="1003300"/>
            </a:xfrm>
            <a:prstGeom prst="rect">
              <a:avLst/>
            </a:prstGeom>
          </p:spPr>
          <p:txBody>
            <a:bodyPr lIns="0" tIns="37254" rIns="0" bIns="37254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altLang="ko-KR" sz="2933" spc="-10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&lt; ! - - </a:t>
              </a:r>
              <a:r>
                <a:rPr lang="ko-KR" altLang="en-US" sz="2933" spc="-10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여러 줄 주석 </a:t>
              </a:r>
              <a:r>
                <a:rPr lang="en-US" altLang="ko-KR" sz="2933" spc="-10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- - &gt;</a:t>
              </a:r>
            </a:p>
          </p:txBody>
        </p:sp>
        <p:sp>
          <p:nvSpPr>
            <p:cNvPr id="39" name="TextBox 23">
              <a:extLst>
                <a:ext uri="{FF2B5EF4-FFF2-40B4-BE49-F238E27FC236}">
                  <a16:creationId xmlns:a16="http://schemas.microsoft.com/office/drawing/2014/main" id="{06B65C3F-D520-4FB6-E52E-4EF52192FE15}"/>
                </a:ext>
              </a:extLst>
            </p:cNvPr>
            <p:cNvSpPr txBox="1"/>
            <p:nvPr/>
          </p:nvSpPr>
          <p:spPr>
            <a:xfrm>
              <a:off x="12573000" y="5905500"/>
              <a:ext cx="6477000" cy="1003300"/>
            </a:xfrm>
            <a:prstGeom prst="rect">
              <a:avLst/>
            </a:prstGeom>
          </p:spPr>
          <p:txBody>
            <a:bodyPr lIns="0" tIns="37254" rIns="0" bIns="37254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2933" b="0" i="0" u="none" strike="noStrike" spc="-10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// </a:t>
              </a:r>
              <a:r>
                <a:rPr lang="ko-KR" altLang="en-US" sz="2933" b="0" i="0" u="none" strike="noStrike" spc="-10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한 줄 주석</a:t>
              </a:r>
              <a:endParaRPr lang="en-US" altLang="ko-KR" sz="2933" b="0" i="0" u="none" strike="noStrike" spc="-1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Regular"/>
              </a:endParaRPr>
            </a:p>
            <a:p>
              <a:pPr lvl="0" algn="ctr">
                <a:lnSpc>
                  <a:spcPct val="99600"/>
                </a:lnSpc>
              </a:pPr>
              <a:r>
                <a:rPr lang="en-US" sz="2933" spc="-10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/* </a:t>
              </a:r>
              <a:r>
                <a:rPr lang="ko-KR" altLang="en-US" sz="2933" spc="-10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여려 줄 주석 </a:t>
              </a:r>
              <a:r>
                <a:rPr lang="en-US" sz="2933" spc="-10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*/</a:t>
              </a:r>
              <a:endParaRPr lang="en-US" sz="2933" b="0" i="0" u="none" strike="noStrike" spc="-1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Regular"/>
              </a:endParaRPr>
            </a:p>
          </p:txBody>
        </p:sp>
        <p:sp>
          <p:nvSpPr>
            <p:cNvPr id="40" name="TextBox 24">
              <a:extLst>
                <a:ext uri="{FF2B5EF4-FFF2-40B4-BE49-F238E27FC236}">
                  <a16:creationId xmlns:a16="http://schemas.microsoft.com/office/drawing/2014/main" id="{F6D9FCEE-F786-42B7-F277-86CD7626335F}"/>
                </a:ext>
              </a:extLst>
            </p:cNvPr>
            <p:cNvSpPr txBox="1"/>
            <p:nvPr/>
          </p:nvSpPr>
          <p:spPr>
            <a:xfrm>
              <a:off x="12573000" y="7493000"/>
              <a:ext cx="6477000" cy="1003300"/>
            </a:xfrm>
            <a:prstGeom prst="rect">
              <a:avLst/>
            </a:prstGeom>
          </p:spPr>
          <p:txBody>
            <a:bodyPr lIns="0" tIns="37254" rIns="0" bIns="37254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altLang="ko-KR" sz="2933" spc="-10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// </a:t>
              </a:r>
              <a:r>
                <a:rPr lang="ko-KR" altLang="en-US" sz="2933" spc="-10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한 줄 주석</a:t>
              </a:r>
              <a:endParaRPr lang="en-US" altLang="ko-KR" sz="2933" spc="-1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Regular"/>
              </a:endParaRPr>
            </a:p>
            <a:p>
              <a:pPr lvl="0" algn="ctr">
                <a:lnSpc>
                  <a:spcPct val="99600"/>
                </a:lnSpc>
              </a:pPr>
              <a:r>
                <a:rPr lang="en-US" altLang="ko-KR" sz="2933" spc="-10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/* </a:t>
              </a:r>
              <a:r>
                <a:rPr lang="ko-KR" altLang="en-US" sz="2933" spc="-10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여려 줄 주석 </a:t>
              </a:r>
              <a:r>
                <a:rPr lang="en-US" altLang="ko-KR" sz="2933" spc="-10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*/</a:t>
              </a:r>
            </a:p>
          </p:txBody>
        </p:sp>
        <p:sp>
          <p:nvSpPr>
            <p:cNvPr id="41" name="TextBox 25">
              <a:extLst>
                <a:ext uri="{FF2B5EF4-FFF2-40B4-BE49-F238E27FC236}">
                  <a16:creationId xmlns:a16="http://schemas.microsoft.com/office/drawing/2014/main" id="{B151AABA-EF9D-3511-8F11-0B5DEDE05BC8}"/>
                </a:ext>
              </a:extLst>
            </p:cNvPr>
            <p:cNvSpPr txBox="1"/>
            <p:nvPr/>
          </p:nvSpPr>
          <p:spPr>
            <a:xfrm>
              <a:off x="12573000" y="9067800"/>
              <a:ext cx="6477000" cy="1003300"/>
            </a:xfrm>
            <a:prstGeom prst="rect">
              <a:avLst/>
            </a:prstGeom>
          </p:spPr>
          <p:txBody>
            <a:bodyPr lIns="0" tIns="37254" rIns="0" bIns="37254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altLang="ko-KR" sz="2933" spc="-10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# </a:t>
              </a:r>
              <a:r>
                <a:rPr lang="ko-KR" altLang="en-US" sz="2933" spc="-10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한 줄 주석</a:t>
              </a:r>
              <a:endParaRPr lang="en-US" altLang="ko-KR" sz="2933" spc="-1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Regular"/>
              </a:endParaRPr>
            </a:p>
            <a:p>
              <a:pPr lvl="0" algn="ctr">
                <a:lnSpc>
                  <a:spcPct val="99600"/>
                </a:lnSpc>
              </a:pPr>
              <a:r>
                <a:rPr lang="en-US" altLang="ko-KR" sz="2933" spc="-10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 " " " </a:t>
              </a:r>
              <a:r>
                <a:rPr lang="ko-KR" altLang="en-US" sz="2933" spc="-10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여려 줄 주석 </a:t>
              </a:r>
              <a:r>
                <a:rPr lang="en-US" altLang="ko-KR" sz="2933" spc="-10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 " " "</a:t>
              </a:r>
            </a:p>
          </p:txBody>
        </p:sp>
        <p:sp>
          <p:nvSpPr>
            <p:cNvPr id="43" name="TextBox 22">
              <a:extLst>
                <a:ext uri="{FF2B5EF4-FFF2-40B4-BE49-F238E27FC236}">
                  <a16:creationId xmlns:a16="http://schemas.microsoft.com/office/drawing/2014/main" id="{B86B2CA4-D643-D27F-D3FC-899C779B22CD}"/>
                </a:ext>
              </a:extLst>
            </p:cNvPr>
            <p:cNvSpPr txBox="1"/>
            <p:nvPr/>
          </p:nvSpPr>
          <p:spPr>
            <a:xfrm>
              <a:off x="12077700" y="4749800"/>
              <a:ext cx="7581900" cy="698500"/>
            </a:xfrm>
            <a:prstGeom prst="rect">
              <a:avLst/>
            </a:prstGeom>
          </p:spPr>
          <p:txBody>
            <a:bodyPr lIns="0" tIns="23706" rIns="0" bIns="23706" rtlCol="0" anchor="ctr"/>
            <a:lstStyle/>
            <a:p>
              <a:pPr lvl="0" algn="ctr">
                <a:lnSpc>
                  <a:spcPct val="107899"/>
                </a:lnSpc>
              </a:pPr>
              <a:r>
                <a:rPr lang="ko-KR" altLang="en-US" sz="3733" b="0" i="0" u="none" strike="noStrike" dirty="0">
                  <a:solidFill>
                    <a:srgbClr val="FFFFFF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SemiBold"/>
                </a:rPr>
                <a:t>주석 문법</a:t>
              </a:r>
              <a:endParaRPr lang="en-US" sz="3733" b="0" i="0" u="none" strike="noStrike" dirty="0">
                <a:solidFill>
                  <a:srgbClr val="FFFFF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SemiBold"/>
              </a:endParaRPr>
            </a:p>
          </p:txBody>
        </p: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F793FFA9-A33B-E789-F5B2-A1542DC0710B}"/>
              </a:ext>
            </a:extLst>
          </p:cNvPr>
          <p:cNvGrpSpPr/>
          <p:nvPr/>
        </p:nvGrpSpPr>
        <p:grpSpPr>
          <a:xfrm>
            <a:off x="7588250" y="11836400"/>
            <a:ext cx="9220200" cy="736600"/>
            <a:chOff x="2895600" y="11836400"/>
            <a:chExt cx="9220200" cy="736600"/>
          </a:xfrm>
        </p:grpSpPr>
        <p:pic>
          <p:nvPicPr>
            <p:cNvPr id="48" name="Picture 6">
              <a:extLst>
                <a:ext uri="{FF2B5EF4-FFF2-40B4-BE49-F238E27FC236}">
                  <a16:creationId xmlns:a16="http://schemas.microsoft.com/office/drawing/2014/main" id="{A8064CA4-9F1E-0243-9847-03EB9CA33A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alphaModFix amt="70000"/>
            </a:blip>
            <a:stretch>
              <a:fillRect/>
            </a:stretch>
          </p:blipFill>
          <p:spPr>
            <a:xfrm>
              <a:off x="2895600" y="11861800"/>
              <a:ext cx="381000" cy="330200"/>
            </a:xfrm>
            <a:prstGeom prst="rect">
              <a:avLst/>
            </a:prstGeom>
          </p:spPr>
        </p:pic>
        <p:pic>
          <p:nvPicPr>
            <p:cNvPr id="49" name="Picture 7">
              <a:extLst>
                <a:ext uri="{FF2B5EF4-FFF2-40B4-BE49-F238E27FC236}">
                  <a16:creationId xmlns:a16="http://schemas.microsoft.com/office/drawing/2014/main" id="{4176BA27-9205-803F-5EB6-917BADC71A2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alphaModFix amt="70000"/>
            </a:blip>
            <a:stretch>
              <a:fillRect/>
            </a:stretch>
          </p:blipFill>
          <p:spPr>
            <a:xfrm>
              <a:off x="11734800" y="11861800"/>
              <a:ext cx="381000" cy="330200"/>
            </a:xfrm>
            <a:prstGeom prst="rect">
              <a:avLst/>
            </a:prstGeom>
          </p:spPr>
        </p:pic>
        <p:sp>
          <p:nvSpPr>
            <p:cNvPr id="50" name="TextBox 12">
              <a:extLst>
                <a:ext uri="{FF2B5EF4-FFF2-40B4-BE49-F238E27FC236}">
                  <a16:creationId xmlns:a16="http://schemas.microsoft.com/office/drawing/2014/main" id="{F99360DB-AA92-7D92-A5B6-B5264F455DF1}"/>
                </a:ext>
              </a:extLst>
            </p:cNvPr>
            <p:cNvSpPr txBox="1"/>
            <p:nvPr/>
          </p:nvSpPr>
          <p:spPr>
            <a:xfrm>
              <a:off x="3479800" y="11836400"/>
              <a:ext cx="8356600" cy="736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>
                <a:lnSpc>
                  <a:spcPct val="132800"/>
                </a:lnSpc>
              </a:pPr>
              <a:r>
                <a:rPr lang="ko-KR" altLang="en-US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Bold"/>
                </a:rPr>
                <a:t>프로그래밍 언어는 다양한 형태의 주석이 있다</a:t>
              </a:r>
              <a:r>
                <a:rPr lang="en-US" altLang="ko-KR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Bold"/>
                </a:rPr>
                <a:t>.</a:t>
              </a:r>
              <a:endParaRPr lang="en-US" sz="3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228799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8E1654-DD6D-BB86-164A-1C55974B4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756A3C5-949E-B064-9B3F-6E92D47868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412E4196-66E4-78AB-3688-E12A63AE3D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000" y="655320"/>
            <a:ext cx="22618700" cy="123190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B7E5E816-7691-07AE-CD3E-3AA977E0C3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1300" y="2260600"/>
            <a:ext cx="21361400" cy="1600200"/>
          </a:xfrm>
          <a:prstGeom prst="rect">
            <a:avLst/>
          </a:prstGeom>
          <a:effectLst>
            <a:outerShdw dist="172329" dir="5400000">
              <a:srgbClr val="E6E6E6">
                <a:alpha val="100000"/>
              </a:srgbClr>
            </a:outerShdw>
          </a:effectLst>
        </p:spPr>
      </p:pic>
      <p:sp>
        <p:nvSpPr>
          <p:cNvPr id="25" name="TextBox 25">
            <a:extLst>
              <a:ext uri="{FF2B5EF4-FFF2-40B4-BE49-F238E27FC236}">
                <a16:creationId xmlns:a16="http://schemas.microsoft.com/office/drawing/2014/main" id="{6D75E3D9-457A-D6F3-9ED5-5484136B827E}"/>
              </a:ext>
            </a:extLst>
          </p:cNvPr>
          <p:cNvSpPr txBox="1"/>
          <p:nvPr/>
        </p:nvSpPr>
        <p:spPr>
          <a:xfrm>
            <a:off x="10515600" y="685800"/>
            <a:ext cx="3352800" cy="901700"/>
          </a:xfrm>
          <a:prstGeom prst="rect">
            <a:avLst/>
          </a:prstGeom>
        </p:spPr>
        <p:txBody>
          <a:bodyPr lIns="0" tIns="35560" rIns="0" bIns="3556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2800" spc="-100" dirty="0" err="1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Anek Bangla Expanded Bold"/>
              </a:rPr>
              <a:t>Doxygen</a:t>
            </a:r>
            <a:r>
              <a:rPr lang="en-US" altLang="ko-KR" sz="2800" spc="-1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Anek Bangla Expanded Bold"/>
              </a:rPr>
              <a:t> </a:t>
            </a:r>
            <a:r>
              <a:rPr lang="ko-KR" altLang="en-US" sz="2800" spc="-1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Anek Bangla Expanded Bold"/>
              </a:rPr>
              <a:t>발표</a:t>
            </a:r>
            <a:endParaRPr lang="en-US" altLang="ko-KR" sz="2800" spc="-100" dirty="0">
              <a:solidFill>
                <a:srgbClr val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Anek Bangla Expanded Bold"/>
            </a:endParaRPr>
          </a:p>
        </p:txBody>
      </p:sp>
      <p:pic>
        <p:nvPicPr>
          <p:cNvPr id="38" name="Picture 13">
            <a:extLst>
              <a:ext uri="{FF2B5EF4-FFF2-40B4-BE49-F238E27FC236}">
                <a16:creationId xmlns:a16="http://schemas.microsoft.com/office/drawing/2014/main" id="{A309D584-19B0-EF91-282B-1B3C33DF11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7865" y="1828800"/>
            <a:ext cx="1892300" cy="2489200"/>
          </a:xfrm>
          <a:prstGeom prst="rect">
            <a:avLst/>
          </a:prstGeom>
        </p:spPr>
      </p:pic>
      <p:sp>
        <p:nvSpPr>
          <p:cNvPr id="42" name="TextBox 9">
            <a:extLst>
              <a:ext uri="{FF2B5EF4-FFF2-40B4-BE49-F238E27FC236}">
                <a16:creationId xmlns:a16="http://schemas.microsoft.com/office/drawing/2014/main" id="{59723233-FF12-C41C-D723-A7E07FCFF95B}"/>
              </a:ext>
            </a:extLst>
          </p:cNvPr>
          <p:cNvSpPr txBox="1"/>
          <p:nvPr/>
        </p:nvSpPr>
        <p:spPr>
          <a:xfrm>
            <a:off x="3822700" y="2514600"/>
            <a:ext cx="18605500" cy="1219200"/>
          </a:xfrm>
          <a:prstGeom prst="rect">
            <a:avLst/>
          </a:prstGeom>
        </p:spPr>
        <p:txBody>
          <a:bodyPr lIns="0" tIns="84667" rIns="0" bIns="84667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6666" b="0" i="0" u="none" strike="noStrike" dirty="0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Black"/>
              </a:rPr>
              <a:t>주석 스타일 </a:t>
            </a:r>
            <a:r>
              <a:rPr lang="en-US" altLang="ko-KR" sz="6666" b="0" i="0" u="none" strike="noStrike" dirty="0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Black"/>
              </a:rPr>
              <a:t>– </a:t>
            </a:r>
            <a:r>
              <a:rPr lang="ko-KR" altLang="en-US" sz="6000" i="0" u="none" strike="noStrike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Black"/>
              </a:rPr>
              <a:t>언어별 </a:t>
            </a:r>
            <a:r>
              <a:rPr lang="en-US" altLang="ko-KR" sz="6000" dirty="0" err="1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Black"/>
              </a:rPr>
              <a:t>Doxygen</a:t>
            </a:r>
            <a:r>
              <a:rPr lang="en-US" altLang="ko-KR" sz="60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Black"/>
              </a:rPr>
              <a:t> </a:t>
            </a:r>
            <a:r>
              <a:rPr lang="ko-KR" altLang="en-US" sz="60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Black"/>
              </a:rPr>
              <a:t>주석 문법</a:t>
            </a:r>
            <a:endParaRPr lang="en-US" sz="6666" b="0" i="0" u="none" strike="noStrike" dirty="0">
              <a:solidFill>
                <a:srgbClr val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Light"/>
            </a:endParaRP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E5E7123E-1491-BFEA-146A-FF1AF1C8E436}"/>
              </a:ext>
            </a:extLst>
          </p:cNvPr>
          <p:cNvGrpSpPr/>
          <p:nvPr/>
        </p:nvGrpSpPr>
        <p:grpSpPr>
          <a:xfrm>
            <a:off x="1638300" y="4114800"/>
            <a:ext cx="21996400" cy="6609080"/>
            <a:chOff x="1638300" y="4114800"/>
            <a:chExt cx="21996400" cy="6609080"/>
          </a:xfrm>
        </p:grpSpPr>
        <p:pic>
          <p:nvPicPr>
            <p:cNvPr id="6" name="Picture 6">
              <a:extLst>
                <a:ext uri="{FF2B5EF4-FFF2-40B4-BE49-F238E27FC236}">
                  <a16:creationId xmlns:a16="http://schemas.microsoft.com/office/drawing/2014/main" id="{5FBCCDF8-54E5-C42F-28E2-709C2B464B6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638300" y="4140200"/>
              <a:ext cx="5003800" cy="6583680"/>
            </a:xfrm>
            <a:prstGeom prst="rect">
              <a:avLst/>
            </a:prstGeom>
            <a:effectLst>
              <a:outerShdw dist="169496" dir="5400000">
                <a:srgbClr val="E6E6E6">
                  <a:alpha val="100000"/>
                </a:srgbClr>
              </a:outerShdw>
            </a:effectLst>
          </p:spPr>
        </p:pic>
        <p:pic>
          <p:nvPicPr>
            <p:cNvPr id="12" name="Picture 12">
              <a:extLst>
                <a:ext uri="{FF2B5EF4-FFF2-40B4-BE49-F238E27FC236}">
                  <a16:creationId xmlns:a16="http://schemas.microsoft.com/office/drawing/2014/main" id="{35E076BC-8512-881B-C70A-241A77D824C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035800" y="4140200"/>
              <a:ext cx="5003800" cy="6583680"/>
            </a:xfrm>
            <a:prstGeom prst="rect">
              <a:avLst/>
            </a:prstGeom>
            <a:effectLst>
              <a:outerShdw dist="169496" dir="5400000">
                <a:srgbClr val="E6E6E6">
                  <a:alpha val="100000"/>
                </a:srgbClr>
              </a:outerShdw>
            </a:effectLst>
          </p:spPr>
        </p:pic>
        <p:pic>
          <p:nvPicPr>
            <p:cNvPr id="14" name="Picture 14">
              <a:extLst>
                <a:ext uri="{FF2B5EF4-FFF2-40B4-BE49-F238E27FC236}">
                  <a16:creationId xmlns:a16="http://schemas.microsoft.com/office/drawing/2014/main" id="{BD0BF7DA-7163-014C-0BCD-7059CF5A482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7805400" y="4140200"/>
              <a:ext cx="5003800" cy="6583680"/>
            </a:xfrm>
            <a:prstGeom prst="rect">
              <a:avLst/>
            </a:prstGeom>
            <a:effectLst>
              <a:outerShdw dist="169496" dir="5400000">
                <a:srgbClr val="E6E6E6">
                  <a:alpha val="100000"/>
                </a:srgbClr>
              </a:outerShdw>
            </a:effectLst>
          </p:spPr>
        </p:pic>
        <p:pic>
          <p:nvPicPr>
            <p:cNvPr id="16" name="Picture 16">
              <a:extLst>
                <a:ext uri="{FF2B5EF4-FFF2-40B4-BE49-F238E27FC236}">
                  <a16:creationId xmlns:a16="http://schemas.microsoft.com/office/drawing/2014/main" id="{AB4ED467-5239-AA20-B6F4-7FFF46C8483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2420600" y="4140200"/>
              <a:ext cx="5003800" cy="6583680"/>
            </a:xfrm>
            <a:prstGeom prst="rect">
              <a:avLst/>
            </a:prstGeom>
            <a:effectLst>
              <a:outerShdw dist="169496" dir="5400000">
                <a:srgbClr val="E6E6E6">
                  <a:alpha val="100000"/>
                </a:srgbClr>
              </a:outerShdw>
            </a:effectLst>
          </p:spPr>
        </p:pic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423A0B25-190A-1694-919D-431019F5D3C1}"/>
                </a:ext>
              </a:extLst>
            </p:cNvPr>
            <p:cNvSpPr txBox="1"/>
            <p:nvPr/>
          </p:nvSpPr>
          <p:spPr>
            <a:xfrm>
              <a:off x="13365480" y="4114800"/>
              <a:ext cx="3048000" cy="990600"/>
            </a:xfrm>
            <a:prstGeom prst="rect">
              <a:avLst/>
            </a:prstGeom>
          </p:spPr>
          <p:txBody>
            <a:bodyPr lIns="0" tIns="40640" rIns="0" bIns="4064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3200" b="0" i="0" u="none" strike="noStrike" cap="all" dirty="0" err="1">
                  <a:solidFill>
                    <a:srgbClr val="FFFFFF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Anek Bangla Expanded SemiBold"/>
                </a:rPr>
                <a:t>php</a:t>
              </a:r>
              <a:endParaRPr lang="en-US" sz="3200" b="0" i="0" u="none" strike="noStrike" cap="all" dirty="0">
                <a:solidFill>
                  <a:srgbClr val="FFFFF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Anek Bangla Expanded SemiBold"/>
              </a:endParaRPr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187B8802-B177-B56B-5047-D5A63149122A}"/>
                </a:ext>
              </a:extLst>
            </p:cNvPr>
            <p:cNvSpPr txBox="1"/>
            <p:nvPr/>
          </p:nvSpPr>
          <p:spPr>
            <a:xfrm>
              <a:off x="2395220" y="9067800"/>
              <a:ext cx="4851400" cy="14478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>
                <a:lnSpc>
                  <a:spcPct val="116199"/>
                </a:lnSpc>
              </a:pPr>
              <a:r>
                <a:rPr lang="en-US" altLang="ko-KR" sz="2400" b="1" spc="-10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/** C</a:t>
              </a:r>
              <a:r>
                <a:rPr lang="ko-KR" altLang="en-US" sz="2400" b="1" spc="-10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스타일</a:t>
              </a:r>
              <a:r>
                <a:rPr lang="en-US" altLang="ko-KR" sz="2400" b="1" spc="-10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 </a:t>
              </a:r>
              <a:r>
                <a:rPr lang="ko-KR" altLang="en-US" sz="2400" b="1" spc="-10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문서화 주석 </a:t>
              </a:r>
              <a:r>
                <a:rPr lang="en-US" altLang="ko-KR" sz="2400" b="1" spc="-10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 */ </a:t>
              </a:r>
            </a:p>
          </p:txBody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0DF35EA6-57F6-8322-CC73-078D1DAE7EDB}"/>
                </a:ext>
              </a:extLst>
            </p:cNvPr>
            <p:cNvSpPr txBox="1"/>
            <p:nvPr/>
          </p:nvSpPr>
          <p:spPr>
            <a:xfrm>
              <a:off x="2641600" y="4114800"/>
              <a:ext cx="3048000" cy="990600"/>
            </a:xfrm>
            <a:prstGeom prst="rect">
              <a:avLst/>
            </a:prstGeom>
          </p:spPr>
          <p:txBody>
            <a:bodyPr lIns="0" tIns="40640" rIns="0" bIns="4064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3200" b="0" i="0" u="none" strike="noStrike" cap="all" dirty="0">
                  <a:solidFill>
                    <a:srgbClr val="FFFFFF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Anek Bangla Expanded SemiBold"/>
                </a:rPr>
                <a:t>C / C++</a:t>
              </a:r>
            </a:p>
          </p:txBody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A9FE6D1-5904-A489-EB92-03BB7E1AF6EE}"/>
                </a:ext>
              </a:extLst>
            </p:cNvPr>
            <p:cNvSpPr txBox="1"/>
            <p:nvPr/>
          </p:nvSpPr>
          <p:spPr>
            <a:xfrm>
              <a:off x="8026400" y="4114800"/>
              <a:ext cx="3048000" cy="990600"/>
            </a:xfrm>
            <a:prstGeom prst="rect">
              <a:avLst/>
            </a:prstGeom>
          </p:spPr>
          <p:txBody>
            <a:bodyPr lIns="0" tIns="40640" rIns="0" bIns="4064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3200" b="0" i="0" u="none" strike="noStrike" cap="all" dirty="0">
                  <a:solidFill>
                    <a:srgbClr val="FFFFFF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Anek Bangla Expanded SemiBold"/>
                </a:rPr>
                <a:t>Java</a:t>
              </a:r>
            </a:p>
          </p:txBody>
        </p:sp>
        <p:sp>
          <p:nvSpPr>
            <p:cNvPr id="34" name="TextBox 34">
              <a:extLst>
                <a:ext uri="{FF2B5EF4-FFF2-40B4-BE49-F238E27FC236}">
                  <a16:creationId xmlns:a16="http://schemas.microsoft.com/office/drawing/2014/main" id="{8CD3A839-426B-523A-C7EA-B2DB35AB6D9C}"/>
                </a:ext>
              </a:extLst>
            </p:cNvPr>
            <p:cNvSpPr txBox="1"/>
            <p:nvPr/>
          </p:nvSpPr>
          <p:spPr>
            <a:xfrm>
              <a:off x="18796000" y="4114800"/>
              <a:ext cx="3048000" cy="990600"/>
            </a:xfrm>
            <a:prstGeom prst="rect">
              <a:avLst/>
            </a:prstGeom>
          </p:spPr>
          <p:txBody>
            <a:bodyPr lIns="0" tIns="40640" rIns="0" bIns="4064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3200" b="0" i="0" u="none" strike="noStrike" cap="all" dirty="0">
                  <a:solidFill>
                    <a:srgbClr val="FFFFFF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Anek Bangla Expanded SemiBold"/>
                </a:rPr>
                <a:t>python</a:t>
              </a:r>
            </a:p>
          </p:txBody>
        </p:sp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64527EA2-5B66-ED7C-3BAD-CF0F797F5DA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305078" y="5495374"/>
              <a:ext cx="4465244" cy="3408680"/>
            </a:xfrm>
            <a:prstGeom prst="rect">
              <a:avLst/>
            </a:prstGeom>
            <a:ln w="38100">
              <a:solidFill>
                <a:schemeClr val="bg1">
                  <a:lumMod val="50000"/>
                </a:schemeClr>
              </a:solidFill>
            </a:ln>
          </p:spPr>
        </p:pic>
        <p:pic>
          <p:nvPicPr>
            <p:cNvPr id="56" name="그림 55">
              <a:extLst>
                <a:ext uri="{FF2B5EF4-FFF2-40B4-BE49-F238E27FC236}">
                  <a16:creationId xmlns:a16="http://schemas.microsoft.com/office/drawing/2014/main" id="{107F4003-8268-BC2F-37C4-89B0A75DEC5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b="5712"/>
            <a:stretch>
              <a:fillRect/>
            </a:stretch>
          </p:blipFill>
          <p:spPr>
            <a:xfrm>
              <a:off x="12709544" y="5495374"/>
              <a:ext cx="4425912" cy="3408678"/>
            </a:xfrm>
            <a:prstGeom prst="rect">
              <a:avLst/>
            </a:prstGeom>
            <a:ln w="38100">
              <a:solidFill>
                <a:schemeClr val="bg1">
                  <a:lumMod val="50000"/>
                </a:schemeClr>
              </a:solidFill>
            </a:ln>
          </p:spPr>
        </p:pic>
        <p:pic>
          <p:nvPicPr>
            <p:cNvPr id="58" name="그림 57">
              <a:extLst>
                <a:ext uri="{FF2B5EF4-FFF2-40B4-BE49-F238E27FC236}">
                  <a16:creationId xmlns:a16="http://schemas.microsoft.com/office/drawing/2014/main" id="{F2AA5F76-4C0D-C114-3325-F1EF7582D8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r="2891"/>
            <a:stretch>
              <a:fillRect/>
            </a:stretch>
          </p:blipFill>
          <p:spPr>
            <a:xfrm>
              <a:off x="1927244" y="5495372"/>
              <a:ext cx="4425913" cy="3408679"/>
            </a:xfrm>
            <a:prstGeom prst="rect">
              <a:avLst/>
            </a:prstGeom>
            <a:ln w="38100">
              <a:solidFill>
                <a:schemeClr val="bg1">
                  <a:lumMod val="50000"/>
                </a:schemeClr>
              </a:solidFill>
            </a:ln>
          </p:spPr>
        </p:pic>
        <p:pic>
          <p:nvPicPr>
            <p:cNvPr id="60" name="그림 59">
              <a:extLst>
                <a:ext uri="{FF2B5EF4-FFF2-40B4-BE49-F238E27FC236}">
                  <a16:creationId xmlns:a16="http://schemas.microsoft.com/office/drawing/2014/main" id="{FE7D28EA-7CC4-157B-CB8E-88B82D68AD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69" b="769"/>
            <a:stretch/>
          </p:blipFill>
          <p:spPr>
            <a:xfrm>
              <a:off x="18094344" y="5486400"/>
              <a:ext cx="4425912" cy="3424045"/>
            </a:xfrm>
            <a:prstGeom prst="rect">
              <a:avLst/>
            </a:prstGeom>
            <a:ln w="38100">
              <a:solidFill>
                <a:schemeClr val="bg1">
                  <a:lumMod val="50000"/>
                </a:schemeClr>
              </a:solidFill>
            </a:ln>
          </p:spPr>
        </p:pic>
        <p:sp>
          <p:nvSpPr>
            <p:cNvPr id="72" name="TextBox 27">
              <a:extLst>
                <a:ext uri="{FF2B5EF4-FFF2-40B4-BE49-F238E27FC236}">
                  <a16:creationId xmlns:a16="http://schemas.microsoft.com/office/drawing/2014/main" id="{25B21C29-D9F7-E810-B8B9-6F8091E50A8F}"/>
                </a:ext>
              </a:extLst>
            </p:cNvPr>
            <p:cNvSpPr txBox="1"/>
            <p:nvPr/>
          </p:nvSpPr>
          <p:spPr>
            <a:xfrm>
              <a:off x="17907000" y="9067800"/>
              <a:ext cx="5727700" cy="14478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>
                <a:lnSpc>
                  <a:spcPct val="116199"/>
                </a:lnSpc>
              </a:pPr>
              <a:r>
                <a:rPr lang="en-US" altLang="ko-KR" sz="2400" b="1" spc="-100" dirty="0"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" " " ! </a:t>
              </a:r>
              <a:r>
                <a:rPr lang="ko-KR" altLang="en-US" sz="2400" b="1" spc="-100" dirty="0"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스크립트 스타일</a:t>
              </a:r>
              <a:r>
                <a:rPr lang="en-US" altLang="ko-KR" sz="2400" b="1" spc="-100" dirty="0"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 </a:t>
              </a:r>
              <a:r>
                <a:rPr lang="ko-KR" altLang="en-US" sz="2400" b="1" spc="-100" dirty="0"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문서화 주석</a:t>
              </a:r>
              <a:r>
                <a:rPr lang="en-US" altLang="ko-KR" sz="2400" b="1" spc="-100" dirty="0"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 " " "</a:t>
              </a:r>
            </a:p>
          </p:txBody>
        </p:sp>
        <p:sp>
          <p:nvSpPr>
            <p:cNvPr id="7" name="TextBox 27">
              <a:extLst>
                <a:ext uri="{FF2B5EF4-FFF2-40B4-BE49-F238E27FC236}">
                  <a16:creationId xmlns:a16="http://schemas.microsoft.com/office/drawing/2014/main" id="{7399885C-4593-819F-3F23-080C40984D89}"/>
                </a:ext>
              </a:extLst>
            </p:cNvPr>
            <p:cNvSpPr txBox="1"/>
            <p:nvPr/>
          </p:nvSpPr>
          <p:spPr>
            <a:xfrm>
              <a:off x="7780020" y="9067800"/>
              <a:ext cx="4851400" cy="14478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>
                <a:lnSpc>
                  <a:spcPct val="116199"/>
                </a:lnSpc>
              </a:pPr>
              <a:r>
                <a:rPr lang="en-US" altLang="ko-KR" sz="2400" b="1" spc="-10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/** C</a:t>
              </a:r>
              <a:r>
                <a:rPr lang="ko-KR" altLang="en-US" sz="2400" b="1" spc="-10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스타일</a:t>
              </a:r>
              <a:r>
                <a:rPr lang="en-US" altLang="ko-KR" sz="2400" b="1" spc="-10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 </a:t>
              </a:r>
              <a:r>
                <a:rPr lang="ko-KR" altLang="en-US" sz="2400" b="1" spc="-10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문서화 주석 </a:t>
              </a:r>
              <a:r>
                <a:rPr lang="en-US" altLang="ko-KR" sz="2400" b="1" spc="-10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 */ </a:t>
              </a:r>
            </a:p>
          </p:txBody>
        </p:sp>
        <p:sp>
          <p:nvSpPr>
            <p:cNvPr id="8" name="TextBox 27">
              <a:extLst>
                <a:ext uri="{FF2B5EF4-FFF2-40B4-BE49-F238E27FC236}">
                  <a16:creationId xmlns:a16="http://schemas.microsoft.com/office/drawing/2014/main" id="{816B5055-6308-204B-B348-7EB0853022CF}"/>
                </a:ext>
              </a:extLst>
            </p:cNvPr>
            <p:cNvSpPr txBox="1"/>
            <p:nvPr/>
          </p:nvSpPr>
          <p:spPr>
            <a:xfrm>
              <a:off x="13162280" y="9067800"/>
              <a:ext cx="4851400" cy="14478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>
                <a:lnSpc>
                  <a:spcPct val="116199"/>
                </a:lnSpc>
              </a:pPr>
              <a:r>
                <a:rPr lang="en-US" altLang="ko-KR" sz="2400" b="1" spc="-10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/** C</a:t>
              </a:r>
              <a:r>
                <a:rPr lang="ko-KR" altLang="en-US" sz="2400" b="1" spc="-10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스타일</a:t>
              </a:r>
              <a:r>
                <a:rPr lang="en-US" altLang="ko-KR" sz="2400" b="1" spc="-10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 </a:t>
              </a:r>
              <a:r>
                <a:rPr lang="ko-KR" altLang="en-US" sz="2400" b="1" spc="-10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문서화 주석 </a:t>
              </a:r>
              <a:r>
                <a:rPr lang="en-US" altLang="ko-KR" sz="2400" b="1" spc="-10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 */ </a:t>
              </a: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AE654E4A-B316-D73C-86FD-722E56F19E4C}"/>
              </a:ext>
            </a:extLst>
          </p:cNvPr>
          <p:cNvGrpSpPr/>
          <p:nvPr/>
        </p:nvGrpSpPr>
        <p:grpSpPr>
          <a:xfrm>
            <a:off x="1767840" y="11201400"/>
            <a:ext cx="20878800" cy="1097280"/>
            <a:chOff x="1905000" y="11201400"/>
            <a:chExt cx="20878800" cy="1097280"/>
          </a:xfrm>
        </p:grpSpPr>
        <p:pic>
          <p:nvPicPr>
            <p:cNvPr id="13" name="Picture 6">
              <a:extLst>
                <a:ext uri="{FF2B5EF4-FFF2-40B4-BE49-F238E27FC236}">
                  <a16:creationId xmlns:a16="http://schemas.microsoft.com/office/drawing/2014/main" id="{F8778338-BC37-135A-85BB-8AA150468C5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alphaModFix amt="70000"/>
            </a:blip>
            <a:stretch>
              <a:fillRect/>
            </a:stretch>
          </p:blipFill>
          <p:spPr>
            <a:xfrm>
              <a:off x="1905000" y="11201400"/>
              <a:ext cx="381000" cy="330200"/>
            </a:xfrm>
            <a:prstGeom prst="rect">
              <a:avLst/>
            </a:prstGeom>
          </p:spPr>
        </p:pic>
        <p:pic>
          <p:nvPicPr>
            <p:cNvPr id="17" name="Picture 7">
              <a:extLst>
                <a:ext uri="{FF2B5EF4-FFF2-40B4-BE49-F238E27FC236}">
                  <a16:creationId xmlns:a16="http://schemas.microsoft.com/office/drawing/2014/main" id="{C6412330-3D5F-DB12-AFC1-6C43396B2B8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alphaModFix amt="70000"/>
            </a:blip>
            <a:stretch>
              <a:fillRect/>
            </a:stretch>
          </p:blipFill>
          <p:spPr>
            <a:xfrm>
              <a:off x="22402800" y="11201400"/>
              <a:ext cx="381000" cy="330200"/>
            </a:xfrm>
            <a:prstGeom prst="rect">
              <a:avLst/>
            </a:prstGeom>
          </p:spPr>
        </p:pic>
        <p:sp>
          <p:nvSpPr>
            <p:cNvPr id="19" name="TextBox 12">
              <a:extLst>
                <a:ext uri="{FF2B5EF4-FFF2-40B4-BE49-F238E27FC236}">
                  <a16:creationId xmlns:a16="http://schemas.microsoft.com/office/drawing/2014/main" id="{81896E88-F868-D4B6-C48E-5855A06E3E01}"/>
                </a:ext>
              </a:extLst>
            </p:cNvPr>
            <p:cNvSpPr txBox="1"/>
            <p:nvPr/>
          </p:nvSpPr>
          <p:spPr>
            <a:xfrm>
              <a:off x="2287932" y="11562080"/>
              <a:ext cx="20232323" cy="736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32800"/>
                </a:lnSpc>
              </a:pPr>
              <a:r>
                <a:rPr lang="en-US" altLang="ko-KR" sz="28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Bold"/>
                </a:rPr>
                <a:t>Doxygen</a:t>
              </a:r>
              <a:r>
                <a:rPr lang="en-US" altLang="ko-KR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Bold"/>
                </a:rPr>
                <a:t> </a:t>
              </a:r>
              <a:r>
                <a:rPr lang="ko-KR" altLang="en-US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Bold"/>
                </a:rPr>
                <a:t>문서화 주석은 각 언어마다 동일한 문법 주석을 사용하지 않고 언어 특성에 따라 문서화 주석을 인식하는 방식이 다르다</a:t>
              </a:r>
              <a:r>
                <a:rPr lang="en-US" altLang="ko-KR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Bold"/>
                </a:rPr>
                <a:t>.</a:t>
              </a:r>
            </a:p>
            <a:p>
              <a:pPr lvl="0" algn="ctr">
                <a:lnSpc>
                  <a:spcPct val="132800"/>
                </a:lnSpc>
              </a:pPr>
              <a:r>
                <a:rPr lang="ko-KR" altLang="en-US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Bold"/>
                </a:rPr>
                <a:t>대표적으로 </a:t>
              </a:r>
              <a:r>
                <a:rPr lang="en-US" altLang="ko-KR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Bold"/>
                </a:rPr>
                <a:t>C</a:t>
              </a:r>
              <a:r>
                <a:rPr lang="ko-KR" altLang="en-US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Bold"/>
                </a:rPr>
                <a:t>스타일과 스크립트</a:t>
              </a:r>
              <a:r>
                <a:rPr lang="en-US" altLang="ko-KR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Bold"/>
                </a:rPr>
                <a:t>(Python)</a:t>
              </a:r>
              <a:r>
                <a:rPr lang="ko-KR" altLang="en-US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Bold"/>
                </a:rPr>
                <a:t>스타일이 있으며 각 스타일은 문서화 주석 문법이 다르다</a:t>
              </a:r>
              <a:r>
                <a:rPr lang="en-US" altLang="ko-KR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Bold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88094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F3C82-DA44-F30A-A447-C8A9E370B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AA8E4E1A-6A41-DF35-75D9-A0CDCEA3C8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2FE8EDD3-D52C-75D4-9E51-50C1142786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650" y="685800"/>
            <a:ext cx="22618700" cy="123190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C7E89FDE-4198-208B-045C-7F97387E36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1300" y="2260600"/>
            <a:ext cx="21361400" cy="1600200"/>
          </a:xfrm>
          <a:prstGeom prst="rect">
            <a:avLst/>
          </a:prstGeom>
          <a:effectLst>
            <a:outerShdw dist="172329" dir="5400000">
              <a:srgbClr val="E6E6E6">
                <a:alpha val="100000"/>
              </a:srgbClr>
            </a:outerShdw>
          </a:effectLst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30F10E9A-725C-4768-4A05-8CF5B4675FC2}"/>
              </a:ext>
            </a:extLst>
          </p:cNvPr>
          <p:cNvSpPr txBox="1"/>
          <p:nvPr/>
        </p:nvSpPr>
        <p:spPr>
          <a:xfrm>
            <a:off x="3822700" y="2514600"/>
            <a:ext cx="22618700" cy="1219200"/>
          </a:xfrm>
          <a:prstGeom prst="rect">
            <a:avLst/>
          </a:prstGeom>
        </p:spPr>
        <p:txBody>
          <a:bodyPr lIns="0" tIns="84667" rIns="0" bIns="84667" rtlCol="0" anchor="ctr"/>
          <a:lstStyle/>
          <a:p>
            <a:pPr>
              <a:lnSpc>
                <a:spcPct val="99600"/>
              </a:lnSpc>
            </a:pPr>
            <a:r>
              <a:rPr lang="ko-KR" altLang="en-US" sz="6666" b="0" i="0" u="none" strike="noStrike" dirty="0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Black"/>
              </a:rPr>
              <a:t>주석 스타일 </a:t>
            </a:r>
            <a:r>
              <a:rPr lang="en-US" altLang="ko-KR" sz="6666" b="0" i="0" u="none" strike="noStrike" dirty="0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Black"/>
              </a:rPr>
              <a:t>– </a:t>
            </a:r>
            <a:r>
              <a:rPr lang="ko-KR" altLang="en-US" sz="60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Black"/>
              </a:rPr>
              <a:t>일반 주석과 </a:t>
            </a:r>
            <a:r>
              <a:rPr lang="en-US" altLang="ko-KR" sz="6000" dirty="0" err="1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Black"/>
              </a:rPr>
              <a:t>Doxygen</a:t>
            </a:r>
            <a:r>
              <a:rPr lang="en-US" altLang="ko-KR" sz="60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Black"/>
              </a:rPr>
              <a:t> </a:t>
            </a:r>
            <a:r>
              <a:rPr lang="ko-KR" altLang="en-US" sz="60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Black"/>
              </a:rPr>
              <a:t>주석의 차이 </a:t>
            </a:r>
            <a:endParaRPr lang="en-US" altLang="ko-KR" sz="6000" dirty="0">
              <a:solidFill>
                <a:srgbClr val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Light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6C63127-EC36-E23C-0834-94E4D5F237AC}"/>
              </a:ext>
            </a:extLst>
          </p:cNvPr>
          <p:cNvSpPr txBox="1"/>
          <p:nvPr/>
        </p:nvSpPr>
        <p:spPr>
          <a:xfrm>
            <a:off x="10515600" y="685800"/>
            <a:ext cx="3352800" cy="901700"/>
          </a:xfrm>
          <a:prstGeom prst="rect">
            <a:avLst/>
          </a:prstGeom>
        </p:spPr>
        <p:txBody>
          <a:bodyPr lIns="0" tIns="35560" rIns="0" bIns="3556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2800" spc="-100" dirty="0" err="1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Anek Bangla Expanded Bold"/>
              </a:rPr>
              <a:t>Doxygen</a:t>
            </a:r>
            <a:r>
              <a:rPr lang="en-US" altLang="ko-KR" sz="2800" spc="-1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Anek Bangla Expanded Bold"/>
              </a:rPr>
              <a:t> </a:t>
            </a:r>
            <a:r>
              <a:rPr lang="ko-KR" altLang="en-US" sz="2800" spc="-1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Anek Bangla Expanded Bold"/>
              </a:rPr>
              <a:t>발표</a:t>
            </a:r>
            <a:endParaRPr lang="en-US" altLang="ko-KR" sz="2800" spc="-100" dirty="0">
              <a:solidFill>
                <a:srgbClr val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Anek Bangla Expanded Bold"/>
            </a:endParaRPr>
          </a:p>
        </p:txBody>
      </p:sp>
      <p:pic>
        <p:nvPicPr>
          <p:cNvPr id="15" name="Picture 13">
            <a:extLst>
              <a:ext uri="{FF2B5EF4-FFF2-40B4-BE49-F238E27FC236}">
                <a16:creationId xmlns:a16="http://schemas.microsoft.com/office/drawing/2014/main" id="{B24B3890-756C-266A-E371-B4751D0A32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7865" y="1828800"/>
            <a:ext cx="1892300" cy="2489200"/>
          </a:xfrm>
          <a:prstGeom prst="rect">
            <a:avLst/>
          </a:prstGeom>
        </p:spPr>
      </p:pic>
      <p:pic>
        <p:nvPicPr>
          <p:cNvPr id="48" name="Picture 5">
            <a:extLst>
              <a:ext uri="{FF2B5EF4-FFF2-40B4-BE49-F238E27FC236}">
                <a16:creationId xmlns:a16="http://schemas.microsoft.com/office/drawing/2014/main" id="{04B9274F-A50D-4458-CD43-E3DE7EDC4AB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7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11300" y="4749800"/>
            <a:ext cx="21361400" cy="6477000"/>
          </a:xfrm>
          <a:prstGeom prst="rect">
            <a:avLst/>
          </a:prstGeom>
        </p:spPr>
      </p:pic>
      <p:sp>
        <p:nvSpPr>
          <p:cNvPr id="50" name="TextBox 11">
            <a:extLst>
              <a:ext uri="{FF2B5EF4-FFF2-40B4-BE49-F238E27FC236}">
                <a16:creationId xmlns:a16="http://schemas.microsoft.com/office/drawing/2014/main" id="{B1F2B509-DCB1-4A19-392E-300B48988AAF}"/>
              </a:ext>
            </a:extLst>
          </p:cNvPr>
          <p:cNvSpPr txBox="1"/>
          <p:nvPr/>
        </p:nvSpPr>
        <p:spPr>
          <a:xfrm>
            <a:off x="2387600" y="6667500"/>
            <a:ext cx="19723100" cy="5016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57700"/>
              </a:lnSpc>
            </a:pPr>
            <a:endParaRPr lang="en-US" sz="3066" b="0" i="0" u="none" strike="noStrike" spc="-100" dirty="0">
              <a:solidFill>
                <a:srgbClr val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Pretendard Medium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58FBE1B3-E4C3-AD1E-C6DC-D9E473CC0808}"/>
              </a:ext>
            </a:extLst>
          </p:cNvPr>
          <p:cNvGrpSpPr/>
          <p:nvPr/>
        </p:nvGrpSpPr>
        <p:grpSpPr>
          <a:xfrm>
            <a:off x="6546881" y="11480800"/>
            <a:ext cx="11280495" cy="939800"/>
            <a:chOff x="6546881" y="11480800"/>
            <a:chExt cx="11280495" cy="939800"/>
          </a:xfrm>
        </p:grpSpPr>
        <p:pic>
          <p:nvPicPr>
            <p:cNvPr id="52" name="Picture 6">
              <a:extLst>
                <a:ext uri="{FF2B5EF4-FFF2-40B4-BE49-F238E27FC236}">
                  <a16:creationId xmlns:a16="http://schemas.microsoft.com/office/drawing/2014/main" id="{7FC1651E-9A31-2BD4-A202-AEFAD2B93A1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alphaModFix amt="70000"/>
            </a:blip>
            <a:stretch>
              <a:fillRect/>
            </a:stretch>
          </p:blipFill>
          <p:spPr>
            <a:xfrm>
              <a:off x="7182201" y="11480800"/>
              <a:ext cx="447839" cy="330200"/>
            </a:xfrm>
            <a:prstGeom prst="rect">
              <a:avLst/>
            </a:prstGeom>
          </p:spPr>
        </p:pic>
        <p:pic>
          <p:nvPicPr>
            <p:cNvPr id="53" name="Picture 7">
              <a:extLst>
                <a:ext uri="{FF2B5EF4-FFF2-40B4-BE49-F238E27FC236}">
                  <a16:creationId xmlns:a16="http://schemas.microsoft.com/office/drawing/2014/main" id="{C9473EFA-53D9-27A7-12E8-9DE7536B2D9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alphaModFix amt="70000"/>
            </a:blip>
            <a:stretch>
              <a:fillRect/>
            </a:stretch>
          </p:blipFill>
          <p:spPr>
            <a:xfrm>
              <a:off x="16697161" y="11480800"/>
              <a:ext cx="447839" cy="330200"/>
            </a:xfrm>
            <a:prstGeom prst="rect">
              <a:avLst/>
            </a:prstGeom>
          </p:spPr>
        </p:pic>
        <p:sp>
          <p:nvSpPr>
            <p:cNvPr id="54" name="TextBox 12">
              <a:extLst>
                <a:ext uri="{FF2B5EF4-FFF2-40B4-BE49-F238E27FC236}">
                  <a16:creationId xmlns:a16="http://schemas.microsoft.com/office/drawing/2014/main" id="{B25568AF-12B5-A6D8-4865-AF9B258E45B6}"/>
                </a:ext>
              </a:extLst>
            </p:cNvPr>
            <p:cNvSpPr txBox="1"/>
            <p:nvPr/>
          </p:nvSpPr>
          <p:spPr>
            <a:xfrm>
              <a:off x="6546881" y="11684000"/>
              <a:ext cx="11280495" cy="736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32800"/>
                </a:lnSpc>
              </a:pPr>
              <a:r>
                <a:rPr lang="ko-KR" altLang="en-US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Bold"/>
                </a:rPr>
                <a:t>일반 주석은 개발자를 위한 설명에 사용하고</a:t>
              </a:r>
              <a:r>
                <a:rPr lang="en-US" altLang="ko-KR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Bold"/>
                </a:rPr>
                <a:t>,</a:t>
              </a:r>
            </a:p>
            <a:p>
              <a:pPr lvl="0" algn="ctr">
                <a:lnSpc>
                  <a:spcPct val="132800"/>
                </a:lnSpc>
              </a:pPr>
              <a:r>
                <a:rPr lang="en-US" altLang="ko-KR" sz="28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Bold"/>
                </a:rPr>
                <a:t>Doxygen</a:t>
              </a:r>
              <a:r>
                <a:rPr lang="en-US" altLang="ko-KR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Bold"/>
                </a:rPr>
                <a:t> </a:t>
              </a:r>
              <a:r>
                <a:rPr lang="ko-KR" altLang="en-US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Bold"/>
                </a:rPr>
                <a:t>문서화 주석은 자동 문서 생성에 활용할 수 있다</a:t>
              </a:r>
              <a:r>
                <a:rPr lang="en-US" altLang="ko-KR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Bold"/>
                </a:rPr>
                <a:t>.</a:t>
              </a:r>
            </a:p>
          </p:txBody>
        </p:sp>
      </p:grpSp>
      <p:sp>
        <p:nvSpPr>
          <p:cNvPr id="93" name="TextBox 92">
            <a:extLst>
              <a:ext uri="{FF2B5EF4-FFF2-40B4-BE49-F238E27FC236}">
                <a16:creationId xmlns:a16="http://schemas.microsoft.com/office/drawing/2014/main" id="{4E9A19E0-A120-4193-0EEA-50EFF1DF1C99}"/>
              </a:ext>
            </a:extLst>
          </p:cNvPr>
          <p:cNvSpPr txBox="1"/>
          <p:nvPr/>
        </p:nvSpPr>
        <p:spPr>
          <a:xfrm>
            <a:off x="5899077" y="4953000"/>
            <a:ext cx="2379230" cy="543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9600"/>
              </a:lnSpc>
            </a:pPr>
            <a:r>
              <a:rPr lang="ko-KR" altLang="en-US" sz="2933" spc="-1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Regular"/>
              </a:rPr>
              <a:t>일반 주석</a:t>
            </a:r>
            <a:endParaRPr lang="en-US" altLang="ko-KR" sz="2933" spc="-100" dirty="0">
              <a:solidFill>
                <a:srgbClr val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Pretendard Regular"/>
            </a:endParaRPr>
          </a:p>
        </p:txBody>
      </p:sp>
      <p:pic>
        <p:nvPicPr>
          <p:cNvPr id="87" name="그림 86">
            <a:extLst>
              <a:ext uri="{FF2B5EF4-FFF2-40B4-BE49-F238E27FC236}">
                <a16:creationId xmlns:a16="http://schemas.microsoft.com/office/drawing/2014/main" id="{F69086B1-56F1-8E02-B824-DA1187BB80A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385218" y="5638800"/>
            <a:ext cx="9865182" cy="5208424"/>
          </a:xfrm>
          <a:prstGeom prst="rect">
            <a:avLst/>
          </a:prstGeom>
          <a:ln w="38100">
            <a:solidFill>
              <a:schemeClr val="bg1">
                <a:lumMod val="50000"/>
              </a:schemeClr>
            </a:solidFill>
          </a:ln>
        </p:spPr>
      </p:pic>
      <p:sp>
        <p:nvSpPr>
          <p:cNvPr id="94" name="TextBox 93">
            <a:extLst>
              <a:ext uri="{FF2B5EF4-FFF2-40B4-BE49-F238E27FC236}">
                <a16:creationId xmlns:a16="http://schemas.microsoft.com/office/drawing/2014/main" id="{918B5C4E-A8ED-24C3-B22B-A5D6332F6612}"/>
              </a:ext>
            </a:extLst>
          </p:cNvPr>
          <p:cNvSpPr txBox="1"/>
          <p:nvPr/>
        </p:nvSpPr>
        <p:spPr>
          <a:xfrm>
            <a:off x="15711932" y="4953000"/>
            <a:ext cx="3166755" cy="995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9600"/>
              </a:lnSpc>
            </a:pPr>
            <a:r>
              <a:rPr lang="en-US" altLang="ko-KR" sz="2933" spc="-100" dirty="0" err="1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Regular"/>
              </a:rPr>
              <a:t>Doxygen</a:t>
            </a:r>
            <a:r>
              <a:rPr lang="en-US" altLang="ko-KR" sz="2933" spc="-1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Regular"/>
              </a:rPr>
              <a:t> </a:t>
            </a:r>
            <a:r>
              <a:rPr lang="ko-KR" altLang="en-US" sz="2933" spc="-1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Regular"/>
              </a:rPr>
              <a:t>주석</a:t>
            </a:r>
            <a:endParaRPr lang="en-US" altLang="ko-KR" sz="2933" spc="-100" dirty="0">
              <a:solidFill>
                <a:srgbClr val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Pretendard Regular"/>
            </a:endParaRPr>
          </a:p>
        </p:txBody>
      </p:sp>
      <p:pic>
        <p:nvPicPr>
          <p:cNvPr id="64" name="그림 63">
            <a:extLst>
              <a:ext uri="{FF2B5EF4-FFF2-40B4-BE49-F238E27FC236}">
                <a16:creationId xmlns:a16="http://schemas.microsoft.com/office/drawing/2014/main" id="{546EFCF9-6BB3-2A46-51A6-C9B4D43900E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08608" y="5638800"/>
            <a:ext cx="9854060" cy="5208424"/>
          </a:xfrm>
          <a:prstGeom prst="rect">
            <a:avLst/>
          </a:prstGeom>
          <a:ln w="38100">
            <a:solidFill>
              <a:schemeClr val="bg1">
                <a:lumMod val="50000"/>
              </a:schemeClr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3F4BE86-7D25-B97B-9A60-B9C54AB9ADB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514009" y="5953875"/>
            <a:ext cx="5562600" cy="439494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9FDC6C0-1924-364C-4CE2-E51893AD4F0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78721" y="6795708"/>
            <a:ext cx="6441679" cy="2711274"/>
          </a:xfrm>
          <a:prstGeom prst="rect">
            <a:avLst/>
          </a:prstGeom>
        </p:spPr>
      </p:pic>
      <p:pic>
        <p:nvPicPr>
          <p:cNvPr id="13" name="Picture 10">
            <a:extLst>
              <a:ext uri="{FF2B5EF4-FFF2-40B4-BE49-F238E27FC236}">
                <a16:creationId xmlns:a16="http://schemas.microsoft.com/office/drawing/2014/main" id="{ACCD4671-398A-B2C2-D6A1-5F1B31D14105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24960" t="8333"/>
          <a:stretch>
            <a:fillRect/>
          </a:stretch>
        </p:blipFill>
        <p:spPr>
          <a:xfrm rot="5400000">
            <a:off x="9297243" y="8011795"/>
            <a:ext cx="5880100" cy="6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856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5CBDF6-57FD-1A53-85E8-682969008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FD3DBE47-AE4E-5BEC-E81B-41DA9B86FE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F43FB4A6-2D0B-B2B0-CA69-46B5F823EE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650" y="685800"/>
            <a:ext cx="22618700" cy="123190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4BA79648-E003-0A13-CCB9-C1604F3D5E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1300" y="2260600"/>
            <a:ext cx="21361400" cy="1600200"/>
          </a:xfrm>
          <a:prstGeom prst="rect">
            <a:avLst/>
          </a:prstGeom>
          <a:effectLst>
            <a:outerShdw dist="172329" dir="5400000">
              <a:srgbClr val="E6E6E6">
                <a:alpha val="100000"/>
              </a:srgbClr>
            </a:outerShdw>
          </a:effectLst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350DEEA8-2276-7A96-3503-9C16DA6A1D7E}"/>
              </a:ext>
            </a:extLst>
          </p:cNvPr>
          <p:cNvSpPr txBox="1"/>
          <p:nvPr/>
        </p:nvSpPr>
        <p:spPr>
          <a:xfrm>
            <a:off x="3822700" y="2514600"/>
            <a:ext cx="22618700" cy="1219200"/>
          </a:xfrm>
          <a:prstGeom prst="rect">
            <a:avLst/>
          </a:prstGeom>
        </p:spPr>
        <p:txBody>
          <a:bodyPr lIns="0" tIns="84667" rIns="0" bIns="84667" rtlCol="0" anchor="ctr"/>
          <a:lstStyle/>
          <a:p>
            <a:pPr>
              <a:lnSpc>
                <a:spcPct val="99600"/>
              </a:lnSpc>
            </a:pPr>
            <a:r>
              <a:rPr lang="ko-KR" altLang="en-US" sz="6666" b="0" i="0" u="none" strike="noStrike" dirty="0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Black"/>
              </a:rPr>
              <a:t>주석 스타일 </a:t>
            </a:r>
            <a:r>
              <a:rPr lang="en-US" altLang="ko-KR" sz="6666" b="0" i="0" u="none" strike="noStrike" dirty="0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Black"/>
              </a:rPr>
              <a:t>– </a:t>
            </a:r>
            <a:r>
              <a:rPr lang="en-US" altLang="ko-KR" sz="60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Black"/>
              </a:rPr>
              <a:t>C++</a:t>
            </a:r>
            <a:r>
              <a:rPr lang="ko-KR" altLang="en-US" sz="60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Black"/>
              </a:rPr>
              <a:t>의 </a:t>
            </a:r>
            <a:r>
              <a:rPr lang="en-US" altLang="ko-KR" sz="6000" dirty="0" err="1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Black"/>
              </a:rPr>
              <a:t>Doxygen</a:t>
            </a:r>
            <a:r>
              <a:rPr lang="en-US" altLang="ko-KR" sz="60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Black"/>
              </a:rPr>
              <a:t> </a:t>
            </a:r>
            <a:r>
              <a:rPr lang="ko-KR" altLang="en-US" sz="60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Black"/>
              </a:rPr>
              <a:t>주석 스타일</a:t>
            </a:r>
            <a:endParaRPr lang="en-US" altLang="ko-KR" sz="6666" dirty="0">
              <a:solidFill>
                <a:srgbClr val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Light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CA9895E2-0045-E72A-1ADB-F7A0CD2B5751}"/>
              </a:ext>
            </a:extLst>
          </p:cNvPr>
          <p:cNvSpPr txBox="1"/>
          <p:nvPr/>
        </p:nvSpPr>
        <p:spPr>
          <a:xfrm>
            <a:off x="10515600" y="685800"/>
            <a:ext cx="3352800" cy="901700"/>
          </a:xfrm>
          <a:prstGeom prst="rect">
            <a:avLst/>
          </a:prstGeom>
        </p:spPr>
        <p:txBody>
          <a:bodyPr lIns="0" tIns="35560" rIns="0" bIns="3556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2800" spc="-100" dirty="0" err="1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Anek Bangla Expanded Bold"/>
              </a:rPr>
              <a:t>Doxygen</a:t>
            </a:r>
            <a:r>
              <a:rPr lang="en-US" altLang="ko-KR" sz="2800" spc="-1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Anek Bangla Expanded Bold"/>
              </a:rPr>
              <a:t> </a:t>
            </a:r>
            <a:r>
              <a:rPr lang="ko-KR" altLang="en-US" sz="2800" spc="-1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Anek Bangla Expanded Bold"/>
              </a:rPr>
              <a:t>발표</a:t>
            </a:r>
            <a:endParaRPr lang="en-US" altLang="ko-KR" sz="2800" spc="-100" dirty="0">
              <a:solidFill>
                <a:srgbClr val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Anek Bangla Expanded Bold"/>
            </a:endParaRPr>
          </a:p>
        </p:txBody>
      </p:sp>
      <p:pic>
        <p:nvPicPr>
          <p:cNvPr id="15" name="Picture 13">
            <a:extLst>
              <a:ext uri="{FF2B5EF4-FFF2-40B4-BE49-F238E27FC236}">
                <a16:creationId xmlns:a16="http://schemas.microsoft.com/office/drawing/2014/main" id="{A6C03E98-5CBE-BDC1-613A-44583F27F8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7865" y="1828800"/>
            <a:ext cx="1892300" cy="2489200"/>
          </a:xfrm>
          <a:prstGeom prst="rect">
            <a:avLst/>
          </a:prstGeom>
        </p:spPr>
      </p:pic>
      <p:grpSp>
        <p:nvGrpSpPr>
          <p:cNvPr id="17" name="그룹 16">
            <a:extLst>
              <a:ext uri="{FF2B5EF4-FFF2-40B4-BE49-F238E27FC236}">
                <a16:creationId xmlns:a16="http://schemas.microsoft.com/office/drawing/2014/main" id="{8EEA27F6-5FB5-6495-24B5-3AE7C3152E22}"/>
              </a:ext>
            </a:extLst>
          </p:cNvPr>
          <p:cNvGrpSpPr/>
          <p:nvPr/>
        </p:nvGrpSpPr>
        <p:grpSpPr>
          <a:xfrm>
            <a:off x="6475553" y="11798300"/>
            <a:ext cx="11280495" cy="850900"/>
            <a:chOff x="6475553" y="11798300"/>
            <a:chExt cx="11280495" cy="850900"/>
          </a:xfrm>
        </p:grpSpPr>
        <p:pic>
          <p:nvPicPr>
            <p:cNvPr id="75" name="Picture 6">
              <a:extLst>
                <a:ext uri="{FF2B5EF4-FFF2-40B4-BE49-F238E27FC236}">
                  <a16:creationId xmlns:a16="http://schemas.microsoft.com/office/drawing/2014/main" id="{F52E107C-E550-5FBE-FA00-8E31C623920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alphaModFix amt="70000"/>
            </a:blip>
            <a:stretch>
              <a:fillRect/>
            </a:stretch>
          </p:blipFill>
          <p:spPr>
            <a:xfrm>
              <a:off x="6638761" y="11798300"/>
              <a:ext cx="447839" cy="330200"/>
            </a:xfrm>
            <a:prstGeom prst="rect">
              <a:avLst/>
            </a:prstGeom>
          </p:spPr>
        </p:pic>
        <p:pic>
          <p:nvPicPr>
            <p:cNvPr id="76" name="Picture 7">
              <a:extLst>
                <a:ext uri="{FF2B5EF4-FFF2-40B4-BE49-F238E27FC236}">
                  <a16:creationId xmlns:a16="http://schemas.microsoft.com/office/drawing/2014/main" id="{6E18BF1F-B5F1-3EFD-8716-81CB5C50610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alphaModFix amt="70000"/>
            </a:blip>
            <a:stretch>
              <a:fillRect/>
            </a:stretch>
          </p:blipFill>
          <p:spPr>
            <a:xfrm>
              <a:off x="17078161" y="11798300"/>
              <a:ext cx="447839" cy="330200"/>
            </a:xfrm>
            <a:prstGeom prst="rect">
              <a:avLst/>
            </a:prstGeom>
          </p:spPr>
        </p:pic>
        <p:sp>
          <p:nvSpPr>
            <p:cNvPr id="77" name="TextBox 12">
              <a:extLst>
                <a:ext uri="{FF2B5EF4-FFF2-40B4-BE49-F238E27FC236}">
                  <a16:creationId xmlns:a16="http://schemas.microsoft.com/office/drawing/2014/main" id="{64B9EBD3-1166-8F3B-9FBB-8BC7241C8E51}"/>
                </a:ext>
              </a:extLst>
            </p:cNvPr>
            <p:cNvSpPr txBox="1"/>
            <p:nvPr/>
          </p:nvSpPr>
          <p:spPr>
            <a:xfrm>
              <a:off x="6475553" y="11912600"/>
              <a:ext cx="11280495" cy="736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32800"/>
                </a:lnSpc>
              </a:pPr>
              <a:r>
                <a:rPr lang="en-US" altLang="ko-KR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Bold"/>
                </a:rPr>
                <a:t>C++</a:t>
              </a:r>
              <a:r>
                <a:rPr lang="ko-KR" altLang="en-US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Bold"/>
                </a:rPr>
                <a:t>에서는 여러 스타일의 문서화 주석을 사용할 수 있으며</a:t>
              </a:r>
              <a:r>
                <a:rPr lang="en-US" altLang="ko-KR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Bold"/>
                </a:rPr>
                <a:t>, </a:t>
              </a:r>
            </a:p>
            <a:p>
              <a:pPr lvl="0" algn="ctr">
                <a:lnSpc>
                  <a:spcPct val="132800"/>
                </a:lnSpc>
              </a:pPr>
              <a:r>
                <a:rPr lang="ko-KR" altLang="en-US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Bold"/>
                </a:rPr>
                <a:t>각 스타일에서 동일한 </a:t>
              </a:r>
              <a:r>
                <a:rPr lang="en-US" altLang="ko-KR" sz="28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Bold"/>
                </a:rPr>
                <a:t>Doxygen</a:t>
              </a:r>
              <a:r>
                <a:rPr lang="en-US" altLang="ko-KR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Bold"/>
                </a:rPr>
                <a:t> </a:t>
              </a:r>
              <a:r>
                <a:rPr lang="ko-KR" altLang="en-US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Bold"/>
                </a:rPr>
                <a:t>명령어를 사용할 수 있다</a:t>
              </a:r>
              <a:r>
                <a:rPr lang="en-US" altLang="ko-KR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Bold"/>
                </a:rPr>
                <a:t>.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6601F740-2ADD-A8E4-AB8F-C427BC59DF99}"/>
              </a:ext>
            </a:extLst>
          </p:cNvPr>
          <p:cNvGrpSpPr/>
          <p:nvPr/>
        </p:nvGrpSpPr>
        <p:grpSpPr>
          <a:xfrm>
            <a:off x="3657600" y="4254500"/>
            <a:ext cx="17068800" cy="7404100"/>
            <a:chOff x="3657600" y="4254500"/>
            <a:chExt cx="17068800" cy="7404100"/>
          </a:xfrm>
        </p:grpSpPr>
        <p:pic>
          <p:nvPicPr>
            <p:cNvPr id="53" name="Picture 7">
              <a:extLst>
                <a:ext uri="{FF2B5EF4-FFF2-40B4-BE49-F238E27FC236}">
                  <a16:creationId xmlns:a16="http://schemas.microsoft.com/office/drawing/2014/main" id="{D8508401-59E2-D449-DCBE-A7B47981767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l="443" r="516"/>
            <a:stretch>
              <a:fillRect/>
            </a:stretch>
          </p:blipFill>
          <p:spPr>
            <a:xfrm>
              <a:off x="3657600" y="4254500"/>
              <a:ext cx="17068800" cy="7404100"/>
            </a:xfrm>
            <a:prstGeom prst="rect">
              <a:avLst/>
            </a:prstGeom>
          </p:spPr>
        </p:pic>
        <p:pic>
          <p:nvPicPr>
            <p:cNvPr id="54" name="Picture 8">
              <a:extLst>
                <a:ext uri="{FF2B5EF4-FFF2-40B4-BE49-F238E27FC236}">
                  <a16:creationId xmlns:a16="http://schemas.microsoft.com/office/drawing/2014/main" id="{8D6D7C81-E2BC-A4A0-BE9B-02D04F7A21F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949700" y="4648200"/>
              <a:ext cx="279400" cy="279400"/>
            </a:xfrm>
            <a:prstGeom prst="rect">
              <a:avLst/>
            </a:prstGeom>
          </p:spPr>
        </p:pic>
        <p:pic>
          <p:nvPicPr>
            <p:cNvPr id="55" name="Picture 9">
              <a:extLst>
                <a:ext uri="{FF2B5EF4-FFF2-40B4-BE49-F238E27FC236}">
                  <a16:creationId xmlns:a16="http://schemas.microsoft.com/office/drawing/2014/main" id="{3C3F1024-9695-64BD-FFC2-F67DACC6AF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0116800" y="4648200"/>
              <a:ext cx="279400" cy="279400"/>
            </a:xfrm>
            <a:prstGeom prst="rect">
              <a:avLst/>
            </a:prstGeom>
          </p:spPr>
        </p:pic>
        <p:pic>
          <p:nvPicPr>
            <p:cNvPr id="58" name="Picture 12">
              <a:extLst>
                <a:ext uri="{FF2B5EF4-FFF2-40B4-BE49-F238E27FC236}">
                  <a16:creationId xmlns:a16="http://schemas.microsoft.com/office/drawing/2014/main" id="{8B2BA8C7-CFE8-C091-36E3-62CBCB5FD8D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r="49352" b="-66667"/>
            <a:stretch>
              <a:fillRect/>
            </a:stretch>
          </p:blipFill>
          <p:spPr>
            <a:xfrm>
              <a:off x="4000500" y="10020300"/>
              <a:ext cx="3968750" cy="127000"/>
            </a:xfrm>
            <a:prstGeom prst="rect">
              <a:avLst/>
            </a:prstGeom>
          </p:spPr>
        </p:pic>
        <p:sp>
          <p:nvSpPr>
            <p:cNvPr id="59" name="TextBox 17">
              <a:extLst>
                <a:ext uri="{FF2B5EF4-FFF2-40B4-BE49-F238E27FC236}">
                  <a16:creationId xmlns:a16="http://schemas.microsoft.com/office/drawing/2014/main" id="{768F7EFC-3B22-A680-939B-3C29FA4954D4}"/>
                </a:ext>
              </a:extLst>
            </p:cNvPr>
            <p:cNvSpPr txBox="1"/>
            <p:nvPr/>
          </p:nvSpPr>
          <p:spPr>
            <a:xfrm>
              <a:off x="4446032" y="10350500"/>
              <a:ext cx="3021568" cy="1003300"/>
            </a:xfrm>
            <a:prstGeom prst="rect">
              <a:avLst/>
            </a:prstGeom>
          </p:spPr>
          <p:txBody>
            <a:bodyPr lIns="0" tIns="37254" rIns="0" bIns="37254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altLang="ko-KR" sz="2933" spc="-10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//! …</a:t>
              </a:r>
            </a:p>
          </p:txBody>
        </p:sp>
        <p:sp>
          <p:nvSpPr>
            <p:cNvPr id="60" name="TextBox 22">
              <a:extLst>
                <a:ext uri="{FF2B5EF4-FFF2-40B4-BE49-F238E27FC236}">
                  <a16:creationId xmlns:a16="http://schemas.microsoft.com/office/drawing/2014/main" id="{0043E56F-E0EE-3DDF-B353-A217AB582963}"/>
                </a:ext>
              </a:extLst>
            </p:cNvPr>
            <p:cNvSpPr txBox="1"/>
            <p:nvPr/>
          </p:nvSpPr>
          <p:spPr>
            <a:xfrm>
              <a:off x="4776961" y="4445000"/>
              <a:ext cx="2415827" cy="698500"/>
            </a:xfrm>
            <a:prstGeom prst="rect">
              <a:avLst/>
            </a:prstGeom>
          </p:spPr>
          <p:txBody>
            <a:bodyPr lIns="0" tIns="23706" rIns="0" bIns="23706" rtlCol="0" anchor="ctr"/>
            <a:lstStyle/>
            <a:p>
              <a:pPr lvl="0" algn="ctr">
                <a:lnSpc>
                  <a:spcPct val="107899"/>
                </a:lnSpc>
              </a:pPr>
              <a:r>
                <a:rPr lang="ko-KR" altLang="en-US" sz="3733" b="0" i="0" u="none" strike="noStrike" dirty="0">
                  <a:solidFill>
                    <a:srgbClr val="FFFFFF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SemiBold"/>
                </a:rPr>
                <a:t>주석</a:t>
              </a:r>
              <a:endParaRPr lang="en-US" sz="3733" b="0" i="0" u="none" strike="noStrike" dirty="0">
                <a:solidFill>
                  <a:srgbClr val="FFFFF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SemiBold"/>
              </a:endParaRPr>
            </a:p>
          </p:txBody>
        </p:sp>
        <p:sp>
          <p:nvSpPr>
            <p:cNvPr id="61" name="TextBox 23">
              <a:extLst>
                <a:ext uri="{FF2B5EF4-FFF2-40B4-BE49-F238E27FC236}">
                  <a16:creationId xmlns:a16="http://schemas.microsoft.com/office/drawing/2014/main" id="{AB46A709-CC84-8332-B708-559F501E403D}"/>
                </a:ext>
              </a:extLst>
            </p:cNvPr>
            <p:cNvSpPr txBox="1"/>
            <p:nvPr/>
          </p:nvSpPr>
          <p:spPr>
            <a:xfrm>
              <a:off x="4446032" y="5600700"/>
              <a:ext cx="3021568" cy="1003300"/>
            </a:xfrm>
            <a:prstGeom prst="rect">
              <a:avLst/>
            </a:prstGeom>
          </p:spPr>
          <p:txBody>
            <a:bodyPr lIns="0" tIns="37254" rIns="0" bIns="37254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2933" spc="-10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/** … */</a:t>
              </a:r>
            </a:p>
          </p:txBody>
        </p:sp>
        <p:sp>
          <p:nvSpPr>
            <p:cNvPr id="62" name="TextBox 24">
              <a:extLst>
                <a:ext uri="{FF2B5EF4-FFF2-40B4-BE49-F238E27FC236}">
                  <a16:creationId xmlns:a16="http://schemas.microsoft.com/office/drawing/2014/main" id="{1434D15D-E4D1-39B4-EBBE-397B2B4DA56C}"/>
                </a:ext>
              </a:extLst>
            </p:cNvPr>
            <p:cNvSpPr txBox="1"/>
            <p:nvPr/>
          </p:nvSpPr>
          <p:spPr>
            <a:xfrm>
              <a:off x="4446032" y="7188200"/>
              <a:ext cx="3021568" cy="1003300"/>
            </a:xfrm>
            <a:prstGeom prst="rect">
              <a:avLst/>
            </a:prstGeom>
          </p:spPr>
          <p:txBody>
            <a:bodyPr lIns="0" tIns="37254" rIns="0" bIns="37254" rtlCol="0" anchor="ctr"/>
            <a:lstStyle/>
            <a:p>
              <a:pPr algn="ctr">
                <a:lnSpc>
                  <a:spcPct val="99600"/>
                </a:lnSpc>
              </a:pPr>
              <a:r>
                <a:rPr lang="en-US" altLang="ko-KR" sz="2933" spc="-10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/// …</a:t>
              </a:r>
            </a:p>
          </p:txBody>
        </p:sp>
        <p:sp>
          <p:nvSpPr>
            <p:cNvPr id="63" name="TextBox 25">
              <a:extLst>
                <a:ext uri="{FF2B5EF4-FFF2-40B4-BE49-F238E27FC236}">
                  <a16:creationId xmlns:a16="http://schemas.microsoft.com/office/drawing/2014/main" id="{B80E4BD8-0CEF-F01E-8CB0-D47F48EA4F16}"/>
                </a:ext>
              </a:extLst>
            </p:cNvPr>
            <p:cNvSpPr txBox="1"/>
            <p:nvPr/>
          </p:nvSpPr>
          <p:spPr>
            <a:xfrm>
              <a:off x="4446032" y="8763000"/>
              <a:ext cx="3021568" cy="1003300"/>
            </a:xfrm>
            <a:prstGeom prst="rect">
              <a:avLst/>
            </a:prstGeom>
          </p:spPr>
          <p:txBody>
            <a:bodyPr lIns="0" tIns="37254" rIns="0" bIns="37254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altLang="ko-KR" sz="2933" spc="-10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/*! … */</a:t>
              </a:r>
            </a:p>
          </p:txBody>
        </p:sp>
        <p:pic>
          <p:nvPicPr>
            <p:cNvPr id="64" name="Picture 10">
              <a:extLst>
                <a:ext uri="{FF2B5EF4-FFF2-40B4-BE49-F238E27FC236}">
                  <a16:creationId xmlns:a16="http://schemas.microsoft.com/office/drawing/2014/main" id="{DFFE0BF9-1039-46A2-4443-757EEF1FF53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2458700" y="6870700"/>
              <a:ext cx="7835900" cy="76200"/>
            </a:xfrm>
            <a:prstGeom prst="rect">
              <a:avLst/>
            </a:prstGeom>
          </p:spPr>
        </p:pic>
        <p:pic>
          <p:nvPicPr>
            <p:cNvPr id="65" name="Picture 11">
              <a:extLst>
                <a:ext uri="{FF2B5EF4-FFF2-40B4-BE49-F238E27FC236}">
                  <a16:creationId xmlns:a16="http://schemas.microsoft.com/office/drawing/2014/main" id="{FB04C1A1-5817-AAAF-926F-E1E137BB7FB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2458700" y="8445500"/>
              <a:ext cx="7835900" cy="76200"/>
            </a:xfrm>
            <a:prstGeom prst="rect">
              <a:avLst/>
            </a:prstGeom>
          </p:spPr>
        </p:pic>
        <p:pic>
          <p:nvPicPr>
            <p:cNvPr id="67" name="Picture 10">
              <a:extLst>
                <a:ext uri="{FF2B5EF4-FFF2-40B4-BE49-F238E27FC236}">
                  <a16:creationId xmlns:a16="http://schemas.microsoft.com/office/drawing/2014/main" id="{95A0F7F1-C5AE-2329-3987-FE415D61C54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24960" t="8333"/>
            <a:stretch>
              <a:fillRect/>
            </a:stretch>
          </p:blipFill>
          <p:spPr>
            <a:xfrm rot="5400000">
              <a:off x="9217025" y="8467725"/>
              <a:ext cx="5880100" cy="69850"/>
            </a:xfrm>
            <a:prstGeom prst="rect">
              <a:avLst/>
            </a:prstGeom>
          </p:spPr>
        </p:pic>
        <p:pic>
          <p:nvPicPr>
            <p:cNvPr id="68" name="Picture 10">
              <a:extLst>
                <a:ext uri="{FF2B5EF4-FFF2-40B4-BE49-F238E27FC236}">
                  <a16:creationId xmlns:a16="http://schemas.microsoft.com/office/drawing/2014/main" id="{2C77EC09-0E6A-CFCD-2AD4-53E9697390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lum bright="70000" contrast="-70000"/>
            </a:blip>
            <a:srcRect l="24960" t="8334" r="63403" b="-8336"/>
            <a:stretch>
              <a:fillRect/>
            </a:stretch>
          </p:blipFill>
          <p:spPr>
            <a:xfrm rot="5400000">
              <a:off x="11697970" y="4807530"/>
              <a:ext cx="911860" cy="76200"/>
            </a:xfrm>
            <a:prstGeom prst="rect">
              <a:avLst/>
            </a:prstGeom>
          </p:spPr>
        </p:pic>
        <p:sp>
          <p:nvSpPr>
            <p:cNvPr id="70" name="TextBox 23">
              <a:extLst>
                <a:ext uri="{FF2B5EF4-FFF2-40B4-BE49-F238E27FC236}">
                  <a16:creationId xmlns:a16="http://schemas.microsoft.com/office/drawing/2014/main" id="{550242D4-5819-5E1A-5C11-72E5A830BFE2}"/>
                </a:ext>
              </a:extLst>
            </p:cNvPr>
            <p:cNvSpPr txBox="1"/>
            <p:nvPr/>
          </p:nvSpPr>
          <p:spPr>
            <a:xfrm>
              <a:off x="12617450" y="5600700"/>
              <a:ext cx="7620000" cy="1003300"/>
            </a:xfrm>
            <a:prstGeom prst="rect">
              <a:avLst/>
            </a:prstGeom>
          </p:spPr>
          <p:txBody>
            <a:bodyPr lIns="0" tIns="37254" rIns="0" bIns="37254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altLang="ko-KR" sz="2933" spc="-10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*</a:t>
              </a:r>
              <a:r>
                <a:rPr lang="ko-KR" altLang="en-US" sz="2933" spc="-10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이 하나 더 붙은 여러 줄 </a:t>
              </a:r>
              <a:r>
                <a:rPr lang="en-US" altLang="ko-KR" sz="2933" spc="-100" dirty="0" err="1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Doxygen</a:t>
              </a:r>
              <a:r>
                <a:rPr lang="ko-KR" altLang="en-US" sz="2933" spc="-10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 문서화 주석</a:t>
              </a:r>
              <a:endParaRPr lang="en-US" sz="2933" b="0" i="0" u="none" strike="noStrike" spc="-1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Regular"/>
              </a:endParaRPr>
            </a:p>
          </p:txBody>
        </p:sp>
        <p:sp>
          <p:nvSpPr>
            <p:cNvPr id="71" name="TextBox 24">
              <a:extLst>
                <a:ext uri="{FF2B5EF4-FFF2-40B4-BE49-F238E27FC236}">
                  <a16:creationId xmlns:a16="http://schemas.microsoft.com/office/drawing/2014/main" id="{0E164BF5-724B-49DB-97B7-F593148D786A}"/>
                </a:ext>
              </a:extLst>
            </p:cNvPr>
            <p:cNvSpPr txBox="1"/>
            <p:nvPr/>
          </p:nvSpPr>
          <p:spPr>
            <a:xfrm>
              <a:off x="13106400" y="7188200"/>
              <a:ext cx="6477000" cy="1003300"/>
            </a:xfrm>
            <a:prstGeom prst="rect">
              <a:avLst/>
            </a:prstGeom>
          </p:spPr>
          <p:txBody>
            <a:bodyPr lIns="0" tIns="37254" rIns="0" bIns="37254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altLang="ko-KR" sz="2933" spc="-10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/</a:t>
              </a:r>
              <a:r>
                <a:rPr lang="ko-KR" altLang="en-US" sz="2933" spc="-10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가 </a:t>
              </a:r>
              <a:r>
                <a:rPr lang="en-US" altLang="ko-KR" sz="2933" spc="-10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3</a:t>
              </a:r>
              <a:r>
                <a:rPr lang="ko-KR" altLang="en-US" sz="2933" spc="-10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개인 한 줄 문서화 주석</a:t>
              </a:r>
              <a:endParaRPr lang="en-US" altLang="ko-KR" sz="2933" spc="-1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Regular"/>
              </a:endParaRPr>
            </a:p>
          </p:txBody>
        </p:sp>
        <p:sp>
          <p:nvSpPr>
            <p:cNvPr id="72" name="TextBox 25">
              <a:extLst>
                <a:ext uri="{FF2B5EF4-FFF2-40B4-BE49-F238E27FC236}">
                  <a16:creationId xmlns:a16="http://schemas.microsoft.com/office/drawing/2014/main" id="{5F37AF8B-265F-C17D-83BC-64B780E8A8B4}"/>
                </a:ext>
              </a:extLst>
            </p:cNvPr>
            <p:cNvSpPr txBox="1"/>
            <p:nvPr/>
          </p:nvSpPr>
          <p:spPr>
            <a:xfrm>
              <a:off x="12833350" y="9594850"/>
              <a:ext cx="7188200" cy="1003300"/>
            </a:xfrm>
            <a:prstGeom prst="rect">
              <a:avLst/>
            </a:prstGeom>
          </p:spPr>
          <p:txBody>
            <a:bodyPr lIns="0" tIns="37254" rIns="0" bIns="37254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altLang="ko-KR" sz="2933" spc="-10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!</a:t>
              </a:r>
              <a:r>
                <a:rPr lang="ko-KR" altLang="en-US" sz="2933" spc="-10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를</a:t>
              </a:r>
              <a:r>
                <a:rPr lang="en-US" altLang="ko-KR" sz="2933" spc="-10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 </a:t>
              </a:r>
              <a:r>
                <a:rPr lang="ko-KR" altLang="en-US" sz="2933" spc="-10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사용하는 문서화 주석</a:t>
              </a:r>
              <a:endParaRPr lang="en-US" altLang="ko-KR" sz="2933" spc="-1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Regular"/>
              </a:endParaRPr>
            </a:p>
          </p:txBody>
        </p:sp>
        <p:sp>
          <p:nvSpPr>
            <p:cNvPr id="73" name="TextBox 22">
              <a:extLst>
                <a:ext uri="{FF2B5EF4-FFF2-40B4-BE49-F238E27FC236}">
                  <a16:creationId xmlns:a16="http://schemas.microsoft.com/office/drawing/2014/main" id="{DF24B551-2BAC-5B92-8200-48079616B3BD}"/>
                </a:ext>
              </a:extLst>
            </p:cNvPr>
            <p:cNvSpPr txBox="1"/>
            <p:nvPr/>
          </p:nvSpPr>
          <p:spPr>
            <a:xfrm>
              <a:off x="12611100" y="4445000"/>
              <a:ext cx="7581900" cy="698500"/>
            </a:xfrm>
            <a:prstGeom prst="rect">
              <a:avLst/>
            </a:prstGeom>
          </p:spPr>
          <p:txBody>
            <a:bodyPr lIns="0" tIns="23706" rIns="0" bIns="23706" rtlCol="0" anchor="ctr"/>
            <a:lstStyle/>
            <a:p>
              <a:pPr lvl="0" algn="ctr">
                <a:lnSpc>
                  <a:spcPct val="107899"/>
                </a:lnSpc>
              </a:pPr>
              <a:r>
                <a:rPr lang="ko-KR" altLang="en-US" sz="3733" b="0" i="0" u="none" strike="noStrike" dirty="0">
                  <a:solidFill>
                    <a:srgbClr val="FFFFFF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SemiBold"/>
                </a:rPr>
                <a:t>설명</a:t>
              </a:r>
              <a:endParaRPr lang="en-US" sz="3733" b="0" i="0" u="none" strike="noStrike" dirty="0">
                <a:solidFill>
                  <a:srgbClr val="FFFFF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SemiBold"/>
              </a:endParaRPr>
            </a:p>
          </p:txBody>
        </p:sp>
        <p:pic>
          <p:nvPicPr>
            <p:cNvPr id="5" name="Picture 12">
              <a:extLst>
                <a:ext uri="{FF2B5EF4-FFF2-40B4-BE49-F238E27FC236}">
                  <a16:creationId xmlns:a16="http://schemas.microsoft.com/office/drawing/2014/main" id="{9CA17E81-03D9-9D39-EDF9-680EB6614E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r="49352" b="-66667"/>
            <a:stretch>
              <a:fillRect/>
            </a:stretch>
          </p:blipFill>
          <p:spPr>
            <a:xfrm>
              <a:off x="4000500" y="8436610"/>
              <a:ext cx="3968750" cy="127000"/>
            </a:xfrm>
            <a:prstGeom prst="rect">
              <a:avLst/>
            </a:prstGeom>
          </p:spPr>
        </p:pic>
        <p:pic>
          <p:nvPicPr>
            <p:cNvPr id="6" name="Picture 12">
              <a:extLst>
                <a:ext uri="{FF2B5EF4-FFF2-40B4-BE49-F238E27FC236}">
                  <a16:creationId xmlns:a16="http://schemas.microsoft.com/office/drawing/2014/main" id="{F5D0C8AC-0DDC-0541-2F9F-413374B2A3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r="49352" b="-66667"/>
            <a:stretch>
              <a:fillRect/>
            </a:stretch>
          </p:blipFill>
          <p:spPr>
            <a:xfrm>
              <a:off x="4000500" y="6852920"/>
              <a:ext cx="3968750" cy="127000"/>
            </a:xfrm>
            <a:prstGeom prst="rect">
              <a:avLst/>
            </a:prstGeom>
          </p:spPr>
        </p:pic>
        <p:pic>
          <p:nvPicPr>
            <p:cNvPr id="7" name="Picture 10">
              <a:extLst>
                <a:ext uri="{FF2B5EF4-FFF2-40B4-BE49-F238E27FC236}">
                  <a16:creationId xmlns:a16="http://schemas.microsoft.com/office/drawing/2014/main" id="{611438FA-A84A-D21E-9AE7-BD45C6E513F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24960" t="8333"/>
            <a:stretch>
              <a:fillRect/>
            </a:stretch>
          </p:blipFill>
          <p:spPr>
            <a:xfrm rot="5400000">
              <a:off x="5330825" y="8467725"/>
              <a:ext cx="5880100" cy="69850"/>
            </a:xfrm>
            <a:prstGeom prst="rect">
              <a:avLst/>
            </a:prstGeom>
          </p:spPr>
        </p:pic>
        <p:pic>
          <p:nvPicPr>
            <p:cNvPr id="8" name="Picture 10">
              <a:extLst>
                <a:ext uri="{FF2B5EF4-FFF2-40B4-BE49-F238E27FC236}">
                  <a16:creationId xmlns:a16="http://schemas.microsoft.com/office/drawing/2014/main" id="{FF7543AC-6026-8E5D-AC02-207B1FEDC88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lum bright="70000" contrast="-70000"/>
            </a:blip>
            <a:srcRect l="24960" t="8334" r="63403" b="-8336"/>
            <a:stretch>
              <a:fillRect/>
            </a:stretch>
          </p:blipFill>
          <p:spPr>
            <a:xfrm rot="5400000">
              <a:off x="7798435" y="4807530"/>
              <a:ext cx="911860" cy="76200"/>
            </a:xfrm>
            <a:prstGeom prst="rect">
              <a:avLst/>
            </a:prstGeom>
          </p:spPr>
        </p:pic>
        <p:sp>
          <p:nvSpPr>
            <p:cNvPr id="10" name="TextBox 22">
              <a:extLst>
                <a:ext uri="{FF2B5EF4-FFF2-40B4-BE49-F238E27FC236}">
                  <a16:creationId xmlns:a16="http://schemas.microsoft.com/office/drawing/2014/main" id="{38B8E277-2ECA-14E4-4D47-5FE7D52B0653}"/>
                </a:ext>
              </a:extLst>
            </p:cNvPr>
            <p:cNvSpPr txBox="1"/>
            <p:nvPr/>
          </p:nvSpPr>
          <p:spPr>
            <a:xfrm>
              <a:off x="8958119" y="4445000"/>
              <a:ext cx="2415827" cy="698500"/>
            </a:xfrm>
            <a:prstGeom prst="rect">
              <a:avLst/>
            </a:prstGeom>
          </p:spPr>
          <p:txBody>
            <a:bodyPr lIns="0" tIns="23706" rIns="0" bIns="23706" rtlCol="0" anchor="ctr"/>
            <a:lstStyle/>
            <a:p>
              <a:pPr lvl="0" algn="ctr">
                <a:lnSpc>
                  <a:spcPct val="107899"/>
                </a:lnSpc>
              </a:pPr>
              <a:r>
                <a:rPr lang="ko-KR" altLang="en-US" sz="3733" b="0" i="0" u="none" strike="noStrike" dirty="0">
                  <a:solidFill>
                    <a:srgbClr val="FFFFFF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SemiBold"/>
                </a:rPr>
                <a:t>스타일</a:t>
              </a:r>
              <a:endParaRPr lang="en-US" sz="3733" b="0" i="0" u="none" strike="noStrike" dirty="0">
                <a:solidFill>
                  <a:srgbClr val="FFFFFF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SemiBold"/>
              </a:endParaRPr>
            </a:p>
          </p:txBody>
        </p:sp>
        <p:pic>
          <p:nvPicPr>
            <p:cNvPr id="12" name="Picture 12">
              <a:extLst>
                <a:ext uri="{FF2B5EF4-FFF2-40B4-BE49-F238E27FC236}">
                  <a16:creationId xmlns:a16="http://schemas.microsoft.com/office/drawing/2014/main" id="{CA1ED593-660D-81CF-9C68-7F2AF79697B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t="-1" r="58266" b="-37334"/>
            <a:stretch>
              <a:fillRect/>
            </a:stretch>
          </p:blipFill>
          <p:spPr>
            <a:xfrm>
              <a:off x="8540750" y="8436610"/>
              <a:ext cx="3270250" cy="104648"/>
            </a:xfrm>
            <a:prstGeom prst="rect">
              <a:avLst/>
            </a:prstGeom>
          </p:spPr>
        </p:pic>
        <p:sp>
          <p:nvSpPr>
            <p:cNvPr id="13" name="TextBox 25">
              <a:extLst>
                <a:ext uri="{FF2B5EF4-FFF2-40B4-BE49-F238E27FC236}">
                  <a16:creationId xmlns:a16="http://schemas.microsoft.com/office/drawing/2014/main" id="{FA17A59B-7BDE-190D-157E-4FA64C62CF5C}"/>
                </a:ext>
              </a:extLst>
            </p:cNvPr>
            <p:cNvSpPr txBox="1"/>
            <p:nvPr/>
          </p:nvSpPr>
          <p:spPr>
            <a:xfrm>
              <a:off x="8860951" y="10350500"/>
              <a:ext cx="2771362" cy="1003300"/>
            </a:xfrm>
            <a:prstGeom prst="rect">
              <a:avLst/>
            </a:prstGeom>
          </p:spPr>
          <p:txBody>
            <a:bodyPr lIns="0" tIns="37254" rIns="0" bIns="37254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altLang="ko-KR" sz="2933" spc="-10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C++ Special Comment</a:t>
              </a:r>
            </a:p>
          </p:txBody>
        </p:sp>
        <p:sp>
          <p:nvSpPr>
            <p:cNvPr id="14" name="TextBox 25">
              <a:extLst>
                <a:ext uri="{FF2B5EF4-FFF2-40B4-BE49-F238E27FC236}">
                  <a16:creationId xmlns:a16="http://schemas.microsoft.com/office/drawing/2014/main" id="{D3733205-5F57-D2A0-AEF8-AE4C5BC24493}"/>
                </a:ext>
              </a:extLst>
            </p:cNvPr>
            <p:cNvSpPr txBox="1"/>
            <p:nvPr/>
          </p:nvSpPr>
          <p:spPr>
            <a:xfrm>
              <a:off x="8860951" y="5600700"/>
              <a:ext cx="2771362" cy="1003300"/>
            </a:xfrm>
            <a:prstGeom prst="rect">
              <a:avLst/>
            </a:prstGeom>
          </p:spPr>
          <p:txBody>
            <a:bodyPr lIns="0" tIns="37254" rIns="0" bIns="37254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altLang="ko-KR" sz="2933" spc="-10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Javadoc style</a:t>
              </a:r>
            </a:p>
          </p:txBody>
        </p:sp>
        <p:pic>
          <p:nvPicPr>
            <p:cNvPr id="16" name="Picture 12">
              <a:extLst>
                <a:ext uri="{FF2B5EF4-FFF2-40B4-BE49-F238E27FC236}">
                  <a16:creationId xmlns:a16="http://schemas.microsoft.com/office/drawing/2014/main" id="{F59D992F-AE47-A017-C1B8-61CD73DE832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t="-1" r="58266" b="-37334"/>
            <a:stretch>
              <a:fillRect/>
            </a:stretch>
          </p:blipFill>
          <p:spPr>
            <a:xfrm>
              <a:off x="8540750" y="6854952"/>
              <a:ext cx="3270250" cy="104648"/>
            </a:xfrm>
            <a:prstGeom prst="rect">
              <a:avLst/>
            </a:prstGeom>
          </p:spPr>
        </p:pic>
        <p:sp>
          <p:nvSpPr>
            <p:cNvPr id="18" name="TextBox 25">
              <a:extLst>
                <a:ext uri="{FF2B5EF4-FFF2-40B4-BE49-F238E27FC236}">
                  <a16:creationId xmlns:a16="http://schemas.microsoft.com/office/drawing/2014/main" id="{0467AECA-EC2F-8EF9-B059-84D46D0B861A}"/>
                </a:ext>
              </a:extLst>
            </p:cNvPr>
            <p:cNvSpPr txBox="1"/>
            <p:nvPr/>
          </p:nvSpPr>
          <p:spPr>
            <a:xfrm>
              <a:off x="8795637" y="7188200"/>
              <a:ext cx="2771362" cy="1003300"/>
            </a:xfrm>
            <a:prstGeom prst="rect">
              <a:avLst/>
            </a:prstGeom>
          </p:spPr>
          <p:txBody>
            <a:bodyPr lIns="0" tIns="37254" rIns="0" bIns="37254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altLang="ko-KR" sz="2933" spc="-10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C++ Special Comment</a:t>
              </a:r>
            </a:p>
          </p:txBody>
        </p:sp>
        <p:sp>
          <p:nvSpPr>
            <p:cNvPr id="22" name="TextBox 25">
              <a:extLst>
                <a:ext uri="{FF2B5EF4-FFF2-40B4-BE49-F238E27FC236}">
                  <a16:creationId xmlns:a16="http://schemas.microsoft.com/office/drawing/2014/main" id="{75B3FCCE-3010-FBC3-FB35-0CE25A6E9029}"/>
                </a:ext>
              </a:extLst>
            </p:cNvPr>
            <p:cNvSpPr txBox="1"/>
            <p:nvPr/>
          </p:nvSpPr>
          <p:spPr>
            <a:xfrm>
              <a:off x="8780351" y="8763508"/>
              <a:ext cx="2771362" cy="1003300"/>
            </a:xfrm>
            <a:prstGeom prst="rect">
              <a:avLst/>
            </a:prstGeom>
          </p:spPr>
          <p:txBody>
            <a:bodyPr lIns="0" tIns="37254" rIns="0" bIns="37254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altLang="ko-KR" sz="2933" spc="-10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Qt style</a:t>
              </a:r>
            </a:p>
          </p:txBody>
        </p:sp>
        <p:pic>
          <p:nvPicPr>
            <p:cNvPr id="23" name="Picture 12">
              <a:extLst>
                <a:ext uri="{FF2B5EF4-FFF2-40B4-BE49-F238E27FC236}">
                  <a16:creationId xmlns:a16="http://schemas.microsoft.com/office/drawing/2014/main" id="{71EEF5D7-B2E3-8489-F5F1-54EA802B4E0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t="-1" r="58266" b="-37334"/>
            <a:stretch>
              <a:fillRect/>
            </a:stretch>
          </p:blipFill>
          <p:spPr>
            <a:xfrm>
              <a:off x="8540750" y="10003282"/>
              <a:ext cx="3270250" cy="1046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85168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1D0FE-9AB2-C844-38A4-BC0F9A6DF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EA680A0-0A43-FC31-9236-141A875C6F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B905ADDE-B706-FC41-6D0A-07D84AC09C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650" y="685800"/>
            <a:ext cx="22618700" cy="123190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C300BDA1-EAA3-8064-95B0-E51AB24E72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1300" y="2260600"/>
            <a:ext cx="21361400" cy="1600200"/>
          </a:xfrm>
          <a:prstGeom prst="rect">
            <a:avLst/>
          </a:prstGeom>
          <a:effectLst>
            <a:outerShdw dist="172329" dir="5400000">
              <a:srgbClr val="E6E6E6">
                <a:alpha val="100000"/>
              </a:srgbClr>
            </a:outerShdw>
          </a:effectLst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8033DF49-20F7-F0EE-6CC4-BB67C277F22E}"/>
              </a:ext>
            </a:extLst>
          </p:cNvPr>
          <p:cNvSpPr txBox="1"/>
          <p:nvPr/>
        </p:nvSpPr>
        <p:spPr>
          <a:xfrm>
            <a:off x="3822700" y="2514600"/>
            <a:ext cx="22618700" cy="1219200"/>
          </a:xfrm>
          <a:prstGeom prst="rect">
            <a:avLst/>
          </a:prstGeom>
        </p:spPr>
        <p:txBody>
          <a:bodyPr lIns="0" tIns="84667" rIns="0" bIns="84667" rtlCol="0" anchor="ctr"/>
          <a:lstStyle/>
          <a:p>
            <a:pPr>
              <a:lnSpc>
                <a:spcPct val="99600"/>
              </a:lnSpc>
            </a:pPr>
            <a:r>
              <a:rPr lang="ko-KR" altLang="en-US" sz="6666" b="0" i="0" u="none" strike="noStrike" dirty="0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Black"/>
              </a:rPr>
              <a:t>주석 스타일 </a:t>
            </a:r>
            <a:r>
              <a:rPr lang="en-US" altLang="ko-KR" sz="6666" b="0" i="0" u="none" strike="noStrike" dirty="0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Black"/>
              </a:rPr>
              <a:t>– </a:t>
            </a:r>
            <a:r>
              <a:rPr lang="en-US" altLang="ko-KR" sz="6000" b="0" i="0" u="none" strike="noStrike" dirty="0" err="1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Black"/>
              </a:rPr>
              <a:t>Doxygen</a:t>
            </a:r>
            <a:r>
              <a:rPr lang="en-US" altLang="ko-KR" sz="6000" b="0" i="0" u="none" strike="noStrike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Black"/>
              </a:rPr>
              <a:t> </a:t>
            </a:r>
            <a:r>
              <a:rPr lang="ko-KR" altLang="en-US" sz="6000" b="0" i="0" u="none" strike="noStrike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Black"/>
              </a:rPr>
              <a:t>주석의</a:t>
            </a:r>
            <a:r>
              <a:rPr lang="en-US" altLang="ko-KR" sz="60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Black"/>
              </a:rPr>
              <a:t> </a:t>
            </a:r>
            <a:r>
              <a:rPr lang="ko-KR" altLang="en-US" sz="60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Black"/>
              </a:rPr>
              <a:t>위치</a:t>
            </a:r>
            <a:endParaRPr lang="en-US" altLang="ko-KR" sz="6000" dirty="0">
              <a:solidFill>
                <a:srgbClr val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Light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C1BBA88-83AA-889D-F26E-00F6E38ADD67}"/>
              </a:ext>
            </a:extLst>
          </p:cNvPr>
          <p:cNvSpPr txBox="1"/>
          <p:nvPr/>
        </p:nvSpPr>
        <p:spPr>
          <a:xfrm>
            <a:off x="10515600" y="685800"/>
            <a:ext cx="3352800" cy="901700"/>
          </a:xfrm>
          <a:prstGeom prst="rect">
            <a:avLst/>
          </a:prstGeom>
        </p:spPr>
        <p:txBody>
          <a:bodyPr lIns="0" tIns="35560" rIns="0" bIns="3556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2800" spc="-100" dirty="0" err="1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Anek Bangla Expanded Bold"/>
              </a:rPr>
              <a:t>Doxygen</a:t>
            </a:r>
            <a:r>
              <a:rPr lang="en-US" altLang="ko-KR" sz="2800" spc="-1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Anek Bangla Expanded Bold"/>
              </a:rPr>
              <a:t> </a:t>
            </a:r>
            <a:r>
              <a:rPr lang="ko-KR" altLang="en-US" sz="2800" spc="-1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Anek Bangla Expanded Bold"/>
              </a:rPr>
              <a:t>발표</a:t>
            </a:r>
            <a:endParaRPr lang="en-US" altLang="ko-KR" sz="2800" spc="-100" dirty="0">
              <a:solidFill>
                <a:srgbClr val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Anek Bangla Expanded Bold"/>
            </a:endParaRPr>
          </a:p>
        </p:txBody>
      </p:sp>
      <p:pic>
        <p:nvPicPr>
          <p:cNvPr id="15" name="Picture 13">
            <a:extLst>
              <a:ext uri="{FF2B5EF4-FFF2-40B4-BE49-F238E27FC236}">
                <a16:creationId xmlns:a16="http://schemas.microsoft.com/office/drawing/2014/main" id="{B542D8E8-48C7-542F-3421-4AE975DCA8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7865" y="1828800"/>
            <a:ext cx="1892300" cy="2489200"/>
          </a:xfrm>
          <a:prstGeom prst="rect">
            <a:avLst/>
          </a:prstGeom>
        </p:spPr>
      </p:pic>
      <p:pic>
        <p:nvPicPr>
          <p:cNvPr id="48" name="Picture 5">
            <a:extLst>
              <a:ext uri="{FF2B5EF4-FFF2-40B4-BE49-F238E27FC236}">
                <a16:creationId xmlns:a16="http://schemas.microsoft.com/office/drawing/2014/main" id="{A1617D20-9F05-DF1E-204C-246A48C96E3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7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11300" y="4749800"/>
            <a:ext cx="21361400" cy="6477000"/>
          </a:xfrm>
          <a:prstGeom prst="rect">
            <a:avLst/>
          </a:prstGeom>
        </p:spPr>
      </p:pic>
      <p:sp>
        <p:nvSpPr>
          <p:cNvPr id="50" name="TextBox 11">
            <a:extLst>
              <a:ext uri="{FF2B5EF4-FFF2-40B4-BE49-F238E27FC236}">
                <a16:creationId xmlns:a16="http://schemas.microsoft.com/office/drawing/2014/main" id="{042661D4-D8AB-6887-C295-B518FC518CCF}"/>
              </a:ext>
            </a:extLst>
          </p:cNvPr>
          <p:cNvSpPr txBox="1"/>
          <p:nvPr/>
        </p:nvSpPr>
        <p:spPr>
          <a:xfrm>
            <a:off x="2387600" y="6667500"/>
            <a:ext cx="19723100" cy="5016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57700"/>
              </a:lnSpc>
            </a:pPr>
            <a:endParaRPr lang="en-US" sz="3066" b="0" i="0" u="none" strike="noStrike" spc="-100" dirty="0">
              <a:solidFill>
                <a:srgbClr val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Pretendard Medium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44425569-3EA7-4A89-4270-851033C74BAF}"/>
              </a:ext>
            </a:extLst>
          </p:cNvPr>
          <p:cNvGrpSpPr/>
          <p:nvPr/>
        </p:nvGrpSpPr>
        <p:grpSpPr>
          <a:xfrm>
            <a:off x="6546881" y="11633200"/>
            <a:ext cx="11280495" cy="787400"/>
            <a:chOff x="6546881" y="11633200"/>
            <a:chExt cx="11280495" cy="787400"/>
          </a:xfrm>
        </p:grpSpPr>
        <p:pic>
          <p:nvPicPr>
            <p:cNvPr id="52" name="Picture 6">
              <a:extLst>
                <a:ext uri="{FF2B5EF4-FFF2-40B4-BE49-F238E27FC236}">
                  <a16:creationId xmlns:a16="http://schemas.microsoft.com/office/drawing/2014/main" id="{ECFAD585-F56D-F441-9599-132C1713B27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alphaModFix amt="70000"/>
            </a:blip>
            <a:stretch>
              <a:fillRect/>
            </a:stretch>
          </p:blipFill>
          <p:spPr>
            <a:xfrm>
              <a:off x="7553161" y="11633200"/>
              <a:ext cx="447839" cy="330200"/>
            </a:xfrm>
            <a:prstGeom prst="rect">
              <a:avLst/>
            </a:prstGeom>
          </p:spPr>
        </p:pic>
        <p:pic>
          <p:nvPicPr>
            <p:cNvPr id="53" name="Picture 7">
              <a:extLst>
                <a:ext uri="{FF2B5EF4-FFF2-40B4-BE49-F238E27FC236}">
                  <a16:creationId xmlns:a16="http://schemas.microsoft.com/office/drawing/2014/main" id="{C1D04DD3-2983-D173-0073-462A49185FF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alphaModFix amt="70000"/>
            </a:blip>
            <a:stretch>
              <a:fillRect/>
            </a:stretch>
          </p:blipFill>
          <p:spPr>
            <a:xfrm>
              <a:off x="16306800" y="11633200"/>
              <a:ext cx="447839" cy="330200"/>
            </a:xfrm>
            <a:prstGeom prst="rect">
              <a:avLst/>
            </a:prstGeom>
          </p:spPr>
        </p:pic>
        <p:sp>
          <p:nvSpPr>
            <p:cNvPr id="54" name="TextBox 12">
              <a:extLst>
                <a:ext uri="{FF2B5EF4-FFF2-40B4-BE49-F238E27FC236}">
                  <a16:creationId xmlns:a16="http://schemas.microsoft.com/office/drawing/2014/main" id="{DCC279EA-B387-1F58-D696-ED8F3E7D9EE9}"/>
                </a:ext>
              </a:extLst>
            </p:cNvPr>
            <p:cNvSpPr txBox="1"/>
            <p:nvPr/>
          </p:nvSpPr>
          <p:spPr>
            <a:xfrm>
              <a:off x="6546881" y="11684000"/>
              <a:ext cx="11280495" cy="736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32800"/>
                </a:lnSpc>
              </a:pPr>
              <a:r>
                <a:rPr lang="ko-KR" altLang="en-US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Bold"/>
                </a:rPr>
                <a:t>문서화하려는 코드 요소와 연결되는 위치에 작성한다</a:t>
              </a:r>
              <a:r>
                <a:rPr lang="en-US" altLang="ko-KR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Bold"/>
                </a:rPr>
                <a:t>.</a:t>
              </a:r>
            </a:p>
          </p:txBody>
        </p:sp>
      </p:grp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488EF155-3734-B012-93A2-1F93D1A83B2E}"/>
              </a:ext>
            </a:extLst>
          </p:cNvPr>
          <p:cNvGrpSpPr/>
          <p:nvPr/>
        </p:nvGrpSpPr>
        <p:grpSpPr>
          <a:xfrm>
            <a:off x="7296913" y="4953000"/>
            <a:ext cx="4776878" cy="5894224"/>
            <a:chOff x="7296913" y="4953000"/>
            <a:chExt cx="4776878" cy="5894224"/>
          </a:xfrm>
        </p:grpSpPr>
        <p:pic>
          <p:nvPicPr>
            <p:cNvPr id="86" name="그림 85">
              <a:extLst>
                <a:ext uri="{FF2B5EF4-FFF2-40B4-BE49-F238E27FC236}">
                  <a16:creationId xmlns:a16="http://schemas.microsoft.com/office/drawing/2014/main" id="{864C0947-19C3-E663-A03B-24C1989DA60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296913" y="5638800"/>
              <a:ext cx="4776878" cy="5208424"/>
            </a:xfrm>
            <a:prstGeom prst="rect">
              <a:avLst/>
            </a:prstGeom>
            <a:ln w="38100">
              <a:solidFill>
                <a:schemeClr val="bg1">
                  <a:lumMod val="50000"/>
                </a:schemeClr>
              </a:solidFill>
            </a:ln>
          </p:spPr>
        </p:pic>
        <p:grpSp>
          <p:nvGrpSpPr>
            <p:cNvPr id="78" name="그룹 77">
              <a:extLst>
                <a:ext uri="{FF2B5EF4-FFF2-40B4-BE49-F238E27FC236}">
                  <a16:creationId xmlns:a16="http://schemas.microsoft.com/office/drawing/2014/main" id="{FFDBE568-211A-C04D-02C5-421DAB8166C6}"/>
                </a:ext>
              </a:extLst>
            </p:cNvPr>
            <p:cNvGrpSpPr/>
            <p:nvPr/>
          </p:nvGrpSpPr>
          <p:grpSpPr>
            <a:xfrm>
              <a:off x="7526632" y="6995756"/>
              <a:ext cx="4371745" cy="2300646"/>
              <a:chOff x="7611246" y="6736518"/>
              <a:chExt cx="5808237" cy="2575598"/>
            </a:xfrm>
          </p:grpSpPr>
          <p:pic>
            <p:nvPicPr>
              <p:cNvPr id="58" name="그림 57">
                <a:extLst>
                  <a:ext uri="{FF2B5EF4-FFF2-40B4-BE49-F238E27FC236}">
                    <a16:creationId xmlns:a16="http://schemas.microsoft.com/office/drawing/2014/main" id="{57283C20-9694-FEA6-8BE0-C9A981DD00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7611246" y="6736518"/>
                <a:ext cx="5808237" cy="2575598"/>
              </a:xfrm>
              <a:prstGeom prst="rect">
                <a:avLst/>
              </a:prstGeom>
            </p:spPr>
          </p:pic>
          <p:sp>
            <p:nvSpPr>
              <p:cNvPr id="69" name="직사각형 68">
                <a:extLst>
                  <a:ext uri="{FF2B5EF4-FFF2-40B4-BE49-F238E27FC236}">
                    <a16:creationId xmlns:a16="http://schemas.microsoft.com/office/drawing/2014/main" id="{9EC76CC7-8EE5-EA58-DFAB-5450B064EA08}"/>
                  </a:ext>
                </a:extLst>
              </p:cNvPr>
              <p:cNvSpPr/>
              <p:nvPr/>
            </p:nvSpPr>
            <p:spPr>
              <a:xfrm>
                <a:off x="7711140" y="6772697"/>
                <a:ext cx="5623285" cy="1259814"/>
              </a:xfrm>
              <a:prstGeom prst="rect">
                <a:avLst/>
              </a:prstGeom>
              <a:noFill/>
              <a:ln w="28575" cap="flat" cmpd="sng" algn="ctr">
                <a:solidFill>
                  <a:srgbClr val="FF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 sz="4000" dirty="0"/>
              </a:p>
            </p:txBody>
          </p:sp>
        </p:grp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EF99F944-8263-87AD-8571-3D6C4BBF0A8F}"/>
                </a:ext>
              </a:extLst>
            </p:cNvPr>
            <p:cNvSpPr txBox="1"/>
            <p:nvPr/>
          </p:nvSpPr>
          <p:spPr>
            <a:xfrm>
              <a:off x="8446689" y="4953000"/>
              <a:ext cx="2379230" cy="5436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>
                <a:lnSpc>
                  <a:spcPct val="99600"/>
                </a:lnSpc>
              </a:pPr>
              <a:r>
                <a:rPr lang="ko-KR" altLang="en-US" sz="2933" spc="-10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클래스</a:t>
              </a:r>
              <a:endParaRPr lang="en-US" altLang="ko-KR" sz="2933" spc="-1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Regular"/>
              </a:endParaRPr>
            </a:p>
          </p:txBody>
        </p:sp>
      </p:grp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9F5FE9E4-55C9-70FA-69D5-3C71303EA1B9}"/>
              </a:ext>
            </a:extLst>
          </p:cNvPr>
          <p:cNvGrpSpPr/>
          <p:nvPr/>
        </p:nvGrpSpPr>
        <p:grpSpPr>
          <a:xfrm>
            <a:off x="12385218" y="4953000"/>
            <a:ext cx="9865182" cy="5894224"/>
            <a:chOff x="12385218" y="4953000"/>
            <a:chExt cx="9865182" cy="5894224"/>
          </a:xfrm>
        </p:grpSpPr>
        <p:grpSp>
          <p:nvGrpSpPr>
            <p:cNvPr id="101" name="그룹 100">
              <a:extLst>
                <a:ext uri="{FF2B5EF4-FFF2-40B4-BE49-F238E27FC236}">
                  <a16:creationId xmlns:a16="http://schemas.microsoft.com/office/drawing/2014/main" id="{36CB3B8F-169D-CA77-BCFD-4431A716CD1E}"/>
                </a:ext>
              </a:extLst>
            </p:cNvPr>
            <p:cNvGrpSpPr/>
            <p:nvPr/>
          </p:nvGrpSpPr>
          <p:grpSpPr>
            <a:xfrm>
              <a:off x="12385218" y="5638800"/>
              <a:ext cx="4776878" cy="5208424"/>
              <a:chOff x="12385218" y="5638800"/>
              <a:chExt cx="4776878" cy="5208424"/>
            </a:xfrm>
          </p:grpSpPr>
          <p:pic>
            <p:nvPicPr>
              <p:cNvPr id="87" name="그림 86">
                <a:extLst>
                  <a:ext uri="{FF2B5EF4-FFF2-40B4-BE49-F238E27FC236}">
                    <a16:creationId xmlns:a16="http://schemas.microsoft.com/office/drawing/2014/main" id="{2913789E-076F-861B-201F-52D9DEB2C3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2385218" y="5638800"/>
                <a:ext cx="4776878" cy="5208424"/>
              </a:xfrm>
              <a:prstGeom prst="rect">
                <a:avLst/>
              </a:prstGeom>
              <a:ln w="38100">
                <a:solidFill>
                  <a:schemeClr val="bg1">
                    <a:lumMod val="50000"/>
                  </a:schemeClr>
                </a:solidFill>
              </a:ln>
            </p:spPr>
          </p:pic>
          <p:grpSp>
            <p:nvGrpSpPr>
              <p:cNvPr id="90" name="그룹 89">
                <a:extLst>
                  <a:ext uri="{FF2B5EF4-FFF2-40B4-BE49-F238E27FC236}">
                    <a16:creationId xmlns:a16="http://schemas.microsoft.com/office/drawing/2014/main" id="{1D98A38F-F66E-EB60-3FC2-CD3F4DD641DA}"/>
                  </a:ext>
                </a:extLst>
              </p:cNvPr>
              <p:cNvGrpSpPr/>
              <p:nvPr/>
            </p:nvGrpSpPr>
            <p:grpSpPr>
              <a:xfrm>
                <a:off x="12555778" y="6846491"/>
                <a:ext cx="4435757" cy="1764103"/>
                <a:chOff x="13517312" y="6528464"/>
                <a:chExt cx="4876092" cy="1707512"/>
              </a:xfrm>
            </p:grpSpPr>
            <p:pic>
              <p:nvPicPr>
                <p:cNvPr id="60" name="그림 59">
                  <a:extLst>
                    <a:ext uri="{FF2B5EF4-FFF2-40B4-BE49-F238E27FC236}">
                      <a16:creationId xmlns:a16="http://schemas.microsoft.com/office/drawing/2014/main" id="{8FD6E4B2-0383-1107-1B85-8E8D919209D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3517312" y="6528464"/>
                  <a:ext cx="4876092" cy="1707512"/>
                </a:xfrm>
                <a:prstGeom prst="rect">
                  <a:avLst/>
                </a:prstGeom>
              </p:spPr>
            </p:pic>
            <p:sp>
              <p:nvSpPr>
                <p:cNvPr id="70" name="직사각형 69">
                  <a:extLst>
                    <a:ext uri="{FF2B5EF4-FFF2-40B4-BE49-F238E27FC236}">
                      <a16:creationId xmlns:a16="http://schemas.microsoft.com/office/drawing/2014/main" id="{BAD0043C-7C62-DFFF-15F7-61DF2784DCF1}"/>
                    </a:ext>
                  </a:extLst>
                </p:cNvPr>
                <p:cNvSpPr/>
                <p:nvPr/>
              </p:nvSpPr>
              <p:spPr>
                <a:xfrm>
                  <a:off x="13787589" y="6738871"/>
                  <a:ext cx="3311123" cy="685800"/>
                </a:xfrm>
                <a:prstGeom prst="rect">
                  <a:avLst/>
                </a:prstGeom>
                <a:noFill/>
                <a:ln w="28575" cap="flat" cmpd="sng" algn="ctr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6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4000" dirty="0"/>
                </a:p>
              </p:txBody>
            </p:sp>
          </p:grpSp>
        </p:grpSp>
        <p:pic>
          <p:nvPicPr>
            <p:cNvPr id="88" name="그림 87">
              <a:extLst>
                <a:ext uri="{FF2B5EF4-FFF2-40B4-BE49-F238E27FC236}">
                  <a16:creationId xmlns:a16="http://schemas.microsoft.com/office/drawing/2014/main" id="{3B947C5F-B200-CA73-6F5D-1FFF16854A3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7473522" y="5638800"/>
              <a:ext cx="4776878" cy="5208424"/>
            </a:xfrm>
            <a:prstGeom prst="rect">
              <a:avLst/>
            </a:prstGeom>
            <a:ln w="38100">
              <a:solidFill>
                <a:schemeClr val="bg1">
                  <a:lumMod val="50000"/>
                </a:schemeClr>
              </a:solidFill>
            </a:ln>
          </p:spPr>
        </p:pic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BA930F3A-E196-9FE7-29B7-AF37B5EA8D4D}"/>
                </a:ext>
              </a:extLst>
            </p:cNvPr>
            <p:cNvSpPr txBox="1"/>
            <p:nvPr/>
          </p:nvSpPr>
          <p:spPr>
            <a:xfrm>
              <a:off x="16105694" y="4953000"/>
              <a:ext cx="2379230" cy="5436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>
                <a:lnSpc>
                  <a:spcPct val="99600"/>
                </a:lnSpc>
              </a:pPr>
              <a:r>
                <a:rPr lang="ko-KR" altLang="en-US" sz="2933" spc="-10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변수</a:t>
              </a:r>
              <a:endParaRPr lang="en-US" altLang="ko-KR" sz="2933" spc="-1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Regular"/>
              </a:endParaRPr>
            </a:p>
          </p:txBody>
        </p:sp>
      </p:grpSp>
      <p:grpSp>
        <p:nvGrpSpPr>
          <p:cNvPr id="99" name="그룹 98">
            <a:extLst>
              <a:ext uri="{FF2B5EF4-FFF2-40B4-BE49-F238E27FC236}">
                <a16:creationId xmlns:a16="http://schemas.microsoft.com/office/drawing/2014/main" id="{5854F317-4616-0883-C07A-7A2B3E40D066}"/>
              </a:ext>
            </a:extLst>
          </p:cNvPr>
          <p:cNvGrpSpPr/>
          <p:nvPr/>
        </p:nvGrpSpPr>
        <p:grpSpPr>
          <a:xfrm>
            <a:off x="2208608" y="4953000"/>
            <a:ext cx="4970668" cy="6033770"/>
            <a:chOff x="2208608" y="4953000"/>
            <a:chExt cx="4970668" cy="6033770"/>
          </a:xfrm>
        </p:grpSpPr>
        <p:pic>
          <p:nvPicPr>
            <p:cNvPr id="64" name="그림 63">
              <a:extLst>
                <a:ext uri="{FF2B5EF4-FFF2-40B4-BE49-F238E27FC236}">
                  <a16:creationId xmlns:a16="http://schemas.microsoft.com/office/drawing/2014/main" id="{F2B4407D-C6EB-3F9E-87CB-C4128EDA69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208608" y="5638800"/>
              <a:ext cx="4776878" cy="5208424"/>
            </a:xfrm>
            <a:prstGeom prst="rect">
              <a:avLst/>
            </a:prstGeom>
            <a:ln w="38100">
              <a:solidFill>
                <a:schemeClr val="bg1">
                  <a:lumMod val="50000"/>
                </a:schemeClr>
              </a:solidFill>
            </a:ln>
          </p:spPr>
        </p:pic>
        <p:pic>
          <p:nvPicPr>
            <p:cNvPr id="56" name="그림 55">
              <a:extLst>
                <a:ext uri="{FF2B5EF4-FFF2-40B4-BE49-F238E27FC236}">
                  <a16:creationId xmlns:a16="http://schemas.microsoft.com/office/drawing/2014/main" id="{04E0831E-36A7-FE00-2F05-DD4F50BA00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2390925" y="7057411"/>
              <a:ext cx="4542481" cy="2543789"/>
            </a:xfrm>
            <a:prstGeom prst="rect">
              <a:avLst/>
            </a:prstGeom>
          </p:spPr>
        </p:pic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8D5E8AF5-C2C8-B1CF-2FD5-6C63B9C38CFC}"/>
                </a:ext>
              </a:extLst>
            </p:cNvPr>
            <p:cNvSpPr/>
            <p:nvPr/>
          </p:nvSpPr>
          <p:spPr>
            <a:xfrm>
              <a:off x="2430703" y="7057411"/>
              <a:ext cx="4237560" cy="1189669"/>
            </a:xfrm>
            <a:prstGeom prst="rect">
              <a:avLst/>
            </a:prstGeom>
            <a:noFill/>
            <a:ln w="28575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ko-KR" altLang="en-US" sz="4000" dirty="0"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31C2C3D6-BF8E-146D-13D2-B77B0C22FBAC}"/>
                </a:ext>
              </a:extLst>
            </p:cNvPr>
            <p:cNvSpPr txBox="1"/>
            <p:nvPr/>
          </p:nvSpPr>
          <p:spPr>
            <a:xfrm>
              <a:off x="3283668" y="4953000"/>
              <a:ext cx="2379230" cy="5436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>
                <a:lnSpc>
                  <a:spcPct val="99600"/>
                </a:lnSpc>
              </a:pPr>
              <a:r>
                <a:rPr lang="ko-KR" altLang="en-US" sz="2933" spc="-10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함수</a:t>
              </a:r>
              <a:endParaRPr lang="en-US" altLang="ko-KR" sz="2933" spc="-1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Regular"/>
              </a:endParaRPr>
            </a:p>
          </p:txBody>
        </p:sp>
        <p:pic>
          <p:nvPicPr>
            <p:cNvPr id="97" name="Picture 10">
              <a:extLst>
                <a:ext uri="{FF2B5EF4-FFF2-40B4-BE49-F238E27FC236}">
                  <a16:creationId xmlns:a16="http://schemas.microsoft.com/office/drawing/2014/main" id="{D7705DDA-1C49-018E-43E4-D7E504CACCA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rcRect l="24960" t="8333"/>
            <a:stretch>
              <a:fillRect/>
            </a:stretch>
          </p:blipFill>
          <p:spPr>
            <a:xfrm rot="5400000">
              <a:off x="4204301" y="8011795"/>
              <a:ext cx="5880100" cy="69850"/>
            </a:xfrm>
            <a:prstGeom prst="rect">
              <a:avLst/>
            </a:prstGeom>
          </p:spPr>
        </p:pic>
      </p:grpSp>
      <p:pic>
        <p:nvPicPr>
          <p:cNvPr id="98" name="Picture 10">
            <a:extLst>
              <a:ext uri="{FF2B5EF4-FFF2-40B4-BE49-F238E27FC236}">
                <a16:creationId xmlns:a16="http://schemas.microsoft.com/office/drawing/2014/main" id="{9BBB4CCF-1449-1067-4C39-3FB6AEAC5914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24960" t="8333"/>
          <a:stretch>
            <a:fillRect/>
          </a:stretch>
        </p:blipFill>
        <p:spPr>
          <a:xfrm rot="5400000">
            <a:off x="9297243" y="8011795"/>
            <a:ext cx="5880100" cy="69850"/>
          </a:xfrm>
          <a:prstGeom prst="rect">
            <a:avLst/>
          </a:prstGeom>
        </p:spPr>
      </p:pic>
      <p:pic>
        <p:nvPicPr>
          <p:cNvPr id="105" name="그림 104">
            <a:extLst>
              <a:ext uri="{FF2B5EF4-FFF2-40B4-BE49-F238E27FC236}">
                <a16:creationId xmlns:a16="http://schemas.microsoft.com/office/drawing/2014/main" id="{89999AB4-0E27-CDB1-D088-3E50C9EA39B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7702351" y="7423512"/>
            <a:ext cx="4376587" cy="1072788"/>
          </a:xfrm>
          <a:prstGeom prst="rect">
            <a:avLst/>
          </a:prstGeom>
        </p:spPr>
      </p:pic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08F4B4BC-A79B-7098-ADFD-3A49E9CF29FC}"/>
              </a:ext>
            </a:extLst>
          </p:cNvPr>
          <p:cNvSpPr/>
          <p:nvPr/>
        </p:nvSpPr>
        <p:spPr>
          <a:xfrm>
            <a:off x="20204922" y="7590735"/>
            <a:ext cx="1874016" cy="708529"/>
          </a:xfrm>
          <a:prstGeom prst="rect">
            <a:avLst/>
          </a:prstGeom>
          <a:noFill/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348928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A265E-071A-B78E-5A8C-041047B83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CB214953-7571-7DA7-F24E-5F4466B8BF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BF26DC64-1D66-4E17-6EFF-7E15B33D9B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650" y="685800"/>
            <a:ext cx="22618700" cy="123190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0C98052C-7BEA-EC01-DBE8-A16F15D45B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1300" y="2260600"/>
            <a:ext cx="21361400" cy="1600200"/>
          </a:xfrm>
          <a:prstGeom prst="rect">
            <a:avLst/>
          </a:prstGeom>
          <a:effectLst>
            <a:outerShdw dist="172329" dir="5400000">
              <a:srgbClr val="E6E6E6">
                <a:alpha val="100000"/>
              </a:srgbClr>
            </a:outerShdw>
          </a:effectLst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D1B6E186-8392-C305-D9E6-ED0A26D6F18F}"/>
              </a:ext>
            </a:extLst>
          </p:cNvPr>
          <p:cNvSpPr txBox="1"/>
          <p:nvPr/>
        </p:nvSpPr>
        <p:spPr>
          <a:xfrm>
            <a:off x="3822700" y="2514600"/>
            <a:ext cx="22618700" cy="1219200"/>
          </a:xfrm>
          <a:prstGeom prst="rect">
            <a:avLst/>
          </a:prstGeom>
        </p:spPr>
        <p:txBody>
          <a:bodyPr lIns="0" tIns="84667" rIns="0" bIns="84667" rtlCol="0" anchor="ctr"/>
          <a:lstStyle/>
          <a:p>
            <a:pPr>
              <a:lnSpc>
                <a:spcPct val="99600"/>
              </a:lnSpc>
            </a:pPr>
            <a:r>
              <a:rPr lang="ko-KR" altLang="en-US" sz="6666" b="0" i="0" u="none" strike="noStrike" dirty="0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Black"/>
              </a:rPr>
              <a:t>주석 스타일 </a:t>
            </a:r>
            <a:r>
              <a:rPr lang="en-US" altLang="ko-KR" sz="6666" b="0" i="0" u="none" strike="noStrike" dirty="0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Black"/>
              </a:rPr>
              <a:t>– </a:t>
            </a:r>
            <a:r>
              <a:rPr lang="en-US" altLang="ko-KR" sz="6000" b="0" i="0" u="none" strike="noStrike" dirty="0" err="1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Black"/>
              </a:rPr>
              <a:t>D</a:t>
            </a:r>
            <a:r>
              <a:rPr lang="en-US" altLang="ko-KR" sz="6000" dirty="0" err="1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Black"/>
              </a:rPr>
              <a:t>oxygen</a:t>
            </a:r>
            <a:r>
              <a:rPr lang="en-US" altLang="ko-KR" sz="60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Black"/>
              </a:rPr>
              <a:t> </a:t>
            </a:r>
            <a:r>
              <a:rPr lang="ko-KR" altLang="en-US" sz="60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Black"/>
              </a:rPr>
              <a:t>주석의 </a:t>
            </a:r>
            <a:r>
              <a:rPr lang="ko-KR" altLang="en-US" sz="6000" b="0" i="0" u="none" strike="noStrike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Black"/>
              </a:rPr>
              <a:t>잘못된 예시</a:t>
            </a:r>
            <a:endParaRPr lang="en-US" altLang="ko-KR" sz="6000" dirty="0">
              <a:solidFill>
                <a:srgbClr val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Light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8E71B3AC-3FE0-5FA2-692D-8ECA0A24BE91}"/>
              </a:ext>
            </a:extLst>
          </p:cNvPr>
          <p:cNvSpPr txBox="1"/>
          <p:nvPr/>
        </p:nvSpPr>
        <p:spPr>
          <a:xfrm>
            <a:off x="10515600" y="685800"/>
            <a:ext cx="3352800" cy="901700"/>
          </a:xfrm>
          <a:prstGeom prst="rect">
            <a:avLst/>
          </a:prstGeom>
        </p:spPr>
        <p:txBody>
          <a:bodyPr lIns="0" tIns="35560" rIns="0" bIns="3556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2800" spc="-100" dirty="0" err="1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Anek Bangla Expanded Bold"/>
              </a:rPr>
              <a:t>Doxygen</a:t>
            </a:r>
            <a:r>
              <a:rPr lang="en-US" altLang="ko-KR" sz="2800" spc="-1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Anek Bangla Expanded Bold"/>
              </a:rPr>
              <a:t> </a:t>
            </a:r>
            <a:r>
              <a:rPr lang="ko-KR" altLang="en-US" sz="2800" spc="-1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Anek Bangla Expanded Bold"/>
              </a:rPr>
              <a:t>발표</a:t>
            </a:r>
            <a:endParaRPr lang="en-US" altLang="ko-KR" sz="2800" spc="-100" dirty="0">
              <a:solidFill>
                <a:srgbClr val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Anek Bangla Expanded Bold"/>
            </a:endParaRPr>
          </a:p>
        </p:txBody>
      </p:sp>
      <p:pic>
        <p:nvPicPr>
          <p:cNvPr id="15" name="Picture 13">
            <a:extLst>
              <a:ext uri="{FF2B5EF4-FFF2-40B4-BE49-F238E27FC236}">
                <a16:creationId xmlns:a16="http://schemas.microsoft.com/office/drawing/2014/main" id="{7C442537-3141-B0C0-2153-40983A4057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7865" y="1828800"/>
            <a:ext cx="1892300" cy="2489200"/>
          </a:xfrm>
          <a:prstGeom prst="rect">
            <a:avLst/>
          </a:prstGeom>
        </p:spPr>
      </p:pic>
      <p:pic>
        <p:nvPicPr>
          <p:cNvPr id="48" name="Picture 5">
            <a:extLst>
              <a:ext uri="{FF2B5EF4-FFF2-40B4-BE49-F238E27FC236}">
                <a16:creationId xmlns:a16="http://schemas.microsoft.com/office/drawing/2014/main" id="{80B43DE4-759D-80EC-FC52-00CDABCEB98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7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11300" y="4749800"/>
            <a:ext cx="21361400" cy="6477000"/>
          </a:xfrm>
          <a:prstGeom prst="rect">
            <a:avLst/>
          </a:prstGeom>
        </p:spPr>
      </p:pic>
      <p:sp>
        <p:nvSpPr>
          <p:cNvPr id="50" name="TextBox 11">
            <a:extLst>
              <a:ext uri="{FF2B5EF4-FFF2-40B4-BE49-F238E27FC236}">
                <a16:creationId xmlns:a16="http://schemas.microsoft.com/office/drawing/2014/main" id="{6AB7555B-6B4E-ED9C-9B65-1E9ACF9D132B}"/>
              </a:ext>
            </a:extLst>
          </p:cNvPr>
          <p:cNvSpPr txBox="1"/>
          <p:nvPr/>
        </p:nvSpPr>
        <p:spPr>
          <a:xfrm>
            <a:off x="2387600" y="6667500"/>
            <a:ext cx="19723100" cy="5016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57700"/>
              </a:lnSpc>
            </a:pPr>
            <a:endParaRPr lang="en-US" sz="3066" b="0" i="0" u="none" strike="noStrike" spc="-100" dirty="0">
              <a:solidFill>
                <a:srgbClr val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Pretendard Medium"/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F32F8A97-233E-DF4D-C8CE-D0911D5F8D84}"/>
              </a:ext>
            </a:extLst>
          </p:cNvPr>
          <p:cNvGrpSpPr/>
          <p:nvPr/>
        </p:nvGrpSpPr>
        <p:grpSpPr>
          <a:xfrm>
            <a:off x="6546881" y="11480800"/>
            <a:ext cx="11280495" cy="939800"/>
            <a:chOff x="6546881" y="11480800"/>
            <a:chExt cx="11280495" cy="939800"/>
          </a:xfrm>
        </p:grpSpPr>
        <p:pic>
          <p:nvPicPr>
            <p:cNvPr id="52" name="Picture 6">
              <a:extLst>
                <a:ext uri="{FF2B5EF4-FFF2-40B4-BE49-F238E27FC236}">
                  <a16:creationId xmlns:a16="http://schemas.microsoft.com/office/drawing/2014/main" id="{4A0BE077-18E6-054E-B032-2073DC15EB9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alphaModFix amt="70000"/>
            </a:blip>
            <a:stretch>
              <a:fillRect/>
            </a:stretch>
          </p:blipFill>
          <p:spPr>
            <a:xfrm>
              <a:off x="6858000" y="11480800"/>
              <a:ext cx="447839" cy="330200"/>
            </a:xfrm>
            <a:prstGeom prst="rect">
              <a:avLst/>
            </a:prstGeom>
          </p:spPr>
        </p:pic>
        <p:pic>
          <p:nvPicPr>
            <p:cNvPr id="53" name="Picture 7">
              <a:extLst>
                <a:ext uri="{FF2B5EF4-FFF2-40B4-BE49-F238E27FC236}">
                  <a16:creationId xmlns:a16="http://schemas.microsoft.com/office/drawing/2014/main" id="{F70B92A5-F155-08E4-F0F1-A1853ED2978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alphaModFix amt="70000"/>
            </a:blip>
            <a:stretch>
              <a:fillRect/>
            </a:stretch>
          </p:blipFill>
          <p:spPr>
            <a:xfrm>
              <a:off x="17001961" y="11480800"/>
              <a:ext cx="447839" cy="330200"/>
            </a:xfrm>
            <a:prstGeom prst="rect">
              <a:avLst/>
            </a:prstGeom>
          </p:spPr>
        </p:pic>
        <p:sp>
          <p:nvSpPr>
            <p:cNvPr id="54" name="TextBox 12">
              <a:extLst>
                <a:ext uri="{FF2B5EF4-FFF2-40B4-BE49-F238E27FC236}">
                  <a16:creationId xmlns:a16="http://schemas.microsoft.com/office/drawing/2014/main" id="{D776FCD2-4A16-B280-AEB7-38DF376684CA}"/>
                </a:ext>
              </a:extLst>
            </p:cNvPr>
            <p:cNvSpPr txBox="1"/>
            <p:nvPr/>
          </p:nvSpPr>
          <p:spPr>
            <a:xfrm>
              <a:off x="6546881" y="11684000"/>
              <a:ext cx="11280495" cy="736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32800"/>
                </a:lnSpc>
              </a:pPr>
              <a:r>
                <a:rPr lang="ko-KR" altLang="en-US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Bold"/>
                </a:rPr>
                <a:t>문서화 주석은 </a:t>
              </a:r>
              <a:r>
                <a:rPr lang="en-US" altLang="ko-KR" sz="28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Bold"/>
                </a:rPr>
                <a:t>Doxygen</a:t>
              </a:r>
              <a:r>
                <a:rPr lang="ko-KR" altLang="en-US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Bold"/>
                </a:rPr>
                <a:t>이 인식할 수 있는 형태로 작성하고</a:t>
              </a:r>
              <a:r>
                <a:rPr lang="en-US" altLang="ko-KR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Bold"/>
                </a:rPr>
                <a:t>, </a:t>
              </a:r>
            </a:p>
            <a:p>
              <a:pPr lvl="0" algn="ctr">
                <a:lnSpc>
                  <a:spcPct val="132800"/>
                </a:lnSpc>
              </a:pPr>
              <a:r>
                <a:rPr lang="ko-KR" altLang="en-US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Bold"/>
                </a:rPr>
                <a:t>문서화 대상과 연결되도록 배치해야 한다</a:t>
              </a:r>
              <a:r>
                <a:rPr lang="en-US" altLang="ko-KR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Bold"/>
                </a:rPr>
                <a:t>.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2F3EFD4E-58F3-7109-862F-AE70221D38D6}"/>
              </a:ext>
            </a:extLst>
          </p:cNvPr>
          <p:cNvGrpSpPr/>
          <p:nvPr/>
        </p:nvGrpSpPr>
        <p:grpSpPr>
          <a:xfrm>
            <a:off x="10210800" y="5029200"/>
            <a:ext cx="3895192" cy="707886"/>
            <a:chOff x="10228270" y="4904505"/>
            <a:chExt cx="3895192" cy="707886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2837078-B989-D358-CF35-F52538BDE1EE}"/>
                </a:ext>
              </a:extLst>
            </p:cNvPr>
            <p:cNvSpPr txBox="1"/>
            <p:nvPr/>
          </p:nvSpPr>
          <p:spPr>
            <a:xfrm>
              <a:off x="10228270" y="4904505"/>
              <a:ext cx="3895192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>
                <a:lnSpc>
                  <a:spcPct val="99600"/>
                </a:lnSpc>
              </a:pPr>
              <a:r>
                <a:rPr lang="ko-KR" altLang="en-US" sz="4000" b="1" spc="-10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잘못된 예시</a:t>
              </a:r>
              <a:endParaRPr lang="en-US" altLang="ko-KR" sz="4000" b="1" spc="-1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Regular"/>
              </a:endParaRPr>
            </a:p>
          </p:txBody>
        </p:sp>
        <p:pic>
          <p:nvPicPr>
            <p:cNvPr id="37" name="그래픽 36" descr="닫기 단색으로 채워진">
              <a:extLst>
                <a:ext uri="{FF2B5EF4-FFF2-40B4-BE49-F238E27FC236}">
                  <a16:creationId xmlns:a16="http://schemas.microsoft.com/office/drawing/2014/main" id="{811AC955-6186-C756-4D25-78E77D1CAE2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272052" y="4907280"/>
              <a:ext cx="624548" cy="624548"/>
            </a:xfrm>
            <a:prstGeom prst="rect">
              <a:avLst/>
            </a:prstGeom>
          </p:spPr>
        </p:pic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9D0BA8C1-C3DE-367B-2DE8-F0ADA3C30721}"/>
              </a:ext>
            </a:extLst>
          </p:cNvPr>
          <p:cNvGrpSpPr/>
          <p:nvPr/>
        </p:nvGrpSpPr>
        <p:grpSpPr>
          <a:xfrm>
            <a:off x="3581400" y="6054652"/>
            <a:ext cx="4725592" cy="3200400"/>
            <a:chOff x="2209800" y="5900420"/>
            <a:chExt cx="4725592" cy="3200400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332509A4-3769-B000-B019-F6B668C98A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209800" y="5900420"/>
              <a:ext cx="4725592" cy="3200400"/>
            </a:xfrm>
            <a:prstGeom prst="rect">
              <a:avLst/>
            </a:prstGeom>
            <a:ln w="38100">
              <a:solidFill>
                <a:schemeClr val="bg1">
                  <a:lumMod val="50000"/>
                </a:schemeClr>
              </a:solidFill>
            </a:ln>
          </p:spPr>
        </p:pic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67C1F114-BE53-66AF-DFDD-800C12FFB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364946" y="5913743"/>
              <a:ext cx="4415300" cy="2783840"/>
            </a:xfrm>
            <a:prstGeom prst="rect">
              <a:avLst/>
            </a:prstGeom>
          </p:spPr>
        </p:pic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A85DD8A-E339-1C1C-64B1-0410C5CF2BBD}"/>
              </a:ext>
            </a:extLst>
          </p:cNvPr>
          <p:cNvGrpSpPr/>
          <p:nvPr/>
        </p:nvGrpSpPr>
        <p:grpSpPr>
          <a:xfrm>
            <a:off x="10129579" y="6067975"/>
            <a:ext cx="4725592" cy="3200400"/>
            <a:chOff x="11661346" y="5900420"/>
            <a:chExt cx="4725592" cy="3200400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3A980490-3779-F451-CD2B-31A1D79F9D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1661346" y="5900420"/>
              <a:ext cx="4725592" cy="3200400"/>
            </a:xfrm>
            <a:prstGeom prst="rect">
              <a:avLst/>
            </a:prstGeom>
            <a:ln w="38100">
              <a:solidFill>
                <a:schemeClr val="bg1">
                  <a:lumMod val="50000"/>
                </a:schemeClr>
              </a:solidFill>
            </a:ln>
          </p:spPr>
        </p:pic>
        <p:pic>
          <p:nvPicPr>
            <p:cNvPr id="40" name="그림 39">
              <a:extLst>
                <a:ext uri="{FF2B5EF4-FFF2-40B4-BE49-F238E27FC236}">
                  <a16:creationId xmlns:a16="http://schemas.microsoft.com/office/drawing/2014/main" id="{CE506E8B-2DE7-5B40-9427-7876CFCD7FB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1790517" y="6098541"/>
              <a:ext cx="4344562" cy="2054860"/>
            </a:xfrm>
            <a:prstGeom prst="rect">
              <a:avLst/>
            </a:prstGeom>
          </p:spPr>
        </p:pic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9C1D7930-AF50-CE3C-8591-1E2C304DAAE2}"/>
              </a:ext>
            </a:extLst>
          </p:cNvPr>
          <p:cNvGrpSpPr/>
          <p:nvPr/>
        </p:nvGrpSpPr>
        <p:grpSpPr>
          <a:xfrm>
            <a:off x="16677757" y="6144822"/>
            <a:ext cx="4725592" cy="3200400"/>
            <a:chOff x="7727750" y="5798797"/>
            <a:chExt cx="4725592" cy="3200400"/>
          </a:xfrm>
        </p:grpSpPr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4785DD73-ADA3-61AC-5B22-72A0E01666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727750" y="5798797"/>
              <a:ext cx="4725592" cy="3200400"/>
            </a:xfrm>
            <a:prstGeom prst="rect">
              <a:avLst/>
            </a:prstGeom>
            <a:ln w="38100">
              <a:solidFill>
                <a:schemeClr val="bg1">
                  <a:lumMod val="50000"/>
                </a:schemeClr>
              </a:solidFill>
            </a:ln>
          </p:spPr>
        </p:pic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956E4EA6-5D1A-3C1F-DEC2-ABFAE9C880B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18265" y="6086591"/>
              <a:ext cx="4344562" cy="1139086"/>
            </a:xfrm>
            <a:prstGeom prst="rect">
              <a:avLst/>
            </a:prstGeom>
          </p:spPr>
        </p:pic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8B0244A9-2D46-0837-5635-2EB7225F62C8}"/>
              </a:ext>
            </a:extLst>
          </p:cNvPr>
          <p:cNvSpPr txBox="1"/>
          <p:nvPr/>
        </p:nvSpPr>
        <p:spPr>
          <a:xfrm>
            <a:off x="3772496" y="9613816"/>
            <a:ext cx="4343400" cy="52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400" b="1" spc="-1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Regular"/>
              </a:rPr>
              <a:t>주석을 아래에 작성하는 경우</a:t>
            </a:r>
            <a:endParaRPr lang="en-US" altLang="ko-KR" sz="2400" b="1" spc="-100" dirty="0">
              <a:solidFill>
                <a:srgbClr val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Pretendard Regular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EEE2A7D-2E2A-A053-B848-64D5FF9A5EC7}"/>
              </a:ext>
            </a:extLst>
          </p:cNvPr>
          <p:cNvSpPr txBox="1"/>
          <p:nvPr/>
        </p:nvSpPr>
        <p:spPr>
          <a:xfrm>
            <a:off x="10320675" y="9613816"/>
            <a:ext cx="4343400" cy="9492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400" b="1" spc="-1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Regular"/>
              </a:rPr>
              <a:t>원하는 대상의 사이에 다른 코드가 있는 경우</a:t>
            </a:r>
            <a:endParaRPr lang="en-US" altLang="ko-KR" sz="2400" b="1" spc="-100" dirty="0">
              <a:solidFill>
                <a:srgbClr val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Pretendard Regular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7E5292B-33C9-EB5B-6E48-42DDCF2F0098}"/>
              </a:ext>
            </a:extLst>
          </p:cNvPr>
          <p:cNvSpPr txBox="1"/>
          <p:nvPr/>
        </p:nvSpPr>
        <p:spPr>
          <a:xfrm>
            <a:off x="16868853" y="9613816"/>
            <a:ext cx="4343400" cy="52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ko-KR" altLang="en-US" sz="2400" b="1" spc="-1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Regular"/>
              </a:rPr>
              <a:t>일반 주석을 사용하는 경우</a:t>
            </a:r>
            <a:endParaRPr lang="en-US" altLang="ko-KR" sz="2400" b="1" spc="-100" dirty="0">
              <a:solidFill>
                <a:srgbClr val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Pretendard Regular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ECF2DFE0-B2D1-C576-CBBD-852352D129B0}"/>
              </a:ext>
            </a:extLst>
          </p:cNvPr>
          <p:cNvSpPr/>
          <p:nvPr/>
        </p:nvSpPr>
        <p:spPr>
          <a:xfrm>
            <a:off x="10320675" y="6256048"/>
            <a:ext cx="4363573" cy="601952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 sz="4000" dirty="0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940E89A9-E1CC-4D7D-BC18-DADD4169205D}"/>
              </a:ext>
            </a:extLst>
          </p:cNvPr>
          <p:cNvSpPr/>
          <p:nvPr/>
        </p:nvSpPr>
        <p:spPr>
          <a:xfrm>
            <a:off x="10320675" y="7586942"/>
            <a:ext cx="3090525" cy="601952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 sz="4000" dirty="0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1C6DE5BA-28D2-C724-083E-EB4A34910E3A}"/>
              </a:ext>
            </a:extLst>
          </p:cNvPr>
          <p:cNvSpPr/>
          <p:nvPr/>
        </p:nvSpPr>
        <p:spPr>
          <a:xfrm>
            <a:off x="3788273" y="7586942"/>
            <a:ext cx="4363573" cy="1278196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 sz="4000" dirty="0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8E675F94-071B-909D-0E99-7FA495109567}"/>
              </a:ext>
            </a:extLst>
          </p:cNvPr>
          <p:cNvSpPr/>
          <p:nvPr/>
        </p:nvSpPr>
        <p:spPr>
          <a:xfrm>
            <a:off x="16891372" y="6477000"/>
            <a:ext cx="4139828" cy="601952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4704350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34FD2-EE3F-F6A0-9E84-FE84B224A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305953B2-E6B4-790B-8A77-E21090B185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EB8F7DD3-3163-2719-0B1F-8234791A97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650" y="685800"/>
            <a:ext cx="22618700" cy="123190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194D1F6B-ACBC-3547-835F-368A70887A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1300" y="2260600"/>
            <a:ext cx="21361400" cy="1600200"/>
          </a:xfrm>
          <a:prstGeom prst="rect">
            <a:avLst/>
          </a:prstGeom>
          <a:effectLst>
            <a:outerShdw dist="172329" dir="5400000">
              <a:srgbClr val="E6E6E6">
                <a:alpha val="100000"/>
              </a:srgbClr>
            </a:outerShdw>
          </a:effectLst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A64E0573-99C9-E7BD-F165-D2184FD72014}"/>
              </a:ext>
            </a:extLst>
          </p:cNvPr>
          <p:cNvSpPr txBox="1"/>
          <p:nvPr/>
        </p:nvSpPr>
        <p:spPr>
          <a:xfrm>
            <a:off x="3822700" y="2514600"/>
            <a:ext cx="22618700" cy="1219200"/>
          </a:xfrm>
          <a:prstGeom prst="rect">
            <a:avLst/>
          </a:prstGeom>
        </p:spPr>
        <p:txBody>
          <a:bodyPr lIns="0" tIns="84667" rIns="0" bIns="84667" rtlCol="0" anchor="ctr"/>
          <a:lstStyle/>
          <a:p>
            <a:pPr>
              <a:lnSpc>
                <a:spcPct val="99600"/>
              </a:lnSpc>
            </a:pPr>
            <a:r>
              <a:rPr lang="ko-KR" altLang="en-US" sz="6666" b="0" i="0" u="none" strike="noStrike" dirty="0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Black"/>
              </a:rPr>
              <a:t>주석 스타일 </a:t>
            </a:r>
            <a:r>
              <a:rPr lang="en-US" altLang="ko-KR" sz="6666" b="0" i="0" u="none" strike="noStrike" dirty="0">
                <a:solidFill>
                  <a:srgbClr val="00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Black"/>
              </a:rPr>
              <a:t>– </a:t>
            </a:r>
            <a:r>
              <a:rPr lang="en-US" altLang="ko-KR" sz="6000" b="0" i="0" u="none" strike="noStrike" dirty="0" err="1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Black"/>
              </a:rPr>
              <a:t>D</a:t>
            </a:r>
            <a:r>
              <a:rPr lang="en-US" altLang="ko-KR" sz="6000" dirty="0" err="1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Black"/>
              </a:rPr>
              <a:t>oxygen</a:t>
            </a:r>
            <a:r>
              <a:rPr lang="en-US" altLang="ko-KR" sz="60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Black"/>
              </a:rPr>
              <a:t> </a:t>
            </a:r>
            <a:r>
              <a:rPr lang="ko-KR" altLang="en-US" sz="60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Black"/>
              </a:rPr>
              <a:t>주석의 올바른 예시</a:t>
            </a:r>
            <a:endParaRPr lang="en-US" altLang="ko-KR" sz="6000" dirty="0">
              <a:solidFill>
                <a:srgbClr val="00000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Light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FE2F5714-1DDA-395D-1C3B-1339EFB02B6D}"/>
              </a:ext>
            </a:extLst>
          </p:cNvPr>
          <p:cNvSpPr txBox="1"/>
          <p:nvPr/>
        </p:nvSpPr>
        <p:spPr>
          <a:xfrm>
            <a:off x="10515600" y="685800"/>
            <a:ext cx="3352800" cy="901700"/>
          </a:xfrm>
          <a:prstGeom prst="rect">
            <a:avLst/>
          </a:prstGeom>
        </p:spPr>
        <p:txBody>
          <a:bodyPr lIns="0" tIns="35560" rIns="0" bIns="3556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2800" spc="-100" dirty="0" err="1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Anek Bangla Expanded Bold"/>
              </a:rPr>
              <a:t>Doxygen</a:t>
            </a:r>
            <a:r>
              <a:rPr lang="en-US" altLang="ko-KR" sz="2800" spc="-1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Anek Bangla Expanded Bold"/>
              </a:rPr>
              <a:t> </a:t>
            </a:r>
            <a:r>
              <a:rPr lang="ko-KR" altLang="en-US" sz="2800" spc="-1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Anek Bangla Expanded Bold"/>
              </a:rPr>
              <a:t>발표</a:t>
            </a:r>
            <a:endParaRPr lang="en-US" altLang="ko-KR" sz="2800" spc="-100" dirty="0">
              <a:solidFill>
                <a:srgbClr val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Anek Bangla Expanded Bold"/>
            </a:endParaRPr>
          </a:p>
        </p:txBody>
      </p:sp>
      <p:pic>
        <p:nvPicPr>
          <p:cNvPr id="15" name="Picture 13">
            <a:extLst>
              <a:ext uri="{FF2B5EF4-FFF2-40B4-BE49-F238E27FC236}">
                <a16:creationId xmlns:a16="http://schemas.microsoft.com/office/drawing/2014/main" id="{6A1D3E31-8FEE-2E0E-B53B-B71B942F84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7865" y="1828800"/>
            <a:ext cx="1892300" cy="2489200"/>
          </a:xfrm>
          <a:prstGeom prst="rect">
            <a:avLst/>
          </a:prstGeom>
        </p:spPr>
      </p:pic>
      <p:pic>
        <p:nvPicPr>
          <p:cNvPr id="48" name="Picture 5">
            <a:extLst>
              <a:ext uri="{FF2B5EF4-FFF2-40B4-BE49-F238E27FC236}">
                <a16:creationId xmlns:a16="http://schemas.microsoft.com/office/drawing/2014/main" id="{B1094739-F182-C5A8-7CEC-3A271884AF4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7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11300" y="4749800"/>
            <a:ext cx="21361400" cy="6477000"/>
          </a:xfrm>
          <a:prstGeom prst="rect">
            <a:avLst/>
          </a:prstGeom>
        </p:spPr>
      </p:pic>
      <p:sp>
        <p:nvSpPr>
          <p:cNvPr id="50" name="TextBox 11">
            <a:extLst>
              <a:ext uri="{FF2B5EF4-FFF2-40B4-BE49-F238E27FC236}">
                <a16:creationId xmlns:a16="http://schemas.microsoft.com/office/drawing/2014/main" id="{A9B85FE1-5A79-BD3B-DD5C-D227F1F22DDC}"/>
              </a:ext>
            </a:extLst>
          </p:cNvPr>
          <p:cNvSpPr txBox="1"/>
          <p:nvPr/>
        </p:nvSpPr>
        <p:spPr>
          <a:xfrm>
            <a:off x="2387600" y="6667500"/>
            <a:ext cx="19723100" cy="5016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57700"/>
              </a:lnSpc>
            </a:pPr>
            <a:endParaRPr lang="en-US" sz="3066" b="0" i="0" u="none" strike="noStrike" spc="-100" dirty="0">
              <a:solidFill>
                <a:srgbClr val="000000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Pretendard Medium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48A4A9B6-ECC1-AAC0-91DA-594863F3D606}"/>
              </a:ext>
            </a:extLst>
          </p:cNvPr>
          <p:cNvGrpSpPr/>
          <p:nvPr/>
        </p:nvGrpSpPr>
        <p:grpSpPr>
          <a:xfrm>
            <a:off x="10203326" y="5007114"/>
            <a:ext cx="3567179" cy="707886"/>
            <a:chOff x="10203326" y="4953000"/>
            <a:chExt cx="3567179" cy="707886"/>
          </a:xfrm>
        </p:grpSpPr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4293F60D-7226-2D85-37C2-3C82121C02E3}"/>
                </a:ext>
              </a:extLst>
            </p:cNvPr>
            <p:cNvSpPr txBox="1"/>
            <p:nvPr/>
          </p:nvSpPr>
          <p:spPr>
            <a:xfrm>
              <a:off x="10603750" y="4953000"/>
              <a:ext cx="3166755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>
                <a:lnSpc>
                  <a:spcPct val="99600"/>
                </a:lnSpc>
              </a:pPr>
              <a:r>
                <a:rPr lang="ko-KR" altLang="en-US" sz="4000" b="1" spc="-100" dirty="0">
                  <a:solidFill>
                    <a:srgbClr val="000000"/>
                  </a:solidFill>
                  <a:latin typeface="G마켓 산스 TTF Medium" panose="02000000000000000000" pitchFamily="2" charset="-127"/>
                  <a:ea typeface="G마켓 산스 TTF Medium" panose="02000000000000000000" pitchFamily="2" charset="-127"/>
                  <a:cs typeface="Pretendard Regular"/>
                </a:rPr>
                <a:t>올바른 예시</a:t>
              </a:r>
              <a:endParaRPr lang="en-US" altLang="ko-KR" sz="4000" b="1" spc="-100" dirty="0">
                <a:solidFill>
                  <a:srgbClr val="000000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Pretendard Regular"/>
              </a:endParaRPr>
            </a:p>
          </p:txBody>
        </p:sp>
        <p:pic>
          <p:nvPicPr>
            <p:cNvPr id="35" name="그래픽 34" descr="배지 체크 표시1 단색으로 채워진">
              <a:extLst>
                <a:ext uri="{FF2B5EF4-FFF2-40B4-BE49-F238E27FC236}">
                  <a16:creationId xmlns:a16="http://schemas.microsoft.com/office/drawing/2014/main" id="{79C9F50D-050B-DE25-3CD4-CF186805EFA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203326" y="4968532"/>
              <a:ext cx="624548" cy="624548"/>
            </a:xfrm>
            <a:prstGeom prst="rect">
              <a:avLst/>
            </a:prstGeom>
          </p:spPr>
        </p:pic>
      </p:grpSp>
      <p:pic>
        <p:nvPicPr>
          <p:cNvPr id="43" name="그림 42">
            <a:extLst>
              <a:ext uri="{FF2B5EF4-FFF2-40B4-BE49-F238E27FC236}">
                <a16:creationId xmlns:a16="http://schemas.microsoft.com/office/drawing/2014/main" id="{C40B692F-9C1A-3E08-8CC8-CFAC0C8B58C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57400" y="6096000"/>
            <a:ext cx="4725592" cy="3200400"/>
          </a:xfrm>
          <a:prstGeom prst="rect">
            <a:avLst/>
          </a:prstGeom>
          <a:ln w="38100">
            <a:solidFill>
              <a:schemeClr val="bg1">
                <a:lumMod val="50000"/>
              </a:schemeClr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0DEB4F3A-91A4-5570-1C5E-764A23DB6A0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98700" y="6564069"/>
            <a:ext cx="3877568" cy="2146300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B187BBDC-5DBE-E506-6C1A-0757612FB0F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39841" y="6096000"/>
            <a:ext cx="4725592" cy="3200400"/>
          </a:xfrm>
          <a:prstGeom prst="rect">
            <a:avLst/>
          </a:prstGeom>
          <a:ln w="38100">
            <a:solidFill>
              <a:schemeClr val="bg1">
                <a:lumMod val="50000"/>
              </a:schemeClr>
            </a:solidFill>
          </a:ln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6A4E85F5-C4D6-3761-A86F-5C7CC60F5A4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421441" y="6096000"/>
            <a:ext cx="4725592" cy="3200400"/>
          </a:xfrm>
          <a:prstGeom prst="rect">
            <a:avLst/>
          </a:prstGeom>
          <a:ln w="38100">
            <a:solidFill>
              <a:schemeClr val="bg1">
                <a:lumMod val="50000"/>
              </a:schemeClr>
            </a:solidFill>
          </a:ln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438C9C06-56E3-3ED4-71A0-8F06A37FC31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603041" y="6096000"/>
            <a:ext cx="4725592" cy="3200400"/>
          </a:xfrm>
          <a:prstGeom prst="rect">
            <a:avLst/>
          </a:prstGeom>
          <a:ln w="38100">
            <a:solidFill>
              <a:schemeClr val="bg1">
                <a:lumMod val="50000"/>
              </a:schemeClr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D3A9122-22FC-069F-858F-AF7867FBED6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47862" y="6652260"/>
            <a:ext cx="4239286" cy="191516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4BAF0C1B-0417-943B-DFCF-EF5D73C084B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830619" y="7183235"/>
            <a:ext cx="3877072" cy="1276403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0095C58B-D25B-BE0E-EBEB-2CE0FF13E80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775683" y="7401864"/>
            <a:ext cx="4364411" cy="752484"/>
          </a:xfrm>
          <a:prstGeom prst="rect">
            <a:avLst/>
          </a:prstGeom>
        </p:spPr>
      </p:pic>
      <p:grpSp>
        <p:nvGrpSpPr>
          <p:cNvPr id="56" name="그룹 55">
            <a:extLst>
              <a:ext uri="{FF2B5EF4-FFF2-40B4-BE49-F238E27FC236}">
                <a16:creationId xmlns:a16="http://schemas.microsoft.com/office/drawing/2014/main" id="{1FB939B4-3D80-A558-553F-913CE95C4C33}"/>
              </a:ext>
            </a:extLst>
          </p:cNvPr>
          <p:cNvGrpSpPr/>
          <p:nvPr/>
        </p:nvGrpSpPr>
        <p:grpSpPr>
          <a:xfrm>
            <a:off x="6546881" y="11480800"/>
            <a:ext cx="11280495" cy="939800"/>
            <a:chOff x="6546881" y="11480800"/>
            <a:chExt cx="11280495" cy="939800"/>
          </a:xfrm>
        </p:grpSpPr>
        <p:pic>
          <p:nvPicPr>
            <p:cNvPr id="57" name="Picture 6">
              <a:extLst>
                <a:ext uri="{FF2B5EF4-FFF2-40B4-BE49-F238E27FC236}">
                  <a16:creationId xmlns:a16="http://schemas.microsoft.com/office/drawing/2014/main" id="{487A6302-B464-9638-5B7F-992ADC9E8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alphaModFix amt="70000"/>
            </a:blip>
            <a:stretch>
              <a:fillRect/>
            </a:stretch>
          </p:blipFill>
          <p:spPr>
            <a:xfrm>
              <a:off x="6858000" y="11480800"/>
              <a:ext cx="447839" cy="330200"/>
            </a:xfrm>
            <a:prstGeom prst="rect">
              <a:avLst/>
            </a:prstGeom>
          </p:spPr>
        </p:pic>
        <p:pic>
          <p:nvPicPr>
            <p:cNvPr id="58" name="Picture 7">
              <a:extLst>
                <a:ext uri="{FF2B5EF4-FFF2-40B4-BE49-F238E27FC236}">
                  <a16:creationId xmlns:a16="http://schemas.microsoft.com/office/drawing/2014/main" id="{E9B4C89F-9A42-EED5-5701-1B15B770C95B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alphaModFix amt="70000"/>
            </a:blip>
            <a:stretch>
              <a:fillRect/>
            </a:stretch>
          </p:blipFill>
          <p:spPr>
            <a:xfrm>
              <a:off x="17001961" y="11480800"/>
              <a:ext cx="447839" cy="330200"/>
            </a:xfrm>
            <a:prstGeom prst="rect">
              <a:avLst/>
            </a:prstGeom>
          </p:spPr>
        </p:pic>
        <p:sp>
          <p:nvSpPr>
            <p:cNvPr id="59" name="TextBox 12">
              <a:extLst>
                <a:ext uri="{FF2B5EF4-FFF2-40B4-BE49-F238E27FC236}">
                  <a16:creationId xmlns:a16="http://schemas.microsoft.com/office/drawing/2014/main" id="{D45CF4D3-0AD2-60BF-6A4C-5C50FC62E928}"/>
                </a:ext>
              </a:extLst>
            </p:cNvPr>
            <p:cNvSpPr txBox="1"/>
            <p:nvPr/>
          </p:nvSpPr>
          <p:spPr>
            <a:xfrm>
              <a:off x="6546881" y="11684000"/>
              <a:ext cx="11280495" cy="736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32800"/>
                </a:lnSpc>
              </a:pPr>
              <a:r>
                <a:rPr lang="ko-KR" altLang="en-US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Bold"/>
                </a:rPr>
                <a:t>문서화 주석은 </a:t>
              </a:r>
              <a:r>
                <a:rPr lang="en-US" altLang="ko-KR" sz="28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Bold"/>
                </a:rPr>
                <a:t>Doxygen</a:t>
              </a:r>
              <a:r>
                <a:rPr lang="ko-KR" altLang="en-US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Bold"/>
                </a:rPr>
                <a:t>이 인식할 수 있는 형태로 작성하고</a:t>
              </a:r>
              <a:r>
                <a:rPr lang="en-US" altLang="ko-KR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Bold"/>
                </a:rPr>
                <a:t>, </a:t>
              </a:r>
            </a:p>
            <a:p>
              <a:pPr lvl="0" algn="ctr">
                <a:lnSpc>
                  <a:spcPct val="132800"/>
                </a:lnSpc>
              </a:pPr>
              <a:r>
                <a:rPr lang="ko-KR" altLang="en-US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Bold"/>
                </a:rPr>
                <a:t>문서화 대상과 연결되도록 배치해야 한다</a:t>
              </a:r>
              <a:r>
                <a:rPr lang="en-US" altLang="ko-KR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Pretendard Bold"/>
                </a:rPr>
                <a:t>.</a:t>
              </a:r>
            </a:p>
          </p:txBody>
        </p:sp>
      </p:grp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30DFDDA5-303F-A616-2040-DEC76DEB75D5}"/>
              </a:ext>
            </a:extLst>
          </p:cNvPr>
          <p:cNvSpPr/>
          <p:nvPr/>
        </p:nvSpPr>
        <p:spPr>
          <a:xfrm>
            <a:off x="2198293" y="6432310"/>
            <a:ext cx="4058919" cy="1189669"/>
          </a:xfrm>
          <a:prstGeom prst="rect">
            <a:avLst/>
          </a:prstGeom>
          <a:noFill/>
          <a:ln w="2857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 sz="4000" dirty="0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A9680280-450C-611B-A881-F833D1CA6311}"/>
              </a:ext>
            </a:extLst>
          </p:cNvPr>
          <p:cNvSpPr/>
          <p:nvPr/>
        </p:nvSpPr>
        <p:spPr>
          <a:xfrm>
            <a:off x="7697041" y="6652260"/>
            <a:ext cx="4153276" cy="969719"/>
          </a:xfrm>
          <a:prstGeom prst="rect">
            <a:avLst/>
          </a:prstGeom>
          <a:noFill/>
          <a:ln w="2857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 sz="4000" dirty="0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DE2CD1C3-411F-3A01-404A-1D8DDC9A5D5A}"/>
              </a:ext>
            </a:extLst>
          </p:cNvPr>
          <p:cNvSpPr/>
          <p:nvPr/>
        </p:nvSpPr>
        <p:spPr>
          <a:xfrm>
            <a:off x="20330716" y="7528123"/>
            <a:ext cx="1895125" cy="470337"/>
          </a:xfrm>
          <a:prstGeom prst="rect">
            <a:avLst/>
          </a:prstGeom>
          <a:noFill/>
          <a:ln w="2857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 sz="4000" dirty="0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1CC5D91A-2CAB-E594-087D-EA216E532C4B}"/>
              </a:ext>
            </a:extLst>
          </p:cNvPr>
          <p:cNvSpPr/>
          <p:nvPr/>
        </p:nvSpPr>
        <p:spPr>
          <a:xfrm>
            <a:off x="12878641" y="7056235"/>
            <a:ext cx="3048000" cy="692744"/>
          </a:xfrm>
          <a:prstGeom prst="rect">
            <a:avLst/>
          </a:prstGeom>
          <a:noFill/>
          <a:ln w="2857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92995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</TotalTime>
  <Words>368</Words>
  <Application>Microsoft Office PowerPoint</Application>
  <PresentationFormat>사용자 지정</PresentationFormat>
  <Paragraphs>81</Paragraphs>
  <Slides>8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Calibri</vt:lpstr>
      <vt:lpstr>Arial</vt:lpstr>
      <vt:lpstr>G마켓 산스 TTF Medium</vt:lpstr>
      <vt:lpstr>맑은 고딕</vt:lpstr>
      <vt:lpstr>G마켓 산스 TTF 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정진관</dc:creator>
  <cp:lastModifiedBy>진관 정</cp:lastModifiedBy>
  <cp:revision>2</cp:revision>
  <dcterms:created xsi:type="dcterms:W3CDTF">2006-08-16T00:00:00Z</dcterms:created>
  <dcterms:modified xsi:type="dcterms:W3CDTF">2026-08-10T10:55:25Z</dcterms:modified>
</cp:coreProperties>
</file>