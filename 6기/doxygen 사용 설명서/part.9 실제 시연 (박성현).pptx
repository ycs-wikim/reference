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Regular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81500" y="-965200"/>
            <a:ext cx="24269700" cy="14528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82600" y="4572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실행 화면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965700" y="-266700"/>
            <a:ext cx="23507700" cy="13728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생성될 프로젝트 루트파일 설정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584700" y="-25400"/>
            <a:ext cx="23990300" cy="13462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551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'Scan recursively'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체크해야 재귀적 호출 가능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*재귀적 호출 - 자기 자신을 다시 호출하거나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하위 요소로 계속 파고들어가는 방식을 통해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데이터, 파일, 네트워크 등을 끝까지 탐색하는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과정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404100" y="-381000"/>
            <a:ext cx="19964400" cy="13944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이름과 버전 설정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937500" y="63500"/>
            <a:ext cx="20180300" cy="1338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92100" y="660400"/>
            <a:ext cx="15240000" cy="2781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527800" y="8128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주석이 붙은 것만 문서화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30600" y="17399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주석이 있든 없든 코드에 있는 함수, 클래스, 변수 등을 문서화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4800" y="3276600"/>
            <a:ext cx="9296400" cy="1003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92200" y="3352800"/>
            <a:ext cx="5321300" cy="66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557" b="false" i="false" u="none" strike="noStrike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문서에 소스 코드 자체도 포함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934200" y="-304800"/>
            <a:ext cx="21234400" cy="13931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 왼쪽에 판넬을 만들어줌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37300" y="-76200"/>
            <a:ext cx="20218400" cy="13652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139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call graphs = 내가 부르는 것들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call by graphs = 나를 부르는 것들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613400" y="-254000"/>
            <a:ext cx="21971000" cy="14224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482600"/>
            <a:ext cx="19545300" cy="345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OUTPUT_LANGUAGE = 출력 언어 설정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ALWAYS_DETAILED_SEC=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상세 설명 영역을 항상 별도의</a:t>
            </a:r>
          </a:p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섹션으로 만들지를 결정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438900" y="-76200"/>
            <a:ext cx="21691600" cy="14236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52400" y="558800"/>
            <a:ext cx="11176000" cy="139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INLINE_SOURCES=함수 설명 시</a:t>
            </a:r>
          </a:p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함수 코드를 보여줌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69300" y="-330200"/>
            <a:ext cx="18567400" cy="13792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8600" y="558800"/>
            <a:ext cx="1117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