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82"/>
  </p:notesMasterIdLst>
  <p:sldIdLst>
    <p:sldId id="294" r:id="rId2"/>
    <p:sldId id="256" r:id="rId3"/>
    <p:sldId id="411" r:id="rId4"/>
    <p:sldId id="257" r:id="rId5"/>
    <p:sldId id="258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69" r:id="rId18"/>
    <p:sldId id="301" r:id="rId19"/>
    <p:sldId id="413" r:id="rId20"/>
    <p:sldId id="414" r:id="rId21"/>
    <p:sldId id="415" r:id="rId22"/>
    <p:sldId id="259" r:id="rId23"/>
    <p:sldId id="260" r:id="rId24"/>
    <p:sldId id="416" r:id="rId25"/>
    <p:sldId id="417" r:id="rId26"/>
    <p:sldId id="418" r:id="rId27"/>
    <p:sldId id="419" r:id="rId28"/>
    <p:sldId id="420" r:id="rId29"/>
    <p:sldId id="421" r:id="rId30"/>
    <p:sldId id="302" r:id="rId31"/>
    <p:sldId id="397" r:id="rId32"/>
    <p:sldId id="398" r:id="rId33"/>
    <p:sldId id="399" r:id="rId34"/>
    <p:sldId id="400" r:id="rId35"/>
    <p:sldId id="401" r:id="rId36"/>
    <p:sldId id="402" r:id="rId37"/>
    <p:sldId id="403" r:id="rId38"/>
    <p:sldId id="404" r:id="rId39"/>
    <p:sldId id="405" r:id="rId40"/>
    <p:sldId id="406" r:id="rId41"/>
    <p:sldId id="407" r:id="rId42"/>
    <p:sldId id="408" r:id="rId43"/>
    <p:sldId id="409" r:id="rId44"/>
    <p:sldId id="303" r:id="rId45"/>
    <p:sldId id="431" r:id="rId46"/>
    <p:sldId id="432" r:id="rId47"/>
    <p:sldId id="433" r:id="rId48"/>
    <p:sldId id="434" r:id="rId49"/>
    <p:sldId id="435" r:id="rId50"/>
    <p:sldId id="436" r:id="rId51"/>
    <p:sldId id="437" r:id="rId52"/>
    <p:sldId id="438" r:id="rId53"/>
    <p:sldId id="304" r:id="rId54"/>
    <p:sldId id="439" r:id="rId55"/>
    <p:sldId id="440" r:id="rId56"/>
    <p:sldId id="441" r:id="rId57"/>
    <p:sldId id="442" r:id="rId58"/>
    <p:sldId id="443" r:id="rId59"/>
    <p:sldId id="444" r:id="rId60"/>
    <p:sldId id="445" r:id="rId61"/>
    <p:sldId id="446" r:id="rId62"/>
    <p:sldId id="447" r:id="rId63"/>
    <p:sldId id="448" r:id="rId64"/>
    <p:sldId id="449" r:id="rId65"/>
    <p:sldId id="450" r:id="rId66"/>
    <p:sldId id="305" r:id="rId67"/>
    <p:sldId id="423" r:id="rId68"/>
    <p:sldId id="424" r:id="rId69"/>
    <p:sldId id="425" r:id="rId70"/>
    <p:sldId id="426" r:id="rId71"/>
    <p:sldId id="427" r:id="rId72"/>
    <p:sldId id="428" r:id="rId73"/>
    <p:sldId id="429" r:id="rId74"/>
    <p:sldId id="306" r:id="rId75"/>
    <p:sldId id="277" r:id="rId76"/>
    <p:sldId id="278" r:id="rId77"/>
    <p:sldId id="279" r:id="rId78"/>
    <p:sldId id="280" r:id="rId79"/>
    <p:sldId id="281" r:id="rId80"/>
    <p:sldId id="282" r:id="rId81"/>
    <p:sldId id="283" r:id="rId82"/>
    <p:sldId id="307" r:id="rId83"/>
    <p:sldId id="310" r:id="rId84"/>
    <p:sldId id="311" r:id="rId85"/>
    <p:sldId id="312" r:id="rId86"/>
    <p:sldId id="313" r:id="rId87"/>
    <p:sldId id="314" r:id="rId88"/>
    <p:sldId id="315" r:id="rId89"/>
    <p:sldId id="316" r:id="rId90"/>
    <p:sldId id="317" r:id="rId91"/>
    <p:sldId id="318" r:id="rId92"/>
    <p:sldId id="319" r:id="rId93"/>
    <p:sldId id="320" r:id="rId94"/>
    <p:sldId id="321" r:id="rId95"/>
    <p:sldId id="322" r:id="rId96"/>
    <p:sldId id="323" r:id="rId97"/>
    <p:sldId id="324" r:id="rId98"/>
    <p:sldId id="325" r:id="rId99"/>
    <p:sldId id="326" r:id="rId100"/>
    <p:sldId id="327" r:id="rId101"/>
    <p:sldId id="328" r:id="rId102"/>
    <p:sldId id="329" r:id="rId103"/>
    <p:sldId id="330" r:id="rId104"/>
    <p:sldId id="331" r:id="rId105"/>
    <p:sldId id="332" r:id="rId106"/>
    <p:sldId id="333" r:id="rId107"/>
    <p:sldId id="334" r:id="rId108"/>
    <p:sldId id="335" r:id="rId109"/>
    <p:sldId id="336" r:id="rId110"/>
    <p:sldId id="337" r:id="rId111"/>
    <p:sldId id="338" r:id="rId112"/>
    <p:sldId id="339" r:id="rId113"/>
    <p:sldId id="340" r:id="rId114"/>
    <p:sldId id="341" r:id="rId115"/>
    <p:sldId id="342" r:id="rId116"/>
    <p:sldId id="343" r:id="rId117"/>
    <p:sldId id="344" r:id="rId118"/>
    <p:sldId id="345" r:id="rId119"/>
    <p:sldId id="346" r:id="rId120"/>
    <p:sldId id="347" r:id="rId121"/>
    <p:sldId id="348" r:id="rId122"/>
    <p:sldId id="349" r:id="rId123"/>
    <p:sldId id="350" r:id="rId124"/>
    <p:sldId id="351" r:id="rId125"/>
    <p:sldId id="352" r:id="rId126"/>
    <p:sldId id="353" r:id="rId127"/>
    <p:sldId id="354" r:id="rId128"/>
    <p:sldId id="355" r:id="rId129"/>
    <p:sldId id="356" r:id="rId130"/>
    <p:sldId id="357" r:id="rId131"/>
    <p:sldId id="358" r:id="rId132"/>
    <p:sldId id="359" r:id="rId133"/>
    <p:sldId id="360" r:id="rId134"/>
    <p:sldId id="361" r:id="rId135"/>
    <p:sldId id="362" r:id="rId136"/>
    <p:sldId id="363" r:id="rId137"/>
    <p:sldId id="364" r:id="rId138"/>
    <p:sldId id="365" r:id="rId139"/>
    <p:sldId id="366" r:id="rId140"/>
    <p:sldId id="367" r:id="rId141"/>
    <p:sldId id="368" r:id="rId142"/>
    <p:sldId id="369" r:id="rId143"/>
    <p:sldId id="370" r:id="rId144"/>
    <p:sldId id="371" r:id="rId145"/>
    <p:sldId id="372" r:id="rId146"/>
    <p:sldId id="308" r:id="rId147"/>
    <p:sldId id="284" r:id="rId148"/>
    <p:sldId id="285" r:id="rId149"/>
    <p:sldId id="286" r:id="rId150"/>
    <p:sldId id="287" r:id="rId151"/>
    <p:sldId id="288" r:id="rId152"/>
    <p:sldId id="289" r:id="rId153"/>
    <p:sldId id="290" r:id="rId154"/>
    <p:sldId id="291" r:id="rId155"/>
    <p:sldId id="292" r:id="rId156"/>
    <p:sldId id="293" r:id="rId157"/>
    <p:sldId id="309" r:id="rId158"/>
    <p:sldId id="295" r:id="rId159"/>
    <p:sldId id="573" r:id="rId160"/>
    <p:sldId id="574" r:id="rId161"/>
    <p:sldId id="575" r:id="rId162"/>
    <p:sldId id="576" r:id="rId163"/>
    <p:sldId id="577" r:id="rId164"/>
    <p:sldId id="578" r:id="rId165"/>
    <p:sldId id="579" r:id="rId166"/>
    <p:sldId id="580" r:id="rId167"/>
    <p:sldId id="581" r:id="rId168"/>
    <p:sldId id="582" r:id="rId169"/>
    <p:sldId id="583" r:id="rId170"/>
    <p:sldId id="584" r:id="rId171"/>
    <p:sldId id="585" r:id="rId172"/>
    <p:sldId id="385" r:id="rId173"/>
    <p:sldId id="453" r:id="rId174"/>
    <p:sldId id="454" r:id="rId175"/>
    <p:sldId id="455" r:id="rId176"/>
    <p:sldId id="456" r:id="rId177"/>
    <p:sldId id="457" r:id="rId178"/>
    <p:sldId id="458" r:id="rId179"/>
    <p:sldId id="468" r:id="rId180"/>
    <p:sldId id="460" r:id="rId181"/>
    <p:sldId id="461" r:id="rId182"/>
    <p:sldId id="462" r:id="rId183"/>
    <p:sldId id="463" r:id="rId184"/>
    <p:sldId id="464" r:id="rId185"/>
    <p:sldId id="465" r:id="rId186"/>
    <p:sldId id="466" r:id="rId187"/>
    <p:sldId id="467" r:id="rId188"/>
    <p:sldId id="469" r:id="rId189"/>
    <p:sldId id="470" r:id="rId190"/>
    <p:sldId id="473" r:id="rId191"/>
    <p:sldId id="474" r:id="rId192"/>
    <p:sldId id="475" r:id="rId193"/>
    <p:sldId id="476" r:id="rId194"/>
    <p:sldId id="477" r:id="rId195"/>
    <p:sldId id="478" r:id="rId196"/>
    <p:sldId id="479" r:id="rId197"/>
    <p:sldId id="480" r:id="rId198"/>
    <p:sldId id="481" r:id="rId199"/>
    <p:sldId id="482" r:id="rId200"/>
    <p:sldId id="471" r:id="rId201"/>
    <p:sldId id="498" r:id="rId202"/>
    <p:sldId id="499" r:id="rId203"/>
    <p:sldId id="483" r:id="rId204"/>
    <p:sldId id="485" r:id="rId205"/>
    <p:sldId id="486" r:id="rId206"/>
    <p:sldId id="487" r:id="rId207"/>
    <p:sldId id="488" r:id="rId208"/>
    <p:sldId id="489" r:id="rId209"/>
    <p:sldId id="490" r:id="rId210"/>
    <p:sldId id="491" r:id="rId211"/>
    <p:sldId id="492" r:id="rId212"/>
    <p:sldId id="493" r:id="rId213"/>
    <p:sldId id="495" r:id="rId214"/>
    <p:sldId id="496" r:id="rId215"/>
    <p:sldId id="497" r:id="rId216"/>
    <p:sldId id="501" r:id="rId217"/>
    <p:sldId id="502" r:id="rId218"/>
    <p:sldId id="503" r:id="rId219"/>
    <p:sldId id="505" r:id="rId220"/>
    <p:sldId id="506" r:id="rId221"/>
    <p:sldId id="507" r:id="rId222"/>
    <p:sldId id="509" r:id="rId223"/>
    <p:sldId id="508" r:id="rId224"/>
    <p:sldId id="511" r:id="rId225"/>
    <p:sldId id="510" r:id="rId226"/>
    <p:sldId id="512" r:id="rId227"/>
    <p:sldId id="513" r:id="rId228"/>
    <p:sldId id="514" r:id="rId229"/>
    <p:sldId id="516" r:id="rId230"/>
    <p:sldId id="518" r:id="rId231"/>
    <p:sldId id="519" r:id="rId232"/>
    <p:sldId id="520" r:id="rId233"/>
    <p:sldId id="521" r:id="rId234"/>
    <p:sldId id="523" r:id="rId235"/>
    <p:sldId id="524" r:id="rId236"/>
    <p:sldId id="526" r:id="rId237"/>
    <p:sldId id="527" r:id="rId238"/>
    <p:sldId id="528" r:id="rId239"/>
    <p:sldId id="529" r:id="rId240"/>
    <p:sldId id="530" r:id="rId241"/>
    <p:sldId id="531" r:id="rId242"/>
    <p:sldId id="532" r:id="rId243"/>
    <p:sldId id="533" r:id="rId244"/>
    <p:sldId id="534" r:id="rId245"/>
    <p:sldId id="535" r:id="rId246"/>
    <p:sldId id="536" r:id="rId247"/>
    <p:sldId id="537" r:id="rId248"/>
    <p:sldId id="538" r:id="rId249"/>
    <p:sldId id="539" r:id="rId250"/>
    <p:sldId id="540" r:id="rId251"/>
    <p:sldId id="541" r:id="rId252"/>
    <p:sldId id="542" r:id="rId253"/>
    <p:sldId id="543" r:id="rId254"/>
    <p:sldId id="544" r:id="rId255"/>
    <p:sldId id="545" r:id="rId256"/>
    <p:sldId id="546" r:id="rId257"/>
    <p:sldId id="547" r:id="rId258"/>
    <p:sldId id="548" r:id="rId259"/>
    <p:sldId id="549" r:id="rId260"/>
    <p:sldId id="550" r:id="rId261"/>
    <p:sldId id="551" r:id="rId262"/>
    <p:sldId id="552" r:id="rId263"/>
    <p:sldId id="553" r:id="rId264"/>
    <p:sldId id="554" r:id="rId265"/>
    <p:sldId id="555" r:id="rId266"/>
    <p:sldId id="556" r:id="rId267"/>
    <p:sldId id="557" r:id="rId268"/>
    <p:sldId id="558" r:id="rId269"/>
    <p:sldId id="559" r:id="rId270"/>
    <p:sldId id="560" r:id="rId271"/>
    <p:sldId id="561" r:id="rId272"/>
    <p:sldId id="562" r:id="rId273"/>
    <p:sldId id="563" r:id="rId274"/>
    <p:sldId id="564" r:id="rId275"/>
    <p:sldId id="565" r:id="rId276"/>
    <p:sldId id="566" r:id="rId277"/>
    <p:sldId id="567" r:id="rId278"/>
    <p:sldId id="568" r:id="rId279"/>
    <p:sldId id="569" r:id="rId280"/>
    <p:sldId id="570" r:id="rId281"/>
  </p:sldIdLst>
  <p:sldSz cx="12192000" cy="6858000"/>
  <p:notesSz cx="6858000" cy="9144000"/>
  <p:embeddedFontLst>
    <p:embeddedFont>
      <p:font typeface="Pretendard" panose="020B0600000101010101" charset="-127"/>
      <p:regular r:id="rId283"/>
      <p:bold r:id="rId284"/>
    </p:embeddedFont>
    <p:embeddedFont>
      <p:font typeface="Pretendard Medium" panose="020B0600000101010101" charset="-127"/>
      <p:regular r:id="rId285"/>
    </p:embeddedFont>
    <p:embeddedFont>
      <p:font typeface="Pretendard Regular" panose="020B0600000101010101" charset="-127"/>
      <p:regular r:id="rId286"/>
    </p:embeddedFont>
    <p:embeddedFont>
      <p:font typeface="Pretendard SemiBold" panose="020B0600000101010101" charset="-127"/>
      <p:regular r:id="rId287"/>
      <p:bold r:id="rId288"/>
    </p:embeddedFont>
    <p:embeddedFont>
      <p:font typeface="Cambria" panose="02040503050406030204" pitchFamily="18" charset="0"/>
      <p:regular r:id="rId289"/>
      <p:bold r:id="rId290"/>
      <p:italic r:id="rId291"/>
      <p:boldItalic r:id="rId292"/>
    </p:embeddedFont>
    <p:embeddedFont>
      <p:font typeface="Constantia" panose="02030602050306030303" pitchFamily="18" charset="0"/>
      <p:regular r:id="rId293"/>
      <p:bold r:id="rId294"/>
      <p:italic r:id="rId295"/>
      <p:boldItalic r:id="rId296"/>
    </p:embeddedFont>
    <p:embeddedFont>
      <p:font typeface="HY견고딕" panose="02030600000101010101" pitchFamily="18" charset="-127"/>
      <p:regular r:id="rId297"/>
    </p:embeddedFont>
    <p:embeddedFont>
      <p:font typeface="HY신명조" panose="02030600000101010101" pitchFamily="18" charset="-127"/>
      <p:regular r:id="rId298"/>
    </p:embeddedFont>
    <p:embeddedFont>
      <p:font typeface="HY중고딕" panose="02030600000101010101" pitchFamily="18" charset="-127"/>
      <p:regular r:id="rId299"/>
    </p:embeddedFont>
    <p:embeddedFont>
      <p:font typeface="Myanmar Text" panose="020B0502040204020203" pitchFamily="34" charset="0"/>
      <p:regular r:id="rId300"/>
      <p:bold r:id="rId301"/>
    </p:embeddedFont>
    <p:embeddedFont>
      <p:font typeface="맑은 고딕" panose="020B0503020000020004" pitchFamily="50" charset="-127"/>
      <p:regular r:id="rId302"/>
      <p:bold r:id="rId303"/>
    </p:embeddedFont>
    <p:embeddedFont>
      <p:font typeface="맑은 고딕" panose="020B0503020000020004" pitchFamily="50" charset="-127"/>
      <p:regular r:id="rId302"/>
      <p:bold r:id="rId30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2129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CB38FB-BBE8-4071-BC23-C01B9F5523D8}" v="3" dt="2026-08-14T15:46:08.363"/>
    <p1510:client id="{FB5F8A50-6083-4532-94AC-D88D1E22C230}" v="154" dt="2026-08-14T15:38:30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91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108" y="204"/>
      </p:cViewPr>
      <p:guideLst>
        <p:guide orient="horz" pos="2251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font" Target="fonts/font17.fntdata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font" Target="fonts/font8.fntdata"/><Relationship Id="rId304" Type="http://schemas.openxmlformats.org/officeDocument/2006/relationships/presProps" Target="presProps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font" Target="fonts/font10.fntdata"/><Relationship Id="rId306" Type="http://schemas.openxmlformats.org/officeDocument/2006/relationships/theme" Target="theme/theme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font" Target="fonts/font11.fntdata"/><Relationship Id="rId307" Type="http://schemas.openxmlformats.org/officeDocument/2006/relationships/tableStyles" Target="tableStyles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font" Target="fonts/font1.fntdata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font" Target="fonts/font12.fntdata"/><Relationship Id="rId308" Type="http://schemas.microsoft.com/office/2016/11/relationships/changesInfo" Target="changesInfos/changesInfo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font" Target="fonts/font2.fntdata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font" Target="fonts/font13.fntdata"/><Relationship Id="rId309" Type="http://schemas.microsoft.com/office/2015/10/relationships/revisionInfo" Target="revisionInfo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font" Target="fonts/font3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font" Target="fonts/font14.fntdata"/><Relationship Id="rId300" Type="http://schemas.openxmlformats.org/officeDocument/2006/relationships/font" Target="fonts/font18.fntdata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font" Target="fonts/font4.fntdata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font" Target="fonts/font15.fntdata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font" Target="fonts/font19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font" Target="fonts/font5.fntdata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font" Target="fonts/font16.fntdata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font" Target="fonts/font6.fntdata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font" Target="fonts/font21.fntdata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font" Target="fonts/font7.fntdata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font" Target="fonts/font9.fntdata"/><Relationship Id="rId30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준 명" userId="62eac216d436bb14" providerId="LiveId" clId="{C2071B9A-11A3-48F2-A952-2ED29732BD11}"/>
    <pc:docChg chg="undo custSel addSld delSld modSld">
      <pc:chgData name="재준 명" userId="62eac216d436bb14" providerId="LiveId" clId="{C2071B9A-11A3-48F2-A952-2ED29732BD11}" dt="2026-08-14T15:52:48.559" v="717" actId="47"/>
      <pc:docMkLst>
        <pc:docMk/>
      </pc:docMkLst>
      <pc:sldChg chg="modSp mod">
        <pc:chgData name="재준 명" userId="62eac216d436bb14" providerId="LiveId" clId="{C2071B9A-11A3-48F2-A952-2ED29732BD11}" dt="2026-08-14T15:46:08.373" v="715" actId="5793"/>
        <pc:sldMkLst>
          <pc:docMk/>
          <pc:sldMk cId="265161845" sldId="295"/>
        </pc:sldMkLst>
        <pc:spChg chg="mod">
          <ac:chgData name="재준 명" userId="62eac216d436bb14" providerId="LiveId" clId="{C2071B9A-11A3-48F2-A952-2ED29732BD11}" dt="2026-08-14T15:46:08.373" v="715" actId="5793"/>
          <ac:spMkLst>
            <pc:docMk/>
            <pc:sldMk cId="265161845" sldId="295"/>
            <ac:spMk id="3" creationId="{00000000-0000-0000-0000-000000000000}"/>
          </ac:spMkLst>
        </pc:spChg>
        <pc:spChg chg="mod">
          <ac:chgData name="재준 명" userId="62eac216d436bb14" providerId="LiveId" clId="{C2071B9A-11A3-48F2-A952-2ED29732BD11}" dt="2026-08-14T15:45:59.615" v="675" actId="1076"/>
          <ac:spMkLst>
            <pc:docMk/>
            <pc:sldMk cId="265161845" sldId="295"/>
            <ac:spMk id="6" creationId="{5988F29C-1783-431E-F3B2-8E07380CCB92}"/>
          </ac:spMkLst>
        </pc:spChg>
      </pc:sldChg>
      <pc:sldChg chg="del">
        <pc:chgData name="재준 명" userId="62eac216d436bb14" providerId="LiveId" clId="{C2071B9A-11A3-48F2-A952-2ED29732BD11}" dt="2026-08-14T15:45:45.348" v="670" actId="47"/>
        <pc:sldMkLst>
          <pc:docMk/>
          <pc:sldMk cId="2735209650" sldId="296"/>
        </pc:sldMkLst>
      </pc:sldChg>
      <pc:sldChg chg="del">
        <pc:chgData name="재준 명" userId="62eac216d436bb14" providerId="LiveId" clId="{C2071B9A-11A3-48F2-A952-2ED29732BD11}" dt="2026-08-14T15:45:45.348" v="670" actId="47"/>
        <pc:sldMkLst>
          <pc:docMk/>
          <pc:sldMk cId="4272184119" sldId="297"/>
        </pc:sldMkLst>
      </pc:sldChg>
      <pc:sldChg chg="del">
        <pc:chgData name="재준 명" userId="62eac216d436bb14" providerId="LiveId" clId="{C2071B9A-11A3-48F2-A952-2ED29732BD11}" dt="2026-08-14T15:45:45.348" v="670" actId="47"/>
        <pc:sldMkLst>
          <pc:docMk/>
          <pc:sldMk cId="578176980" sldId="298"/>
        </pc:sldMkLst>
      </pc:sldChg>
      <pc:sldChg chg="del">
        <pc:chgData name="재준 명" userId="62eac216d436bb14" providerId="LiveId" clId="{C2071B9A-11A3-48F2-A952-2ED29732BD11}" dt="2026-08-14T15:45:45.348" v="670" actId="47"/>
        <pc:sldMkLst>
          <pc:docMk/>
          <pc:sldMk cId="2763818054" sldId="299"/>
        </pc:sldMkLst>
      </pc:sldChg>
      <pc:sldChg chg="del">
        <pc:chgData name="재준 명" userId="62eac216d436bb14" providerId="LiveId" clId="{C2071B9A-11A3-48F2-A952-2ED29732BD11}" dt="2026-08-14T15:45:45.348" v="670" actId="47"/>
        <pc:sldMkLst>
          <pc:docMk/>
          <pc:sldMk cId="342438351" sldId="300"/>
        </pc:sldMkLst>
      </pc:sldChg>
      <pc:sldChg chg="delSp modSp mod">
        <pc:chgData name="재준 명" userId="62eac216d436bb14" providerId="LiveId" clId="{C2071B9A-11A3-48F2-A952-2ED29732BD11}" dt="2026-08-14T15:19:16.037" v="146" actId="207"/>
        <pc:sldMkLst>
          <pc:docMk/>
          <pc:sldMk cId="1358243069" sldId="397"/>
        </pc:sldMkLst>
        <pc:spChg chg="del">
          <ac:chgData name="재준 명" userId="62eac216d436bb14" providerId="LiveId" clId="{C2071B9A-11A3-48F2-A952-2ED29732BD11}" dt="2026-08-14T15:19:08.576" v="143" actId="478"/>
          <ac:spMkLst>
            <pc:docMk/>
            <pc:sldMk cId="1358243069" sldId="397"/>
            <ac:spMk id="2" creationId="{7CCC4DD7-D6CF-F4FA-C0D9-578571767D70}"/>
          </ac:spMkLst>
        </pc:spChg>
        <pc:spChg chg="del">
          <ac:chgData name="재준 명" userId="62eac216d436bb14" providerId="LiveId" clId="{C2071B9A-11A3-48F2-A952-2ED29732BD11}" dt="2026-08-14T15:19:09.471" v="144" actId="478"/>
          <ac:spMkLst>
            <pc:docMk/>
            <pc:sldMk cId="1358243069" sldId="397"/>
            <ac:spMk id="3" creationId="{57C633B7-0BF2-301E-0DDE-8D377B2878AC}"/>
          </ac:spMkLst>
        </pc:spChg>
        <pc:spChg chg="del">
          <ac:chgData name="재준 명" userId="62eac216d436bb14" providerId="LiveId" clId="{C2071B9A-11A3-48F2-A952-2ED29732BD11}" dt="2026-08-14T15:19:07.283" v="142" actId="478"/>
          <ac:spMkLst>
            <pc:docMk/>
            <pc:sldMk cId="1358243069" sldId="397"/>
            <ac:spMk id="5" creationId="{8B77B2DB-C72D-96B3-18FA-6C7346C1513F}"/>
          </ac:spMkLst>
        </pc:spChg>
        <pc:spChg chg="mod">
          <ac:chgData name="재준 명" userId="62eac216d436bb14" providerId="LiveId" clId="{C2071B9A-11A3-48F2-A952-2ED29732BD11}" dt="2026-08-14T15:19:11.890" v="145" actId="207"/>
          <ac:spMkLst>
            <pc:docMk/>
            <pc:sldMk cId="1358243069" sldId="397"/>
            <ac:spMk id="9" creationId="{54CF6676-AEF6-815D-DD7C-AF6A34288656}"/>
          </ac:spMkLst>
        </pc:spChg>
        <pc:spChg chg="mod">
          <ac:chgData name="재준 명" userId="62eac216d436bb14" providerId="LiveId" clId="{C2071B9A-11A3-48F2-A952-2ED29732BD11}" dt="2026-08-14T15:19:16.037" v="146" actId="207"/>
          <ac:spMkLst>
            <pc:docMk/>
            <pc:sldMk cId="1358243069" sldId="397"/>
            <ac:spMk id="11" creationId="{219D9499-4FE3-7801-8EA5-89DCB091992A}"/>
          </ac:spMkLst>
        </pc:spChg>
      </pc:sldChg>
      <pc:sldChg chg="delSp modSp mod">
        <pc:chgData name="재준 명" userId="62eac216d436bb14" providerId="LiveId" clId="{C2071B9A-11A3-48F2-A952-2ED29732BD11}" dt="2026-08-14T15:19:25.993" v="150" actId="207"/>
        <pc:sldMkLst>
          <pc:docMk/>
          <pc:sldMk cId="1432387758" sldId="399"/>
        </pc:sldMkLst>
        <pc:spChg chg="mod">
          <ac:chgData name="재준 명" userId="62eac216d436bb14" providerId="LiveId" clId="{C2071B9A-11A3-48F2-A952-2ED29732BD11}" dt="2026-08-14T15:19:20.831" v="148" actId="207"/>
          <ac:spMkLst>
            <pc:docMk/>
            <pc:sldMk cId="1432387758" sldId="399"/>
            <ac:spMk id="4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25.993" v="150" actId="207"/>
          <ac:spMkLst>
            <pc:docMk/>
            <pc:sldMk cId="1432387758" sldId="399"/>
            <ac:spMk id="5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25.993" v="150" actId="207"/>
          <ac:spMkLst>
            <pc:docMk/>
            <pc:sldMk cId="1432387758" sldId="399"/>
            <ac:spMk id="6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25.993" v="150" actId="207"/>
          <ac:spMkLst>
            <pc:docMk/>
            <pc:sldMk cId="1432387758" sldId="399"/>
            <ac:spMk id="7" creationId="{00000000-0000-0000-0000-000000000000}"/>
          </ac:spMkLst>
        </pc:spChg>
        <pc:spChg chg="del">
          <ac:chgData name="재준 명" userId="62eac216d436bb14" providerId="LiveId" clId="{C2071B9A-11A3-48F2-A952-2ED29732BD11}" dt="2026-08-14T15:19:18.451" v="147" actId="478"/>
          <ac:spMkLst>
            <pc:docMk/>
            <pc:sldMk cId="1432387758" sldId="399"/>
            <ac:spMk id="10" creationId="{4D101FAE-E557-75D3-572D-3EC3F30131B4}"/>
          </ac:spMkLst>
        </pc:spChg>
        <pc:picChg chg="del">
          <ac:chgData name="재준 명" userId="62eac216d436bb14" providerId="LiveId" clId="{C2071B9A-11A3-48F2-A952-2ED29732BD11}" dt="2026-08-14T15:19:23.302" v="149" actId="478"/>
          <ac:picMkLst>
            <pc:docMk/>
            <pc:sldMk cId="1432387758" sldId="399"/>
            <ac:picMk id="2" creationId="{00000000-0000-0000-0000-000000000000}"/>
          </ac:picMkLst>
        </pc:picChg>
      </pc:sldChg>
      <pc:sldChg chg="addSp delSp modSp mod">
        <pc:chgData name="재준 명" userId="62eac216d436bb14" providerId="LiveId" clId="{C2071B9A-11A3-48F2-A952-2ED29732BD11}" dt="2026-08-14T15:19:45.851" v="157" actId="207"/>
        <pc:sldMkLst>
          <pc:docMk/>
          <pc:sldMk cId="4028517275" sldId="400"/>
        </pc:sldMkLst>
        <pc:spChg chg="mod">
          <ac:chgData name="재준 명" userId="62eac216d436bb14" providerId="LiveId" clId="{C2071B9A-11A3-48F2-A952-2ED29732BD11}" dt="2026-08-14T15:19:32.614" v="152" actId="207"/>
          <ac:spMkLst>
            <pc:docMk/>
            <pc:sldMk cId="4028517275" sldId="400"/>
            <ac:spMk id="5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32.614" v="152" actId="207"/>
          <ac:spMkLst>
            <pc:docMk/>
            <pc:sldMk cId="4028517275" sldId="400"/>
            <ac:spMk id="6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32.614" v="152" actId="207"/>
          <ac:spMkLst>
            <pc:docMk/>
            <pc:sldMk cId="4028517275" sldId="400"/>
            <ac:spMk id="7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45.851" v="157" actId="207"/>
          <ac:spMkLst>
            <pc:docMk/>
            <pc:sldMk cId="4028517275" sldId="400"/>
            <ac:spMk id="8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45.851" v="157" actId="207"/>
          <ac:spMkLst>
            <pc:docMk/>
            <pc:sldMk cId="4028517275" sldId="400"/>
            <ac:spMk id="9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45.851" v="157" actId="207"/>
          <ac:spMkLst>
            <pc:docMk/>
            <pc:sldMk cId="4028517275" sldId="400"/>
            <ac:spMk id="10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45.851" v="157" actId="207"/>
          <ac:spMkLst>
            <pc:docMk/>
            <pc:sldMk cId="4028517275" sldId="400"/>
            <ac:spMk id="11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45.851" v="157" actId="207"/>
          <ac:spMkLst>
            <pc:docMk/>
            <pc:sldMk cId="4028517275" sldId="400"/>
            <ac:spMk id="12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9:45.851" v="157" actId="207"/>
          <ac:spMkLst>
            <pc:docMk/>
            <pc:sldMk cId="4028517275" sldId="400"/>
            <ac:spMk id="13" creationId="{00000000-0000-0000-0000-000000000000}"/>
          </ac:spMkLst>
        </pc:spChg>
        <pc:spChg chg="del">
          <ac:chgData name="재준 명" userId="62eac216d436bb14" providerId="LiveId" clId="{C2071B9A-11A3-48F2-A952-2ED29732BD11}" dt="2026-08-14T15:19:29.006" v="151" actId="478"/>
          <ac:spMkLst>
            <pc:docMk/>
            <pc:sldMk cId="4028517275" sldId="400"/>
            <ac:spMk id="15" creationId="{AC346C53-F09C-16B9-D1E9-B65661776787}"/>
          </ac:spMkLst>
        </pc:spChg>
        <pc:picChg chg="add del">
          <ac:chgData name="재준 명" userId="62eac216d436bb14" providerId="LiveId" clId="{C2071B9A-11A3-48F2-A952-2ED29732BD11}" dt="2026-08-14T15:19:41.127" v="156" actId="478"/>
          <ac:picMkLst>
            <pc:docMk/>
            <pc:sldMk cId="4028517275" sldId="400"/>
            <ac:picMk id="3" creationId="{00000000-0000-0000-0000-000000000000}"/>
          </ac:picMkLst>
        </pc:picChg>
        <pc:picChg chg="add del">
          <ac:chgData name="재준 명" userId="62eac216d436bb14" providerId="LiveId" clId="{C2071B9A-11A3-48F2-A952-2ED29732BD11}" dt="2026-08-14T15:19:40.843" v="155" actId="478"/>
          <ac:picMkLst>
            <pc:docMk/>
            <pc:sldMk cId="4028517275" sldId="400"/>
            <ac:picMk id="4" creationId="{00000000-0000-0000-0000-000000000000}"/>
          </ac:picMkLst>
        </pc:picChg>
      </pc:sldChg>
      <pc:sldChg chg="delSp modSp mod">
        <pc:chgData name="재준 명" userId="62eac216d436bb14" providerId="LiveId" clId="{C2071B9A-11A3-48F2-A952-2ED29732BD11}" dt="2026-08-14T15:19:58.727" v="159" actId="207"/>
        <pc:sldMkLst>
          <pc:docMk/>
          <pc:sldMk cId="3586992836" sldId="401"/>
        </pc:sldMkLst>
        <pc:spChg chg="mod">
          <ac:chgData name="재준 명" userId="62eac216d436bb14" providerId="LiveId" clId="{C2071B9A-11A3-48F2-A952-2ED29732BD11}" dt="2026-08-14T15:19:58.727" v="159" actId="207"/>
          <ac:spMkLst>
            <pc:docMk/>
            <pc:sldMk cId="3586992836" sldId="401"/>
            <ac:spMk id="5" creationId="{00000000-0000-0000-0000-000000000000}"/>
          </ac:spMkLst>
        </pc:spChg>
        <pc:spChg chg="del">
          <ac:chgData name="재준 명" userId="62eac216d436bb14" providerId="LiveId" clId="{C2071B9A-11A3-48F2-A952-2ED29732BD11}" dt="2026-08-14T15:19:51.290" v="158" actId="478"/>
          <ac:spMkLst>
            <pc:docMk/>
            <pc:sldMk cId="3586992836" sldId="401"/>
            <ac:spMk id="13" creationId="{ACD2594F-D58E-608B-B0C3-121938EBF5D1}"/>
          </ac:spMkLst>
        </pc:spChg>
      </pc:sldChg>
      <pc:sldChg chg="delSp modSp mod">
        <pc:chgData name="재준 명" userId="62eac216d436bb14" providerId="LiveId" clId="{C2071B9A-11A3-48F2-A952-2ED29732BD11}" dt="2026-08-14T15:20:26.225" v="165" actId="1076"/>
        <pc:sldMkLst>
          <pc:docMk/>
          <pc:sldMk cId="4135398215" sldId="402"/>
        </pc:sldMkLst>
        <pc:spChg chg="mod">
          <ac:chgData name="재준 명" userId="62eac216d436bb14" providerId="LiveId" clId="{C2071B9A-11A3-48F2-A952-2ED29732BD11}" dt="2026-08-14T15:20:13.071" v="161" actId="207"/>
          <ac:spMkLst>
            <pc:docMk/>
            <pc:sldMk cId="4135398215" sldId="402"/>
            <ac:spMk id="5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13.071" v="161" actId="207"/>
          <ac:spMkLst>
            <pc:docMk/>
            <pc:sldMk cId="4135398215" sldId="402"/>
            <ac:spMk id="6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20.121" v="162" actId="207"/>
          <ac:spMkLst>
            <pc:docMk/>
            <pc:sldMk cId="4135398215" sldId="402"/>
            <ac:spMk id="8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23.826" v="164" actId="1076"/>
          <ac:spMkLst>
            <pc:docMk/>
            <pc:sldMk cId="4135398215" sldId="402"/>
            <ac:spMk id="9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26.225" v="165" actId="1076"/>
          <ac:spMkLst>
            <pc:docMk/>
            <pc:sldMk cId="4135398215" sldId="402"/>
            <ac:spMk id="10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20.121" v="162" actId="207"/>
          <ac:spMkLst>
            <pc:docMk/>
            <pc:sldMk cId="4135398215" sldId="402"/>
            <ac:spMk id="11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20.121" v="162" actId="207"/>
          <ac:spMkLst>
            <pc:docMk/>
            <pc:sldMk cId="4135398215" sldId="402"/>
            <ac:spMk id="12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20.121" v="162" actId="207"/>
          <ac:spMkLst>
            <pc:docMk/>
            <pc:sldMk cId="4135398215" sldId="402"/>
            <ac:spMk id="13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20.121" v="162" actId="207"/>
          <ac:spMkLst>
            <pc:docMk/>
            <pc:sldMk cId="4135398215" sldId="402"/>
            <ac:spMk id="14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0:20.121" v="162" actId="207"/>
          <ac:spMkLst>
            <pc:docMk/>
            <pc:sldMk cId="4135398215" sldId="402"/>
            <ac:spMk id="15" creationId="{00000000-0000-0000-0000-000000000000}"/>
          </ac:spMkLst>
        </pc:spChg>
        <pc:spChg chg="del">
          <ac:chgData name="재준 명" userId="62eac216d436bb14" providerId="LiveId" clId="{C2071B9A-11A3-48F2-A952-2ED29732BD11}" dt="2026-08-14T15:20:08.628" v="160" actId="478"/>
          <ac:spMkLst>
            <pc:docMk/>
            <pc:sldMk cId="4135398215" sldId="402"/>
            <ac:spMk id="18" creationId="{C7464B08-D93C-5387-E3E4-5667236D9F37}"/>
          </ac:spMkLst>
        </pc:spChg>
      </pc:sldChg>
      <pc:sldChg chg="delSp modSp mod">
        <pc:chgData name="재준 명" userId="62eac216d436bb14" providerId="LiveId" clId="{C2071B9A-11A3-48F2-A952-2ED29732BD11}" dt="2026-08-14T15:20:37.114" v="171" actId="207"/>
        <pc:sldMkLst>
          <pc:docMk/>
          <pc:sldMk cId="1294698369" sldId="403"/>
        </pc:sldMkLst>
        <pc:spChg chg="mod">
          <ac:chgData name="재준 명" userId="62eac216d436bb14" providerId="LiveId" clId="{C2071B9A-11A3-48F2-A952-2ED29732BD11}" dt="2026-08-14T15:20:37.114" v="171" actId="207"/>
          <ac:spMkLst>
            <pc:docMk/>
            <pc:sldMk cId="1294698369" sldId="403"/>
            <ac:spMk id="4" creationId="{00000000-0000-0000-0000-000000000000}"/>
          </ac:spMkLst>
        </pc:spChg>
        <pc:spChg chg="del mod">
          <ac:chgData name="재준 명" userId="62eac216d436bb14" providerId="LiveId" clId="{C2071B9A-11A3-48F2-A952-2ED29732BD11}" dt="2026-08-14T15:20:30.083" v="167" actId="478"/>
          <ac:spMkLst>
            <pc:docMk/>
            <pc:sldMk cId="1294698369" sldId="403"/>
            <ac:spMk id="13" creationId="{C3332BF3-BA32-FBF8-309E-3D1F49C8D809}"/>
          </ac:spMkLst>
        </pc:spChg>
      </pc:sldChg>
      <pc:sldChg chg="modSp mod">
        <pc:chgData name="재준 명" userId="62eac216d436bb14" providerId="LiveId" clId="{C2071B9A-11A3-48F2-A952-2ED29732BD11}" dt="2026-08-14T15:20:54.002" v="172" actId="1076"/>
        <pc:sldMkLst>
          <pc:docMk/>
          <pc:sldMk cId="1696649576" sldId="405"/>
        </pc:sldMkLst>
        <pc:spChg chg="mod">
          <ac:chgData name="재준 명" userId="62eac216d436bb14" providerId="LiveId" clId="{C2071B9A-11A3-48F2-A952-2ED29732BD11}" dt="2026-08-14T15:20:54.002" v="172" actId="1076"/>
          <ac:spMkLst>
            <pc:docMk/>
            <pc:sldMk cId="1696649576" sldId="405"/>
            <ac:spMk id="3" creationId="{85947226-2FC1-C6DA-E0D6-4838B8666FF7}"/>
          </ac:spMkLst>
        </pc:spChg>
      </pc:sldChg>
      <pc:sldChg chg="modSp mod">
        <pc:chgData name="재준 명" userId="62eac216d436bb14" providerId="LiveId" clId="{C2071B9A-11A3-48F2-A952-2ED29732BD11}" dt="2026-08-14T14:58:33.151" v="137" actId="1076"/>
        <pc:sldMkLst>
          <pc:docMk/>
          <pc:sldMk cId="3718965766" sldId="406"/>
        </pc:sldMkLst>
        <pc:spChg chg="mod">
          <ac:chgData name="재준 명" userId="62eac216d436bb14" providerId="LiveId" clId="{C2071B9A-11A3-48F2-A952-2ED29732BD11}" dt="2026-08-14T14:58:33.151" v="137" actId="1076"/>
          <ac:spMkLst>
            <pc:docMk/>
            <pc:sldMk cId="3718965766" sldId="406"/>
            <ac:spMk id="9" creationId="{A6D6DEC6-CE28-A5B4-83CD-CA7AD8A4D435}"/>
          </ac:spMkLst>
        </pc:spChg>
        <pc:spChg chg="mod">
          <ac:chgData name="재준 명" userId="62eac216d436bb14" providerId="LiveId" clId="{C2071B9A-11A3-48F2-A952-2ED29732BD11}" dt="2026-08-14T14:57:31.866" v="2" actId="14100"/>
          <ac:spMkLst>
            <pc:docMk/>
            <pc:sldMk cId="3718965766" sldId="406"/>
            <ac:spMk id="15" creationId="{18B3E3CD-6765-6B6D-887C-7C46556BC813}"/>
          </ac:spMkLst>
        </pc:spChg>
        <pc:spChg chg="mod">
          <ac:chgData name="재준 명" userId="62eac216d436bb14" providerId="LiveId" clId="{C2071B9A-11A3-48F2-A952-2ED29732BD11}" dt="2026-08-14T14:57:26.319" v="1" actId="404"/>
          <ac:spMkLst>
            <pc:docMk/>
            <pc:sldMk cId="3718965766" sldId="406"/>
            <ac:spMk id="16" creationId="{E88C72BD-FD71-4D39-4335-4624361B644B}"/>
          </ac:spMkLst>
        </pc:spChg>
        <pc:spChg chg="mod">
          <ac:chgData name="재준 명" userId="62eac216d436bb14" providerId="LiveId" clId="{C2071B9A-11A3-48F2-A952-2ED29732BD11}" dt="2026-08-14T14:58:22.833" v="130" actId="20577"/>
          <ac:spMkLst>
            <pc:docMk/>
            <pc:sldMk cId="3718965766" sldId="406"/>
            <ac:spMk id="20" creationId="{0390620C-C582-23AD-3E95-C4D1AD1FAFFE}"/>
          </ac:spMkLst>
        </pc:spChg>
        <pc:spChg chg="mod">
          <ac:chgData name="재준 명" userId="62eac216d436bb14" providerId="LiveId" clId="{C2071B9A-11A3-48F2-A952-2ED29732BD11}" dt="2026-08-14T14:57:36.284" v="3" actId="1076"/>
          <ac:spMkLst>
            <pc:docMk/>
            <pc:sldMk cId="3718965766" sldId="406"/>
            <ac:spMk id="22" creationId="{57638B5A-18E5-484B-D6F9-F52BF5FDABD4}"/>
          </ac:spMkLst>
        </pc:spChg>
        <pc:spChg chg="mod">
          <ac:chgData name="재준 명" userId="62eac216d436bb14" providerId="LiveId" clId="{C2071B9A-11A3-48F2-A952-2ED29732BD11}" dt="2026-08-14T14:57:37.963" v="4" actId="1076"/>
          <ac:spMkLst>
            <pc:docMk/>
            <pc:sldMk cId="3718965766" sldId="406"/>
            <ac:spMk id="26" creationId="{78861910-394D-7B18-6C11-DAF0BEE31595}"/>
          </ac:spMkLst>
        </pc:spChg>
        <pc:cxnChg chg="mod">
          <ac:chgData name="재준 명" userId="62eac216d436bb14" providerId="LiveId" clId="{C2071B9A-11A3-48F2-A952-2ED29732BD11}" dt="2026-08-14T14:57:39.818" v="5" actId="1076"/>
          <ac:cxnSpMkLst>
            <pc:docMk/>
            <pc:sldMk cId="3718965766" sldId="406"/>
            <ac:cxnSpMk id="24" creationId="{2602F5CD-9CD2-140D-EA38-3A6D2440A8AF}"/>
          </ac:cxnSpMkLst>
        </pc:cxnChg>
      </pc:sldChg>
      <pc:sldChg chg="delSp modSp mod">
        <pc:chgData name="재준 명" userId="62eac216d436bb14" providerId="LiveId" clId="{C2071B9A-11A3-48F2-A952-2ED29732BD11}" dt="2026-08-14T15:19:00.995" v="141" actId="1076"/>
        <pc:sldMkLst>
          <pc:docMk/>
          <pc:sldMk cId="4116271085" sldId="407"/>
        </pc:sldMkLst>
        <pc:spChg chg="mod">
          <ac:chgData name="재준 명" userId="62eac216d436bb14" providerId="LiveId" clId="{C2071B9A-11A3-48F2-A952-2ED29732BD11}" dt="2026-08-14T15:18:56.750" v="140" actId="207"/>
          <ac:spMkLst>
            <pc:docMk/>
            <pc:sldMk cId="4116271085" sldId="407"/>
            <ac:spMk id="10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8:56.750" v="140" actId="207"/>
          <ac:spMkLst>
            <pc:docMk/>
            <pc:sldMk cId="4116271085" sldId="407"/>
            <ac:spMk id="11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8:56.750" v="140" actId="207"/>
          <ac:spMkLst>
            <pc:docMk/>
            <pc:sldMk cId="4116271085" sldId="407"/>
            <ac:spMk id="12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8:56.750" v="140" actId="207"/>
          <ac:spMkLst>
            <pc:docMk/>
            <pc:sldMk cId="4116271085" sldId="407"/>
            <ac:spMk id="13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8:56.750" v="140" actId="207"/>
          <ac:spMkLst>
            <pc:docMk/>
            <pc:sldMk cId="4116271085" sldId="407"/>
            <ac:spMk id="14" creationId="{00000000-0000-0000-0000-000000000000}"/>
          </ac:spMkLst>
        </pc:spChg>
        <pc:spChg chg="mod">
          <ac:chgData name="재준 명" userId="62eac216d436bb14" providerId="LiveId" clId="{C2071B9A-11A3-48F2-A952-2ED29732BD11}" dt="2026-08-14T15:18:56.750" v="140" actId="207"/>
          <ac:spMkLst>
            <pc:docMk/>
            <pc:sldMk cId="4116271085" sldId="407"/>
            <ac:spMk id="15" creationId="{00000000-0000-0000-0000-000000000000}"/>
          </ac:spMkLst>
        </pc:spChg>
        <pc:picChg chg="del">
          <ac:chgData name="재준 명" userId="62eac216d436bb14" providerId="LiveId" clId="{C2071B9A-11A3-48F2-A952-2ED29732BD11}" dt="2026-08-14T15:18:50.377" v="138" actId="478"/>
          <ac:picMkLst>
            <pc:docMk/>
            <pc:sldMk cId="4116271085" sldId="407"/>
            <ac:picMk id="2" creationId="{00000000-0000-0000-0000-000000000000}"/>
          </ac:picMkLst>
        </pc:picChg>
        <pc:picChg chg="mod">
          <ac:chgData name="재준 명" userId="62eac216d436bb14" providerId="LiveId" clId="{C2071B9A-11A3-48F2-A952-2ED29732BD11}" dt="2026-08-14T15:19:00.995" v="141" actId="1076"/>
          <ac:picMkLst>
            <pc:docMk/>
            <pc:sldMk cId="4116271085" sldId="407"/>
            <ac:picMk id="17" creationId="{8252481E-120A-6B1F-639A-8EB7991BAE84}"/>
          </ac:picMkLst>
        </pc:picChg>
      </pc:sldChg>
      <pc:sldChg chg="delSp new del mod">
        <pc:chgData name="재준 명" userId="62eac216d436bb14" providerId="LiveId" clId="{C2071B9A-11A3-48F2-A952-2ED29732BD11}" dt="2026-08-14T15:22:22.307" v="178" actId="47"/>
        <pc:sldMkLst>
          <pc:docMk/>
          <pc:sldMk cId="3753812922" sldId="451"/>
        </pc:sldMkLst>
        <pc:spChg chg="del">
          <ac:chgData name="재준 명" userId="62eac216d436bb14" providerId="LiveId" clId="{C2071B9A-11A3-48F2-A952-2ED29732BD11}" dt="2026-08-14T15:21:25.450" v="174" actId="478"/>
          <ac:spMkLst>
            <pc:docMk/>
            <pc:sldMk cId="3753812922" sldId="451"/>
            <ac:spMk id="2" creationId="{56A329C1-C9E7-F3A7-C805-DC65FE1339D3}"/>
          </ac:spMkLst>
        </pc:spChg>
        <pc:spChg chg="del">
          <ac:chgData name="재준 명" userId="62eac216d436bb14" providerId="LiveId" clId="{C2071B9A-11A3-48F2-A952-2ED29732BD11}" dt="2026-08-14T15:21:25.450" v="174" actId="478"/>
          <ac:spMkLst>
            <pc:docMk/>
            <pc:sldMk cId="3753812922" sldId="451"/>
            <ac:spMk id="3" creationId="{31EC5DBB-00D0-E2B5-1DC5-B013071C4FCF}"/>
          </ac:spMkLst>
        </pc:spChg>
      </pc:sldChg>
      <pc:sldChg chg="new del">
        <pc:chgData name="재준 명" userId="62eac216d436bb14" providerId="LiveId" clId="{C2071B9A-11A3-48F2-A952-2ED29732BD11}" dt="2026-08-14T15:22:15.318" v="177" actId="47"/>
        <pc:sldMkLst>
          <pc:docMk/>
          <pc:sldMk cId="1042250640" sldId="452"/>
        </pc:sldMkLst>
      </pc:sldChg>
      <pc:sldChg chg="add">
        <pc:chgData name="재준 명" userId="62eac216d436bb14" providerId="LiveId" clId="{C2071B9A-11A3-48F2-A952-2ED29732BD11}" dt="2026-08-14T15:22:13.200" v="176"/>
        <pc:sldMkLst>
          <pc:docMk/>
          <pc:sldMk cId="311285484" sldId="453"/>
        </pc:sldMkLst>
      </pc:sldChg>
      <pc:sldChg chg="add">
        <pc:chgData name="재준 명" userId="62eac216d436bb14" providerId="LiveId" clId="{C2071B9A-11A3-48F2-A952-2ED29732BD11}" dt="2026-08-14T15:22:13.200" v="176"/>
        <pc:sldMkLst>
          <pc:docMk/>
          <pc:sldMk cId="1557305653" sldId="454"/>
        </pc:sldMkLst>
      </pc:sldChg>
      <pc:sldChg chg="add">
        <pc:chgData name="재준 명" userId="62eac216d436bb14" providerId="LiveId" clId="{C2071B9A-11A3-48F2-A952-2ED29732BD11}" dt="2026-08-14T15:22:13.200" v="176"/>
        <pc:sldMkLst>
          <pc:docMk/>
          <pc:sldMk cId="3327316629" sldId="455"/>
        </pc:sldMkLst>
      </pc:sldChg>
      <pc:sldChg chg="add">
        <pc:chgData name="재준 명" userId="62eac216d436bb14" providerId="LiveId" clId="{C2071B9A-11A3-48F2-A952-2ED29732BD11}" dt="2026-08-14T15:22:13.200" v="176"/>
        <pc:sldMkLst>
          <pc:docMk/>
          <pc:sldMk cId="3921665370" sldId="456"/>
        </pc:sldMkLst>
      </pc:sldChg>
      <pc:sldChg chg="add">
        <pc:chgData name="재준 명" userId="62eac216d436bb14" providerId="LiveId" clId="{C2071B9A-11A3-48F2-A952-2ED29732BD11}" dt="2026-08-14T15:22:13.200" v="176"/>
        <pc:sldMkLst>
          <pc:docMk/>
          <pc:sldMk cId="1903677929" sldId="457"/>
        </pc:sldMkLst>
      </pc:sldChg>
      <pc:sldChg chg="add">
        <pc:chgData name="재준 명" userId="62eac216d436bb14" providerId="LiveId" clId="{C2071B9A-11A3-48F2-A952-2ED29732BD11}" dt="2026-08-14T15:22:13.200" v="176"/>
        <pc:sldMkLst>
          <pc:docMk/>
          <pc:sldMk cId="1166133756" sldId="458"/>
        </pc:sldMkLst>
      </pc:sldChg>
      <pc:sldChg chg="new del">
        <pc:chgData name="재준 명" userId="62eac216d436bb14" providerId="LiveId" clId="{C2071B9A-11A3-48F2-A952-2ED29732BD11}" dt="2026-08-14T15:23:19.361" v="181" actId="47"/>
        <pc:sldMkLst>
          <pc:docMk/>
          <pc:sldMk cId="2611188760" sldId="459"/>
        </pc:sldMkLst>
      </pc:sldChg>
      <pc:sldChg chg="add setBg">
        <pc:chgData name="재준 명" userId="62eac216d436bb14" providerId="LiveId" clId="{C2071B9A-11A3-48F2-A952-2ED29732BD11}" dt="2026-08-14T15:23:16.522" v="180"/>
        <pc:sldMkLst>
          <pc:docMk/>
          <pc:sldMk cId="2929523019" sldId="460"/>
        </pc:sldMkLst>
      </pc:sldChg>
      <pc:sldChg chg="add setBg">
        <pc:chgData name="재준 명" userId="62eac216d436bb14" providerId="LiveId" clId="{C2071B9A-11A3-48F2-A952-2ED29732BD11}" dt="2026-08-14T15:23:16.522" v="180"/>
        <pc:sldMkLst>
          <pc:docMk/>
          <pc:sldMk cId="3095476139" sldId="461"/>
        </pc:sldMkLst>
      </pc:sldChg>
      <pc:sldChg chg="add">
        <pc:chgData name="재준 명" userId="62eac216d436bb14" providerId="LiveId" clId="{C2071B9A-11A3-48F2-A952-2ED29732BD11}" dt="2026-08-14T15:23:16.522" v="180"/>
        <pc:sldMkLst>
          <pc:docMk/>
          <pc:sldMk cId="1026889035" sldId="462"/>
        </pc:sldMkLst>
      </pc:sldChg>
      <pc:sldChg chg="add">
        <pc:chgData name="재준 명" userId="62eac216d436bb14" providerId="LiveId" clId="{C2071B9A-11A3-48F2-A952-2ED29732BD11}" dt="2026-08-14T15:23:16.522" v="180"/>
        <pc:sldMkLst>
          <pc:docMk/>
          <pc:sldMk cId="1531799231" sldId="463"/>
        </pc:sldMkLst>
      </pc:sldChg>
      <pc:sldChg chg="add">
        <pc:chgData name="재준 명" userId="62eac216d436bb14" providerId="LiveId" clId="{C2071B9A-11A3-48F2-A952-2ED29732BD11}" dt="2026-08-14T15:23:16.522" v="180"/>
        <pc:sldMkLst>
          <pc:docMk/>
          <pc:sldMk cId="1687932879" sldId="464"/>
        </pc:sldMkLst>
      </pc:sldChg>
      <pc:sldChg chg="add">
        <pc:chgData name="재준 명" userId="62eac216d436bb14" providerId="LiveId" clId="{C2071B9A-11A3-48F2-A952-2ED29732BD11}" dt="2026-08-14T15:23:16.522" v="180"/>
        <pc:sldMkLst>
          <pc:docMk/>
          <pc:sldMk cId="3132075029" sldId="465"/>
        </pc:sldMkLst>
      </pc:sldChg>
      <pc:sldChg chg="add">
        <pc:chgData name="재준 명" userId="62eac216d436bb14" providerId="LiveId" clId="{C2071B9A-11A3-48F2-A952-2ED29732BD11}" dt="2026-08-14T15:23:16.522" v="180"/>
        <pc:sldMkLst>
          <pc:docMk/>
          <pc:sldMk cId="2239619011" sldId="466"/>
        </pc:sldMkLst>
      </pc:sldChg>
      <pc:sldChg chg="add">
        <pc:chgData name="재준 명" userId="62eac216d436bb14" providerId="LiveId" clId="{C2071B9A-11A3-48F2-A952-2ED29732BD11}" dt="2026-08-14T15:23:16.522" v="180"/>
        <pc:sldMkLst>
          <pc:docMk/>
          <pc:sldMk cId="3639629508" sldId="467"/>
        </pc:sldMkLst>
      </pc:sldChg>
      <pc:sldChg chg="addSp delSp modSp new mod">
        <pc:chgData name="재준 명" userId="62eac216d436bb14" providerId="LiveId" clId="{C2071B9A-11A3-48F2-A952-2ED29732BD11}" dt="2026-08-14T15:24:04.725" v="220" actId="404"/>
        <pc:sldMkLst>
          <pc:docMk/>
          <pc:sldMk cId="1459889361" sldId="468"/>
        </pc:sldMkLst>
        <pc:spChg chg="del">
          <ac:chgData name="재준 명" userId="62eac216d436bb14" providerId="LiveId" clId="{C2071B9A-11A3-48F2-A952-2ED29732BD11}" dt="2026-08-14T15:23:51.665" v="183" actId="478"/>
          <ac:spMkLst>
            <pc:docMk/>
            <pc:sldMk cId="1459889361" sldId="468"/>
            <ac:spMk id="2" creationId="{14BA5055-C4A5-B596-F7D3-9DB3DF37C66E}"/>
          </ac:spMkLst>
        </pc:spChg>
        <pc:spChg chg="del">
          <ac:chgData name="재준 명" userId="62eac216d436bb14" providerId="LiveId" clId="{C2071B9A-11A3-48F2-A952-2ED29732BD11}" dt="2026-08-14T15:23:51.665" v="183" actId="478"/>
          <ac:spMkLst>
            <pc:docMk/>
            <pc:sldMk cId="1459889361" sldId="468"/>
            <ac:spMk id="3" creationId="{5801D47E-561B-89A8-2BDA-594D5E44D6E4}"/>
          </ac:spMkLst>
        </pc:spChg>
        <pc:spChg chg="add mod">
          <ac:chgData name="재준 명" userId="62eac216d436bb14" providerId="LiveId" clId="{C2071B9A-11A3-48F2-A952-2ED29732BD11}" dt="2026-08-14T15:24:04.725" v="220" actId="404"/>
          <ac:spMkLst>
            <pc:docMk/>
            <pc:sldMk cId="1459889361" sldId="468"/>
            <ac:spMk id="4" creationId="{133EC7DF-0378-6E1F-CFBB-62A7A0221382}"/>
          </ac:spMkLst>
        </pc:spChg>
      </pc:sldChg>
      <pc:sldChg chg="addSp delSp modSp new mod">
        <pc:chgData name="재준 명" userId="62eac216d436bb14" providerId="LiveId" clId="{C2071B9A-11A3-48F2-A952-2ED29732BD11}" dt="2026-08-14T15:24:30.972" v="241" actId="1076"/>
        <pc:sldMkLst>
          <pc:docMk/>
          <pc:sldMk cId="2375634996" sldId="469"/>
        </pc:sldMkLst>
        <pc:spChg chg="del">
          <ac:chgData name="재준 명" userId="62eac216d436bb14" providerId="LiveId" clId="{C2071B9A-11A3-48F2-A952-2ED29732BD11}" dt="2026-08-14T15:24:12.482" v="223" actId="478"/>
          <ac:spMkLst>
            <pc:docMk/>
            <pc:sldMk cId="2375634996" sldId="469"/>
            <ac:spMk id="2" creationId="{926C812E-EA3F-D6A1-4C30-380480D090D2}"/>
          </ac:spMkLst>
        </pc:spChg>
        <pc:spChg chg="del">
          <ac:chgData name="재준 명" userId="62eac216d436bb14" providerId="LiveId" clId="{C2071B9A-11A3-48F2-A952-2ED29732BD11}" dt="2026-08-14T15:24:12.482" v="223" actId="478"/>
          <ac:spMkLst>
            <pc:docMk/>
            <pc:sldMk cId="2375634996" sldId="469"/>
            <ac:spMk id="3" creationId="{36CFC029-54FA-048F-8E29-6F31378E71E4}"/>
          </ac:spMkLst>
        </pc:spChg>
        <pc:spChg chg="add mod">
          <ac:chgData name="재준 명" userId="62eac216d436bb14" providerId="LiveId" clId="{C2071B9A-11A3-48F2-A952-2ED29732BD11}" dt="2026-08-14T15:24:30.972" v="241" actId="1076"/>
          <ac:spMkLst>
            <pc:docMk/>
            <pc:sldMk cId="2375634996" sldId="469"/>
            <ac:spMk id="5" creationId="{5CF73F93-9ABE-DE60-B5B4-B3465B36D749}"/>
          </ac:spMkLst>
        </pc:spChg>
      </pc:sldChg>
      <pc:sldChg chg="add">
        <pc:chgData name="재준 명" userId="62eac216d436bb14" providerId="LiveId" clId="{C2071B9A-11A3-48F2-A952-2ED29732BD11}" dt="2026-08-14T15:24:09.647" v="222"/>
        <pc:sldMkLst>
          <pc:docMk/>
          <pc:sldMk cId="3239174454" sldId="470"/>
        </pc:sldMkLst>
      </pc:sldChg>
      <pc:sldChg chg="add">
        <pc:chgData name="재준 명" userId="62eac216d436bb14" providerId="LiveId" clId="{C2071B9A-11A3-48F2-A952-2ED29732BD11}" dt="2026-08-14T15:24:09.647" v="222"/>
        <pc:sldMkLst>
          <pc:docMk/>
          <pc:sldMk cId="1035667182" sldId="471"/>
        </pc:sldMkLst>
      </pc:sldChg>
      <pc:sldChg chg="delSp new del mod">
        <pc:chgData name="재준 명" userId="62eac216d436bb14" providerId="LiveId" clId="{C2071B9A-11A3-48F2-A952-2ED29732BD11}" dt="2026-08-14T15:52:48.559" v="717" actId="47"/>
        <pc:sldMkLst>
          <pc:docMk/>
          <pc:sldMk cId="2044429464" sldId="472"/>
        </pc:sldMkLst>
        <pc:spChg chg="del">
          <ac:chgData name="재준 명" userId="62eac216d436bb14" providerId="LiveId" clId="{C2071B9A-11A3-48F2-A952-2ED29732BD11}" dt="2026-08-14T15:25:18.813" v="243" actId="478"/>
          <ac:spMkLst>
            <pc:docMk/>
            <pc:sldMk cId="2044429464" sldId="472"/>
            <ac:spMk id="2" creationId="{7D82628F-03A9-EA9C-4E38-1F554828022E}"/>
          </ac:spMkLst>
        </pc:spChg>
        <pc:spChg chg="del">
          <ac:chgData name="재준 명" userId="62eac216d436bb14" providerId="LiveId" clId="{C2071B9A-11A3-48F2-A952-2ED29732BD11}" dt="2026-08-14T15:25:18.813" v="243" actId="478"/>
          <ac:spMkLst>
            <pc:docMk/>
            <pc:sldMk cId="2044429464" sldId="472"/>
            <ac:spMk id="3" creationId="{DDB369B6-4078-0D66-5F5D-0844C74D95AC}"/>
          </ac:spMkLst>
        </pc:spChg>
      </pc:sldChg>
      <pc:sldChg chg="addSp delSp modSp add mod">
        <pc:chgData name="재준 명" userId="62eac216d436bb14" providerId="LiveId" clId="{C2071B9A-11A3-48F2-A952-2ED29732BD11}" dt="2026-08-14T15:25:37.416" v="276" actId="20577"/>
        <pc:sldMkLst>
          <pc:docMk/>
          <pc:sldMk cId="2048926700" sldId="473"/>
        </pc:sldMkLst>
        <pc:spChg chg="mod">
          <ac:chgData name="재준 명" userId="62eac216d436bb14" providerId="LiveId" clId="{C2071B9A-11A3-48F2-A952-2ED29732BD11}" dt="2026-08-14T15:25:37.416" v="276" actId="20577"/>
          <ac:spMkLst>
            <pc:docMk/>
            <pc:sldMk cId="2048926700" sldId="473"/>
            <ac:spMk id="2" creationId="{F6DDA9F8-2FF9-B160-C71C-CB1B910A5DEC}"/>
          </ac:spMkLst>
        </pc:spChg>
        <pc:spChg chg="del">
          <ac:chgData name="재준 명" userId="62eac216d436bb14" providerId="LiveId" clId="{C2071B9A-11A3-48F2-A952-2ED29732BD11}" dt="2026-08-14T15:25:23.896" v="245" actId="478"/>
          <ac:spMkLst>
            <pc:docMk/>
            <pc:sldMk cId="2048926700" sldId="473"/>
            <ac:spMk id="3" creationId="{B028379E-80B8-2AE5-54B0-C3DD1C5092FE}"/>
          </ac:spMkLst>
        </pc:spChg>
        <pc:spChg chg="add del mod">
          <ac:chgData name="재준 명" userId="62eac216d436bb14" providerId="LiveId" clId="{C2071B9A-11A3-48F2-A952-2ED29732BD11}" dt="2026-08-14T15:25:26.284" v="246" actId="478"/>
          <ac:spMkLst>
            <pc:docMk/>
            <pc:sldMk cId="2048926700" sldId="473"/>
            <ac:spMk id="5" creationId="{DBCC5FD4-905A-F806-7011-599218A79838}"/>
          </ac:spMkLst>
        </pc:spChg>
      </pc:sldChg>
      <pc:sldChg chg="add">
        <pc:chgData name="재준 명" userId="62eac216d436bb14" providerId="LiveId" clId="{C2071B9A-11A3-48F2-A952-2ED29732BD11}" dt="2026-08-14T15:25:19.118" v="244"/>
        <pc:sldMkLst>
          <pc:docMk/>
          <pc:sldMk cId="1261678839" sldId="474"/>
        </pc:sldMkLst>
      </pc:sldChg>
      <pc:sldChg chg="add">
        <pc:chgData name="재준 명" userId="62eac216d436bb14" providerId="LiveId" clId="{C2071B9A-11A3-48F2-A952-2ED29732BD11}" dt="2026-08-14T15:25:19.118" v="244"/>
        <pc:sldMkLst>
          <pc:docMk/>
          <pc:sldMk cId="1375230166" sldId="475"/>
        </pc:sldMkLst>
      </pc:sldChg>
      <pc:sldChg chg="add setBg">
        <pc:chgData name="재준 명" userId="62eac216d436bb14" providerId="LiveId" clId="{C2071B9A-11A3-48F2-A952-2ED29732BD11}" dt="2026-08-14T15:25:19.118" v="244"/>
        <pc:sldMkLst>
          <pc:docMk/>
          <pc:sldMk cId="3613783266" sldId="476"/>
        </pc:sldMkLst>
      </pc:sldChg>
      <pc:sldChg chg="add">
        <pc:chgData name="재준 명" userId="62eac216d436bb14" providerId="LiveId" clId="{C2071B9A-11A3-48F2-A952-2ED29732BD11}" dt="2026-08-14T15:25:19.118" v="244"/>
        <pc:sldMkLst>
          <pc:docMk/>
          <pc:sldMk cId="3509685441" sldId="477"/>
        </pc:sldMkLst>
      </pc:sldChg>
      <pc:sldChg chg="add">
        <pc:chgData name="재준 명" userId="62eac216d436bb14" providerId="LiveId" clId="{C2071B9A-11A3-48F2-A952-2ED29732BD11}" dt="2026-08-14T15:25:19.118" v="244"/>
        <pc:sldMkLst>
          <pc:docMk/>
          <pc:sldMk cId="1862369892" sldId="478"/>
        </pc:sldMkLst>
      </pc:sldChg>
      <pc:sldChg chg="add">
        <pc:chgData name="재준 명" userId="62eac216d436bb14" providerId="LiveId" clId="{C2071B9A-11A3-48F2-A952-2ED29732BD11}" dt="2026-08-14T15:25:19.118" v="244"/>
        <pc:sldMkLst>
          <pc:docMk/>
          <pc:sldMk cId="3355023639" sldId="479"/>
        </pc:sldMkLst>
      </pc:sldChg>
      <pc:sldChg chg="add">
        <pc:chgData name="재준 명" userId="62eac216d436bb14" providerId="LiveId" clId="{C2071B9A-11A3-48F2-A952-2ED29732BD11}" dt="2026-08-14T15:25:19.118" v="244"/>
        <pc:sldMkLst>
          <pc:docMk/>
          <pc:sldMk cId="1095332503" sldId="480"/>
        </pc:sldMkLst>
      </pc:sldChg>
      <pc:sldChg chg="add">
        <pc:chgData name="재준 명" userId="62eac216d436bb14" providerId="LiveId" clId="{C2071B9A-11A3-48F2-A952-2ED29732BD11}" dt="2026-08-14T15:25:19.118" v="244"/>
        <pc:sldMkLst>
          <pc:docMk/>
          <pc:sldMk cId="3462852730" sldId="481"/>
        </pc:sldMkLst>
      </pc:sldChg>
      <pc:sldChg chg="addSp delSp modSp new mod">
        <pc:chgData name="재준 명" userId="62eac216d436bb14" providerId="LiveId" clId="{C2071B9A-11A3-48F2-A952-2ED29732BD11}" dt="2026-08-14T15:26:04.016" v="303" actId="404"/>
        <pc:sldMkLst>
          <pc:docMk/>
          <pc:sldMk cId="2114412401" sldId="482"/>
        </pc:sldMkLst>
        <pc:spChg chg="del">
          <ac:chgData name="재준 명" userId="62eac216d436bb14" providerId="LiveId" clId="{C2071B9A-11A3-48F2-A952-2ED29732BD11}" dt="2026-08-14T15:25:50.268" v="278" actId="478"/>
          <ac:spMkLst>
            <pc:docMk/>
            <pc:sldMk cId="2114412401" sldId="482"/>
            <ac:spMk id="2" creationId="{6FA1942A-9710-F478-CAD5-315266B7EB8B}"/>
          </ac:spMkLst>
        </pc:spChg>
        <pc:spChg chg="del">
          <ac:chgData name="재준 명" userId="62eac216d436bb14" providerId="LiveId" clId="{C2071B9A-11A3-48F2-A952-2ED29732BD11}" dt="2026-08-14T15:25:50.268" v="278" actId="478"/>
          <ac:spMkLst>
            <pc:docMk/>
            <pc:sldMk cId="2114412401" sldId="482"/>
            <ac:spMk id="3" creationId="{A38D7F88-66EC-465A-4D3B-0C13D4BFBFB8}"/>
          </ac:spMkLst>
        </pc:spChg>
        <pc:spChg chg="add mod">
          <ac:chgData name="재준 명" userId="62eac216d436bb14" providerId="LiveId" clId="{C2071B9A-11A3-48F2-A952-2ED29732BD11}" dt="2026-08-14T15:26:04.016" v="303" actId="404"/>
          <ac:spMkLst>
            <pc:docMk/>
            <pc:sldMk cId="2114412401" sldId="482"/>
            <ac:spMk id="4" creationId="{2C400313-41F1-3830-CE38-0FD870861712}"/>
          </ac:spMkLst>
        </pc:spChg>
      </pc:sldChg>
      <pc:sldChg chg="addSp delSp modSp new mod">
        <pc:chgData name="재준 명" userId="62eac216d436bb14" providerId="LiveId" clId="{C2071B9A-11A3-48F2-A952-2ED29732BD11}" dt="2026-08-14T15:26:39.763" v="349" actId="403"/>
        <pc:sldMkLst>
          <pc:docMk/>
          <pc:sldMk cId="2216800274" sldId="483"/>
        </pc:sldMkLst>
        <pc:spChg chg="del">
          <ac:chgData name="재준 명" userId="62eac216d436bb14" providerId="LiveId" clId="{C2071B9A-11A3-48F2-A952-2ED29732BD11}" dt="2026-08-14T15:26:26.713" v="305" actId="478"/>
          <ac:spMkLst>
            <pc:docMk/>
            <pc:sldMk cId="2216800274" sldId="483"/>
            <ac:spMk id="2" creationId="{2DE86224-BA29-2840-04D9-93CA9B84F917}"/>
          </ac:spMkLst>
        </pc:spChg>
        <pc:spChg chg="del">
          <ac:chgData name="재준 명" userId="62eac216d436bb14" providerId="LiveId" clId="{C2071B9A-11A3-48F2-A952-2ED29732BD11}" dt="2026-08-14T15:26:26.713" v="305" actId="478"/>
          <ac:spMkLst>
            <pc:docMk/>
            <pc:sldMk cId="2216800274" sldId="483"/>
            <ac:spMk id="3" creationId="{263F2F2C-FFA0-6FC3-07B4-799C5BBB4D12}"/>
          </ac:spMkLst>
        </pc:spChg>
        <pc:spChg chg="add mod">
          <ac:chgData name="재준 명" userId="62eac216d436bb14" providerId="LiveId" clId="{C2071B9A-11A3-48F2-A952-2ED29732BD11}" dt="2026-08-14T15:26:39.763" v="349" actId="403"/>
          <ac:spMkLst>
            <pc:docMk/>
            <pc:sldMk cId="2216800274" sldId="483"/>
            <ac:spMk id="4" creationId="{B3AB2174-7712-9208-B8D8-953C2896707C}"/>
          </ac:spMkLst>
        </pc:spChg>
      </pc:sldChg>
      <pc:sldChg chg="delSp new del mod">
        <pc:chgData name="재준 명" userId="62eac216d436bb14" providerId="LiveId" clId="{C2071B9A-11A3-48F2-A952-2ED29732BD11}" dt="2026-08-14T15:26:47.006" v="353" actId="47"/>
        <pc:sldMkLst>
          <pc:docMk/>
          <pc:sldMk cId="151326822" sldId="484"/>
        </pc:sldMkLst>
        <pc:spChg chg="del">
          <ac:chgData name="재준 명" userId="62eac216d436bb14" providerId="LiveId" clId="{C2071B9A-11A3-48F2-A952-2ED29732BD11}" dt="2026-08-14T15:26:44.508" v="351" actId="478"/>
          <ac:spMkLst>
            <pc:docMk/>
            <pc:sldMk cId="151326822" sldId="484"/>
            <ac:spMk id="2" creationId="{F398C001-343C-B285-033C-7C3F7B65FF90}"/>
          </ac:spMkLst>
        </pc:spChg>
        <pc:spChg chg="del">
          <ac:chgData name="재준 명" userId="62eac216d436bb14" providerId="LiveId" clId="{C2071B9A-11A3-48F2-A952-2ED29732BD11}" dt="2026-08-14T15:26:44.508" v="351" actId="478"/>
          <ac:spMkLst>
            <pc:docMk/>
            <pc:sldMk cId="151326822" sldId="484"/>
            <ac:spMk id="3" creationId="{02E718B1-93F8-724B-DC1D-3E5524077A0A}"/>
          </ac:spMkLst>
        </pc:spChg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2458659051" sldId="485"/>
        </pc:sldMkLst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2008355695" sldId="486"/>
        </pc:sldMkLst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1469854761" sldId="487"/>
        </pc:sldMkLst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1872741306" sldId="488"/>
        </pc:sldMkLst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2469403767" sldId="489"/>
        </pc:sldMkLst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3749408703" sldId="490"/>
        </pc:sldMkLst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3144929066" sldId="491"/>
        </pc:sldMkLst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1508908239" sldId="492"/>
        </pc:sldMkLst>
      </pc:sldChg>
      <pc:sldChg chg="add">
        <pc:chgData name="재준 명" userId="62eac216d436bb14" providerId="LiveId" clId="{C2071B9A-11A3-48F2-A952-2ED29732BD11}" dt="2026-08-14T15:26:44.865" v="352"/>
        <pc:sldMkLst>
          <pc:docMk/>
          <pc:sldMk cId="3169552174" sldId="493"/>
        </pc:sldMkLst>
      </pc:sldChg>
      <pc:sldChg chg="new del">
        <pc:chgData name="재준 명" userId="62eac216d436bb14" providerId="LiveId" clId="{C2071B9A-11A3-48F2-A952-2ED29732BD11}" dt="2026-08-14T15:27:09.785" v="356" actId="47"/>
        <pc:sldMkLst>
          <pc:docMk/>
          <pc:sldMk cId="3683778964" sldId="494"/>
        </pc:sldMkLst>
      </pc:sldChg>
      <pc:sldChg chg="delSp modSp add mod">
        <pc:chgData name="재준 명" userId="62eac216d436bb14" providerId="LiveId" clId="{C2071B9A-11A3-48F2-A952-2ED29732BD11}" dt="2026-08-14T15:27:17.080" v="369" actId="1076"/>
        <pc:sldMkLst>
          <pc:docMk/>
          <pc:sldMk cId="832315561" sldId="495"/>
        </pc:sldMkLst>
        <pc:spChg chg="mod">
          <ac:chgData name="재준 명" userId="62eac216d436bb14" providerId="LiveId" clId="{C2071B9A-11A3-48F2-A952-2ED29732BD11}" dt="2026-08-14T15:27:17.080" v="369" actId="1076"/>
          <ac:spMkLst>
            <pc:docMk/>
            <pc:sldMk cId="832315561" sldId="495"/>
            <ac:spMk id="4" creationId="{0719E234-4445-B03F-74D2-2543BF557852}"/>
          </ac:spMkLst>
        </pc:spChg>
        <pc:spChg chg="del">
          <ac:chgData name="재준 명" userId="62eac216d436bb14" providerId="LiveId" clId="{C2071B9A-11A3-48F2-A952-2ED29732BD11}" dt="2026-08-14T15:27:13.042" v="357" actId="478"/>
          <ac:spMkLst>
            <pc:docMk/>
            <pc:sldMk cId="832315561" sldId="495"/>
            <ac:spMk id="5" creationId="{F54B6F0A-1074-46BE-1949-14981550F9AD}"/>
          </ac:spMkLst>
        </pc:spChg>
      </pc:sldChg>
      <pc:sldChg chg="add">
        <pc:chgData name="재준 명" userId="62eac216d436bb14" providerId="LiveId" clId="{C2071B9A-11A3-48F2-A952-2ED29732BD11}" dt="2026-08-14T15:27:08.606" v="355"/>
        <pc:sldMkLst>
          <pc:docMk/>
          <pc:sldMk cId="452567787" sldId="496"/>
        </pc:sldMkLst>
      </pc:sldChg>
      <pc:sldChg chg="add">
        <pc:chgData name="재준 명" userId="62eac216d436bb14" providerId="LiveId" clId="{C2071B9A-11A3-48F2-A952-2ED29732BD11}" dt="2026-08-14T15:27:08.606" v="355"/>
        <pc:sldMkLst>
          <pc:docMk/>
          <pc:sldMk cId="2666283081" sldId="497"/>
        </pc:sldMkLst>
      </pc:sldChg>
      <pc:sldChg chg="addSp delSp modSp new mod">
        <pc:chgData name="재준 명" userId="62eac216d436bb14" providerId="LiveId" clId="{C2071B9A-11A3-48F2-A952-2ED29732BD11}" dt="2026-08-14T15:28:49.233" v="417" actId="1076"/>
        <pc:sldMkLst>
          <pc:docMk/>
          <pc:sldMk cId="2344364395" sldId="498"/>
        </pc:sldMkLst>
        <pc:spChg chg="del">
          <ac:chgData name="재준 명" userId="62eac216d436bb14" providerId="LiveId" clId="{C2071B9A-11A3-48F2-A952-2ED29732BD11}" dt="2026-08-14T15:28:23.242" v="372" actId="478"/>
          <ac:spMkLst>
            <pc:docMk/>
            <pc:sldMk cId="2344364395" sldId="498"/>
            <ac:spMk id="2" creationId="{92E99486-0A76-C841-279A-397C15C23C9F}"/>
          </ac:spMkLst>
        </pc:spChg>
        <pc:spChg chg="del">
          <ac:chgData name="재준 명" userId="62eac216d436bb14" providerId="LiveId" clId="{C2071B9A-11A3-48F2-A952-2ED29732BD11}" dt="2026-08-14T15:28:23.242" v="372" actId="478"/>
          <ac:spMkLst>
            <pc:docMk/>
            <pc:sldMk cId="2344364395" sldId="498"/>
            <ac:spMk id="3" creationId="{DEF0E54C-3501-C777-431D-926FCA3F1168}"/>
          </ac:spMkLst>
        </pc:spChg>
        <pc:spChg chg="add mod">
          <ac:chgData name="재준 명" userId="62eac216d436bb14" providerId="LiveId" clId="{C2071B9A-11A3-48F2-A952-2ED29732BD11}" dt="2026-08-14T15:28:49.233" v="417" actId="1076"/>
          <ac:spMkLst>
            <pc:docMk/>
            <pc:sldMk cId="2344364395" sldId="498"/>
            <ac:spMk id="4" creationId="{3FC67D3F-C42E-0075-4C46-E60ED81D70C5}"/>
          </ac:spMkLst>
        </pc:spChg>
      </pc:sldChg>
      <pc:sldChg chg="modSp add mod setBg">
        <pc:chgData name="재준 명" userId="62eac216d436bb14" providerId="LiveId" clId="{C2071B9A-11A3-48F2-A952-2ED29732BD11}" dt="2026-08-14T15:28:29.443" v="374" actId="1076"/>
        <pc:sldMkLst>
          <pc:docMk/>
          <pc:sldMk cId="0" sldId="499"/>
        </pc:sldMkLst>
        <pc:spChg chg="mod">
          <ac:chgData name="재준 명" userId="62eac216d436bb14" providerId="LiveId" clId="{C2071B9A-11A3-48F2-A952-2ED29732BD11}" dt="2026-08-14T15:28:29.443" v="374" actId="1076"/>
          <ac:spMkLst>
            <pc:docMk/>
            <pc:sldMk cId="0" sldId="499"/>
            <ac:spMk id="5" creationId="{00000000-0000-0000-0000-000000000000}"/>
          </ac:spMkLst>
        </pc:spChg>
      </pc:sldChg>
      <pc:sldChg chg="new del">
        <pc:chgData name="재준 명" userId="62eac216d436bb14" providerId="LiveId" clId="{C2071B9A-11A3-48F2-A952-2ED29732BD11}" dt="2026-08-14T15:29:17.596" v="422" actId="47"/>
        <pc:sldMkLst>
          <pc:docMk/>
          <pc:sldMk cId="3234106435" sldId="500"/>
        </pc:sldMkLst>
      </pc:sldChg>
      <pc:sldChg chg="addSp delSp modSp new mod">
        <pc:chgData name="재준 명" userId="62eac216d436bb14" providerId="LiveId" clId="{C2071B9A-11A3-48F2-A952-2ED29732BD11}" dt="2026-08-14T15:29:31.680" v="458" actId="1076"/>
        <pc:sldMkLst>
          <pc:docMk/>
          <pc:sldMk cId="4189488318" sldId="501"/>
        </pc:sldMkLst>
        <pc:spChg chg="del">
          <ac:chgData name="재준 명" userId="62eac216d436bb14" providerId="LiveId" clId="{C2071B9A-11A3-48F2-A952-2ED29732BD11}" dt="2026-08-14T15:29:16.618" v="421" actId="478"/>
          <ac:spMkLst>
            <pc:docMk/>
            <pc:sldMk cId="4189488318" sldId="501"/>
            <ac:spMk id="2" creationId="{AC6122FD-1ECB-6B1E-963F-92F76D2D7B86}"/>
          </ac:spMkLst>
        </pc:spChg>
        <pc:spChg chg="del">
          <ac:chgData name="재준 명" userId="62eac216d436bb14" providerId="LiveId" clId="{C2071B9A-11A3-48F2-A952-2ED29732BD11}" dt="2026-08-14T15:29:16.618" v="421" actId="478"/>
          <ac:spMkLst>
            <pc:docMk/>
            <pc:sldMk cId="4189488318" sldId="501"/>
            <ac:spMk id="3" creationId="{C1EFFCDF-9AB1-D09E-B351-F201296F0865}"/>
          </ac:spMkLst>
        </pc:spChg>
        <pc:spChg chg="add mod">
          <ac:chgData name="재준 명" userId="62eac216d436bb14" providerId="LiveId" clId="{C2071B9A-11A3-48F2-A952-2ED29732BD11}" dt="2026-08-14T15:29:31.680" v="458" actId="1076"/>
          <ac:spMkLst>
            <pc:docMk/>
            <pc:sldMk cId="4189488318" sldId="501"/>
            <ac:spMk id="4" creationId="{30D3475B-6FD6-5131-01D5-217E6F961006}"/>
          </ac:spMkLst>
        </pc:spChg>
      </pc:sldChg>
      <pc:sldChg chg="modSp add mod setBg">
        <pc:chgData name="재준 명" userId="62eac216d436bb14" providerId="LiveId" clId="{C2071B9A-11A3-48F2-A952-2ED29732BD11}" dt="2026-08-14T15:29:41.237" v="461" actId="14100"/>
        <pc:sldMkLst>
          <pc:docMk/>
          <pc:sldMk cId="0" sldId="502"/>
        </pc:sldMkLst>
        <pc:spChg chg="mod">
          <ac:chgData name="재준 명" userId="62eac216d436bb14" providerId="LiveId" clId="{C2071B9A-11A3-48F2-A952-2ED29732BD11}" dt="2026-08-14T15:29:35.638" v="459" actId="14100"/>
          <ac:spMkLst>
            <pc:docMk/>
            <pc:sldMk cId="0" sldId="502"/>
            <ac:spMk id="4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9:37.552" v="460" actId="14100"/>
          <ac:spMkLst>
            <pc:docMk/>
            <pc:sldMk cId="0" sldId="502"/>
            <ac:spMk id="6" creationId="{00000000-0000-0000-0000-000000000000}"/>
          </ac:spMkLst>
        </pc:spChg>
        <pc:spChg chg="mod">
          <ac:chgData name="재준 명" userId="62eac216d436bb14" providerId="LiveId" clId="{C2071B9A-11A3-48F2-A952-2ED29732BD11}" dt="2026-08-14T15:29:41.237" v="461" actId="14100"/>
          <ac:spMkLst>
            <pc:docMk/>
            <pc:sldMk cId="0" sldId="502"/>
            <ac:spMk id="11" creationId="{00000000-0000-0000-0000-000000000000}"/>
          </ac:spMkLst>
        </pc:spChg>
      </pc:sldChg>
      <pc:sldChg chg="addSp modSp new mod">
        <pc:chgData name="재준 명" userId="62eac216d436bb14" providerId="LiveId" clId="{C2071B9A-11A3-48F2-A952-2ED29732BD11}" dt="2026-08-14T15:30:28.790" v="507" actId="403"/>
        <pc:sldMkLst>
          <pc:docMk/>
          <pc:sldMk cId="2789065509" sldId="503"/>
        </pc:sldMkLst>
        <pc:spChg chg="add mod">
          <ac:chgData name="재준 명" userId="62eac216d436bb14" providerId="LiveId" clId="{C2071B9A-11A3-48F2-A952-2ED29732BD11}" dt="2026-08-14T15:30:28.790" v="507" actId="403"/>
          <ac:spMkLst>
            <pc:docMk/>
            <pc:sldMk cId="2789065509" sldId="503"/>
            <ac:spMk id="2" creationId="{4C3DCC99-26C3-83FC-6E22-A6DB75C08814}"/>
          </ac:spMkLst>
        </pc:spChg>
      </pc:sldChg>
      <pc:sldChg chg="new del">
        <pc:chgData name="재준 명" userId="62eac216d436bb14" providerId="LiveId" clId="{C2071B9A-11A3-48F2-A952-2ED29732BD11}" dt="2026-08-14T15:30:16.312" v="465" actId="47"/>
        <pc:sldMkLst>
          <pc:docMk/>
          <pc:sldMk cId="1595136568" sldId="504"/>
        </pc:sldMkLst>
      </pc:sldChg>
      <pc:sldChg chg="add">
        <pc:chgData name="재준 명" userId="62eac216d436bb14" providerId="LiveId" clId="{C2071B9A-11A3-48F2-A952-2ED29732BD11}" dt="2026-08-14T15:30:14.896" v="464"/>
        <pc:sldMkLst>
          <pc:docMk/>
          <pc:sldMk cId="1015924563" sldId="505"/>
        </pc:sldMkLst>
      </pc:sldChg>
      <pc:sldChg chg="addSp delSp modSp new mod">
        <pc:chgData name="재준 명" userId="62eac216d436bb14" providerId="LiveId" clId="{C2071B9A-11A3-48F2-A952-2ED29732BD11}" dt="2026-08-14T15:31:03.176" v="521" actId="20577"/>
        <pc:sldMkLst>
          <pc:docMk/>
          <pc:sldMk cId="1649333916" sldId="506"/>
        </pc:sldMkLst>
        <pc:spChg chg="del">
          <ac:chgData name="재준 명" userId="62eac216d436bb14" providerId="LiveId" clId="{C2071B9A-11A3-48F2-A952-2ED29732BD11}" dt="2026-08-14T15:30:53.880" v="509" actId="478"/>
          <ac:spMkLst>
            <pc:docMk/>
            <pc:sldMk cId="1649333916" sldId="506"/>
            <ac:spMk id="2" creationId="{29CD007F-89F8-0550-D7A2-E9B2E32D69AA}"/>
          </ac:spMkLst>
        </pc:spChg>
        <pc:spChg chg="del">
          <ac:chgData name="재준 명" userId="62eac216d436bb14" providerId="LiveId" clId="{C2071B9A-11A3-48F2-A952-2ED29732BD11}" dt="2026-08-14T15:30:55.194" v="510" actId="478"/>
          <ac:spMkLst>
            <pc:docMk/>
            <pc:sldMk cId="1649333916" sldId="506"/>
            <ac:spMk id="3" creationId="{294078D7-66AD-C633-B66F-4B472621E257}"/>
          </ac:spMkLst>
        </pc:spChg>
        <pc:spChg chg="add mod">
          <ac:chgData name="재준 명" userId="62eac216d436bb14" providerId="LiveId" clId="{C2071B9A-11A3-48F2-A952-2ED29732BD11}" dt="2026-08-14T15:31:03.176" v="521" actId="20577"/>
          <ac:spMkLst>
            <pc:docMk/>
            <pc:sldMk cId="1649333916" sldId="506"/>
            <ac:spMk id="5" creationId="{357B8C43-B8AD-FA05-0E93-4276FAD8FDE9}"/>
          </ac:spMkLst>
        </pc:spChg>
      </pc:sldChg>
      <pc:sldChg chg="add">
        <pc:chgData name="재준 명" userId="62eac216d436bb14" providerId="LiveId" clId="{C2071B9A-11A3-48F2-A952-2ED29732BD11}" dt="2026-08-14T15:30:56.081" v="511"/>
        <pc:sldMkLst>
          <pc:docMk/>
          <pc:sldMk cId="2581251566" sldId="507"/>
        </pc:sldMkLst>
      </pc:sldChg>
      <pc:sldChg chg="addSp delSp modSp new mod">
        <pc:chgData name="재준 명" userId="62eac216d436bb14" providerId="LiveId" clId="{C2071B9A-11A3-48F2-A952-2ED29732BD11}" dt="2026-08-14T15:31:28.378" v="526"/>
        <pc:sldMkLst>
          <pc:docMk/>
          <pc:sldMk cId="1846001957" sldId="508"/>
        </pc:sldMkLst>
        <pc:spChg chg="del">
          <ac:chgData name="재준 명" userId="62eac216d436bb14" providerId="LiveId" clId="{C2071B9A-11A3-48F2-A952-2ED29732BD11}" dt="2026-08-14T15:31:27.929" v="525" actId="478"/>
          <ac:spMkLst>
            <pc:docMk/>
            <pc:sldMk cId="1846001957" sldId="508"/>
            <ac:spMk id="2" creationId="{44464295-07C2-F56B-171B-A94AFE72AA96}"/>
          </ac:spMkLst>
        </pc:spChg>
        <pc:spChg chg="del">
          <ac:chgData name="재준 명" userId="62eac216d436bb14" providerId="LiveId" clId="{C2071B9A-11A3-48F2-A952-2ED29732BD11}" dt="2026-08-14T15:31:27.929" v="525" actId="478"/>
          <ac:spMkLst>
            <pc:docMk/>
            <pc:sldMk cId="1846001957" sldId="508"/>
            <ac:spMk id="3" creationId="{C2962F1F-4D2A-E854-E164-1A7214824653}"/>
          </ac:spMkLst>
        </pc:spChg>
        <pc:spChg chg="add mod">
          <ac:chgData name="재준 명" userId="62eac216d436bb14" providerId="LiveId" clId="{C2071B9A-11A3-48F2-A952-2ED29732BD11}" dt="2026-08-14T15:31:25.706" v="524"/>
          <ac:spMkLst>
            <pc:docMk/>
            <pc:sldMk cId="1846001957" sldId="508"/>
            <ac:spMk id="4" creationId="{2632A54F-197F-AB94-97D3-E156F7653A86}"/>
          </ac:spMkLst>
        </pc:spChg>
        <pc:spChg chg="add mod">
          <ac:chgData name="재준 명" userId="62eac216d436bb14" providerId="LiveId" clId="{C2071B9A-11A3-48F2-A952-2ED29732BD11}" dt="2026-08-14T15:31:24.850" v="523"/>
          <ac:spMkLst>
            <pc:docMk/>
            <pc:sldMk cId="1846001957" sldId="508"/>
            <ac:spMk id="6" creationId="{E1E29905-20A8-B051-35EE-E5F3B72A03E7}"/>
          </ac:spMkLst>
        </pc:spChg>
        <pc:spChg chg="add mod">
          <ac:chgData name="재준 명" userId="62eac216d436bb14" providerId="LiveId" clId="{C2071B9A-11A3-48F2-A952-2ED29732BD11}" dt="2026-08-14T15:31:24.850" v="523"/>
          <ac:spMkLst>
            <pc:docMk/>
            <pc:sldMk cId="1846001957" sldId="508"/>
            <ac:spMk id="7" creationId="{C3D9E7CE-7DFE-067D-F1CF-28D1E9372716}"/>
          </ac:spMkLst>
        </pc:spChg>
        <pc:spChg chg="add mod">
          <ac:chgData name="재준 명" userId="62eac216d436bb14" providerId="LiveId" clId="{C2071B9A-11A3-48F2-A952-2ED29732BD11}" dt="2026-08-14T15:31:28.378" v="526"/>
          <ac:spMkLst>
            <pc:docMk/>
            <pc:sldMk cId="1846001957" sldId="508"/>
            <ac:spMk id="8" creationId="{3B4D74EA-60A7-13C2-E071-9E777F9E9134}"/>
          </ac:spMkLst>
        </pc:spChg>
        <pc:spChg chg="add mod">
          <ac:chgData name="재준 명" userId="62eac216d436bb14" providerId="LiveId" clId="{C2071B9A-11A3-48F2-A952-2ED29732BD11}" dt="2026-08-14T15:31:28.378" v="526"/>
          <ac:spMkLst>
            <pc:docMk/>
            <pc:sldMk cId="1846001957" sldId="508"/>
            <ac:spMk id="10" creationId="{B5675824-5AD9-C2DD-5D0F-7D928CEC856B}"/>
          </ac:spMkLst>
        </pc:spChg>
        <pc:spChg chg="add mod">
          <ac:chgData name="재준 명" userId="62eac216d436bb14" providerId="LiveId" clId="{C2071B9A-11A3-48F2-A952-2ED29732BD11}" dt="2026-08-14T15:31:28.378" v="526"/>
          <ac:spMkLst>
            <pc:docMk/>
            <pc:sldMk cId="1846001957" sldId="508"/>
            <ac:spMk id="11" creationId="{47266154-F51E-4C66-604E-BE94FC6A3078}"/>
          </ac:spMkLst>
        </pc:spChg>
        <pc:picChg chg="add mod">
          <ac:chgData name="재준 명" userId="62eac216d436bb14" providerId="LiveId" clId="{C2071B9A-11A3-48F2-A952-2ED29732BD11}" dt="2026-08-14T15:31:24.850" v="523"/>
          <ac:picMkLst>
            <pc:docMk/>
            <pc:sldMk cId="1846001957" sldId="508"/>
            <ac:picMk id="5" creationId="{2AF7593A-8C17-58E3-5423-A6F7EF112E09}"/>
          </ac:picMkLst>
        </pc:picChg>
        <pc:picChg chg="add mod">
          <ac:chgData name="재준 명" userId="62eac216d436bb14" providerId="LiveId" clId="{C2071B9A-11A3-48F2-A952-2ED29732BD11}" dt="2026-08-14T15:31:28.378" v="526"/>
          <ac:picMkLst>
            <pc:docMk/>
            <pc:sldMk cId="1846001957" sldId="508"/>
            <ac:picMk id="9" creationId="{84CDC128-8057-F0EA-C97E-FC8DF480229F}"/>
          </ac:picMkLst>
        </pc:picChg>
      </pc:sldChg>
      <pc:sldChg chg="addSp delSp modSp new mod">
        <pc:chgData name="재준 명" userId="62eac216d436bb14" providerId="LiveId" clId="{C2071B9A-11A3-48F2-A952-2ED29732BD11}" dt="2026-08-14T15:31:42.426" v="542" actId="404"/>
        <pc:sldMkLst>
          <pc:docMk/>
          <pc:sldMk cId="2402202284" sldId="509"/>
        </pc:sldMkLst>
        <pc:spChg chg="del">
          <ac:chgData name="재준 명" userId="62eac216d436bb14" providerId="LiveId" clId="{C2071B9A-11A3-48F2-A952-2ED29732BD11}" dt="2026-08-14T15:31:34.823" v="528" actId="478"/>
          <ac:spMkLst>
            <pc:docMk/>
            <pc:sldMk cId="2402202284" sldId="509"/>
            <ac:spMk id="2" creationId="{19CF3606-32EA-FA10-38C3-891B12F6A6B6}"/>
          </ac:spMkLst>
        </pc:spChg>
        <pc:spChg chg="del">
          <ac:chgData name="재준 명" userId="62eac216d436bb14" providerId="LiveId" clId="{C2071B9A-11A3-48F2-A952-2ED29732BD11}" dt="2026-08-14T15:31:34.823" v="528" actId="478"/>
          <ac:spMkLst>
            <pc:docMk/>
            <pc:sldMk cId="2402202284" sldId="509"/>
            <ac:spMk id="3" creationId="{C0BA659D-2CEC-6FAD-599E-93A09B450A3F}"/>
          </ac:spMkLst>
        </pc:spChg>
        <pc:spChg chg="add mod">
          <ac:chgData name="재준 명" userId="62eac216d436bb14" providerId="LiveId" clId="{C2071B9A-11A3-48F2-A952-2ED29732BD11}" dt="2026-08-14T15:31:42.426" v="542" actId="404"/>
          <ac:spMkLst>
            <pc:docMk/>
            <pc:sldMk cId="2402202284" sldId="509"/>
            <ac:spMk id="5" creationId="{D9701344-7954-EFBF-9ECC-FC6B4F5D7504}"/>
          </ac:spMkLst>
        </pc:spChg>
      </pc:sldChg>
      <pc:sldChg chg="addSp delSp modSp new mod">
        <pc:chgData name="재준 명" userId="62eac216d436bb14" providerId="LiveId" clId="{C2071B9A-11A3-48F2-A952-2ED29732BD11}" dt="2026-08-14T15:32:09.801" v="545"/>
        <pc:sldMkLst>
          <pc:docMk/>
          <pc:sldMk cId="2528131657" sldId="510"/>
        </pc:sldMkLst>
        <pc:spChg chg="del">
          <ac:chgData name="재준 명" userId="62eac216d436bb14" providerId="LiveId" clId="{C2071B9A-11A3-48F2-A952-2ED29732BD11}" dt="2026-08-14T15:32:08.524" v="544" actId="478"/>
          <ac:spMkLst>
            <pc:docMk/>
            <pc:sldMk cId="2528131657" sldId="510"/>
            <ac:spMk id="2" creationId="{AA5207F2-BF15-C8CD-0EB0-572548667031}"/>
          </ac:spMkLst>
        </pc:spChg>
        <pc:spChg chg="del">
          <ac:chgData name="재준 명" userId="62eac216d436bb14" providerId="LiveId" clId="{C2071B9A-11A3-48F2-A952-2ED29732BD11}" dt="2026-08-14T15:32:08.524" v="544" actId="478"/>
          <ac:spMkLst>
            <pc:docMk/>
            <pc:sldMk cId="2528131657" sldId="510"/>
            <ac:spMk id="3" creationId="{D76DB9F4-6361-5DCE-FBF6-99251A01A4C7}"/>
          </ac:spMkLst>
        </pc:spChg>
        <pc:spChg chg="add mod">
          <ac:chgData name="재준 명" userId="62eac216d436bb14" providerId="LiveId" clId="{C2071B9A-11A3-48F2-A952-2ED29732BD11}" dt="2026-08-14T15:32:09.801" v="545"/>
          <ac:spMkLst>
            <pc:docMk/>
            <pc:sldMk cId="2528131657" sldId="510"/>
            <ac:spMk id="4" creationId="{58425979-D946-B608-0118-C5987AC6BFE1}"/>
          </ac:spMkLst>
        </pc:spChg>
        <pc:spChg chg="add mod">
          <ac:chgData name="재준 명" userId="62eac216d436bb14" providerId="LiveId" clId="{C2071B9A-11A3-48F2-A952-2ED29732BD11}" dt="2026-08-14T15:32:09.801" v="545"/>
          <ac:spMkLst>
            <pc:docMk/>
            <pc:sldMk cId="2528131657" sldId="510"/>
            <ac:spMk id="6" creationId="{25B103CF-76F8-5792-3CCE-E27206395B78}"/>
          </ac:spMkLst>
        </pc:spChg>
        <pc:picChg chg="add mod">
          <ac:chgData name="재준 명" userId="62eac216d436bb14" providerId="LiveId" clId="{C2071B9A-11A3-48F2-A952-2ED29732BD11}" dt="2026-08-14T15:32:09.801" v="545"/>
          <ac:picMkLst>
            <pc:docMk/>
            <pc:sldMk cId="2528131657" sldId="510"/>
            <ac:picMk id="5" creationId="{EC83645D-6456-12EC-52AF-1962D69FFAEF}"/>
          </ac:picMkLst>
        </pc:picChg>
      </pc:sldChg>
      <pc:sldChg chg="addSp delSp modSp new mod">
        <pc:chgData name="재준 명" userId="62eac216d436bb14" providerId="LiveId" clId="{C2071B9A-11A3-48F2-A952-2ED29732BD11}" dt="2026-08-14T15:32:26.182" v="559" actId="20577"/>
        <pc:sldMkLst>
          <pc:docMk/>
          <pc:sldMk cId="3319454592" sldId="511"/>
        </pc:sldMkLst>
        <pc:spChg chg="del">
          <ac:chgData name="재준 명" userId="62eac216d436bb14" providerId="LiveId" clId="{C2071B9A-11A3-48F2-A952-2ED29732BD11}" dt="2026-08-14T15:32:16.972" v="547" actId="478"/>
          <ac:spMkLst>
            <pc:docMk/>
            <pc:sldMk cId="3319454592" sldId="511"/>
            <ac:spMk id="2" creationId="{4F28869C-47C5-EE51-474E-06850544AC2C}"/>
          </ac:spMkLst>
        </pc:spChg>
        <pc:spChg chg="del">
          <ac:chgData name="재준 명" userId="62eac216d436bb14" providerId="LiveId" clId="{C2071B9A-11A3-48F2-A952-2ED29732BD11}" dt="2026-08-14T15:32:16.972" v="547" actId="478"/>
          <ac:spMkLst>
            <pc:docMk/>
            <pc:sldMk cId="3319454592" sldId="511"/>
            <ac:spMk id="3" creationId="{130C7C50-4671-22A4-7A3E-557F39EBDA5F}"/>
          </ac:spMkLst>
        </pc:spChg>
        <pc:spChg chg="add mod">
          <ac:chgData name="재준 명" userId="62eac216d436bb14" providerId="LiveId" clId="{C2071B9A-11A3-48F2-A952-2ED29732BD11}" dt="2026-08-14T15:32:26.182" v="559" actId="20577"/>
          <ac:spMkLst>
            <pc:docMk/>
            <pc:sldMk cId="3319454592" sldId="511"/>
            <ac:spMk id="5" creationId="{A560DF97-8762-0751-871B-E919F9CDCD30}"/>
          </ac:spMkLst>
        </pc:spChg>
      </pc:sldChg>
      <pc:sldChg chg="addSp delSp modSp new mod">
        <pc:chgData name="재준 명" userId="62eac216d436bb14" providerId="LiveId" clId="{C2071B9A-11A3-48F2-A952-2ED29732BD11}" dt="2026-08-14T15:32:54.452" v="574" actId="20577"/>
        <pc:sldMkLst>
          <pc:docMk/>
          <pc:sldMk cId="797761338" sldId="512"/>
        </pc:sldMkLst>
        <pc:spChg chg="del">
          <ac:chgData name="재준 명" userId="62eac216d436bb14" providerId="LiveId" clId="{C2071B9A-11A3-48F2-A952-2ED29732BD11}" dt="2026-08-14T15:32:46.305" v="562" actId="478"/>
          <ac:spMkLst>
            <pc:docMk/>
            <pc:sldMk cId="797761338" sldId="512"/>
            <ac:spMk id="2" creationId="{AF63805A-EBC4-800C-FA62-74778AEA52CF}"/>
          </ac:spMkLst>
        </pc:spChg>
        <pc:spChg chg="del">
          <ac:chgData name="재준 명" userId="62eac216d436bb14" providerId="LiveId" clId="{C2071B9A-11A3-48F2-A952-2ED29732BD11}" dt="2026-08-14T15:32:46.305" v="562" actId="478"/>
          <ac:spMkLst>
            <pc:docMk/>
            <pc:sldMk cId="797761338" sldId="512"/>
            <ac:spMk id="3" creationId="{8078E956-280E-28BB-F64A-127B6658C75E}"/>
          </ac:spMkLst>
        </pc:spChg>
        <pc:spChg chg="add mod">
          <ac:chgData name="재준 명" userId="62eac216d436bb14" providerId="LiveId" clId="{C2071B9A-11A3-48F2-A952-2ED29732BD11}" dt="2026-08-14T15:32:54.452" v="574" actId="20577"/>
          <ac:spMkLst>
            <pc:docMk/>
            <pc:sldMk cId="797761338" sldId="512"/>
            <ac:spMk id="5" creationId="{D787307C-A89B-8EEC-EEE8-E4EF5E8CAB30}"/>
          </ac:spMkLst>
        </pc:spChg>
      </pc:sldChg>
      <pc:sldChg chg="add">
        <pc:chgData name="재준 명" userId="62eac216d436bb14" providerId="LiveId" clId="{C2071B9A-11A3-48F2-A952-2ED29732BD11}" dt="2026-08-14T15:32:44.098" v="561"/>
        <pc:sldMkLst>
          <pc:docMk/>
          <pc:sldMk cId="4282029430" sldId="513"/>
        </pc:sldMkLst>
      </pc:sldChg>
      <pc:sldChg chg="addSp delSp modSp new mod">
        <pc:chgData name="재준 명" userId="62eac216d436bb14" providerId="LiveId" clId="{C2071B9A-11A3-48F2-A952-2ED29732BD11}" dt="2026-08-14T15:33:31.745" v="590" actId="20577"/>
        <pc:sldMkLst>
          <pc:docMk/>
          <pc:sldMk cId="725883413" sldId="514"/>
        </pc:sldMkLst>
        <pc:spChg chg="del">
          <ac:chgData name="재준 명" userId="62eac216d436bb14" providerId="LiveId" clId="{C2071B9A-11A3-48F2-A952-2ED29732BD11}" dt="2026-08-14T15:33:25.064" v="579" actId="478"/>
          <ac:spMkLst>
            <pc:docMk/>
            <pc:sldMk cId="725883413" sldId="514"/>
            <ac:spMk id="2" creationId="{AAA93590-DE08-283C-0CCE-BA6966A6A73B}"/>
          </ac:spMkLst>
        </pc:spChg>
        <pc:spChg chg="del">
          <ac:chgData name="재준 명" userId="62eac216d436bb14" providerId="LiveId" clId="{C2071B9A-11A3-48F2-A952-2ED29732BD11}" dt="2026-08-14T15:33:25.064" v="579" actId="478"/>
          <ac:spMkLst>
            <pc:docMk/>
            <pc:sldMk cId="725883413" sldId="514"/>
            <ac:spMk id="3" creationId="{3D83CB79-FDCC-C61C-4314-4611CEBF0736}"/>
          </ac:spMkLst>
        </pc:spChg>
        <pc:spChg chg="add mod">
          <ac:chgData name="재준 명" userId="62eac216d436bb14" providerId="LiveId" clId="{C2071B9A-11A3-48F2-A952-2ED29732BD11}" dt="2026-08-14T15:33:31.745" v="590" actId="20577"/>
          <ac:spMkLst>
            <pc:docMk/>
            <pc:sldMk cId="725883413" sldId="514"/>
            <ac:spMk id="5" creationId="{7AB82D2C-AC3C-C77C-9D33-F3DE80A1EB4C}"/>
          </ac:spMkLst>
        </pc:spChg>
      </pc:sldChg>
      <pc:sldChg chg="new del">
        <pc:chgData name="재준 명" userId="62eac216d436bb14" providerId="LiveId" clId="{C2071B9A-11A3-48F2-A952-2ED29732BD11}" dt="2026-08-14T15:33:22.840" v="578" actId="47"/>
        <pc:sldMkLst>
          <pc:docMk/>
          <pc:sldMk cId="4014559631" sldId="515"/>
        </pc:sldMkLst>
      </pc:sldChg>
      <pc:sldChg chg="add">
        <pc:chgData name="재준 명" userId="62eac216d436bb14" providerId="LiveId" clId="{C2071B9A-11A3-48F2-A952-2ED29732BD11}" dt="2026-08-14T15:33:21.318" v="577"/>
        <pc:sldMkLst>
          <pc:docMk/>
          <pc:sldMk cId="1112770046" sldId="516"/>
        </pc:sldMkLst>
      </pc:sldChg>
      <pc:sldChg chg="delSp new del mod">
        <pc:chgData name="재준 명" userId="62eac216d436bb14" providerId="LiveId" clId="{C2071B9A-11A3-48F2-A952-2ED29732BD11}" dt="2026-08-14T15:33:58.588" v="594" actId="47"/>
        <pc:sldMkLst>
          <pc:docMk/>
          <pc:sldMk cId="428946263" sldId="517"/>
        </pc:sldMkLst>
        <pc:spChg chg="del">
          <ac:chgData name="재준 명" userId="62eac216d436bb14" providerId="LiveId" clId="{C2071B9A-11A3-48F2-A952-2ED29732BD11}" dt="2026-08-14T15:33:56.842" v="593" actId="478"/>
          <ac:spMkLst>
            <pc:docMk/>
            <pc:sldMk cId="428946263" sldId="517"/>
            <ac:spMk id="2" creationId="{017D3191-C427-BF6E-8BA0-7C98453BC69B}"/>
          </ac:spMkLst>
        </pc:spChg>
        <pc:spChg chg="del">
          <ac:chgData name="재준 명" userId="62eac216d436bb14" providerId="LiveId" clId="{C2071B9A-11A3-48F2-A952-2ED29732BD11}" dt="2026-08-14T15:33:56.842" v="593" actId="478"/>
          <ac:spMkLst>
            <pc:docMk/>
            <pc:sldMk cId="428946263" sldId="517"/>
            <ac:spMk id="3" creationId="{79F95334-4AE7-A907-C5F3-3646A18ED718}"/>
          </ac:spMkLst>
        </pc:spChg>
      </pc:sldChg>
      <pc:sldChg chg="addSp delSp modSp add mod">
        <pc:chgData name="재준 명" userId="62eac216d436bb14" providerId="LiveId" clId="{C2071B9A-11A3-48F2-A952-2ED29732BD11}" dt="2026-08-14T15:34:10.744" v="609" actId="1076"/>
        <pc:sldMkLst>
          <pc:docMk/>
          <pc:sldMk cId="163087308" sldId="518"/>
        </pc:sldMkLst>
        <pc:spChg chg="del">
          <ac:chgData name="재준 명" userId="62eac216d436bb14" providerId="LiveId" clId="{C2071B9A-11A3-48F2-A952-2ED29732BD11}" dt="2026-08-14T15:34:02.633" v="595" actId="478"/>
          <ac:spMkLst>
            <pc:docMk/>
            <pc:sldMk cId="163087308" sldId="518"/>
            <ac:spMk id="2" creationId="{9B6754C9-966E-0CC2-076B-879507F3CF19}"/>
          </ac:spMkLst>
        </pc:spChg>
        <pc:spChg chg="mod">
          <ac:chgData name="재준 명" userId="62eac216d436bb14" providerId="LiveId" clId="{C2071B9A-11A3-48F2-A952-2ED29732BD11}" dt="2026-08-14T15:34:10.744" v="609" actId="1076"/>
          <ac:spMkLst>
            <pc:docMk/>
            <pc:sldMk cId="163087308" sldId="518"/>
            <ac:spMk id="3" creationId="{B0EC6A9C-3478-B808-1AF9-DD7511617A40}"/>
          </ac:spMkLst>
        </pc:spChg>
        <pc:spChg chg="add del mod">
          <ac:chgData name="재준 명" userId="62eac216d436bb14" providerId="LiveId" clId="{C2071B9A-11A3-48F2-A952-2ED29732BD11}" dt="2026-08-14T15:34:04.487" v="596" actId="478"/>
          <ac:spMkLst>
            <pc:docMk/>
            <pc:sldMk cId="163087308" sldId="518"/>
            <ac:spMk id="5" creationId="{7A8CD521-F904-413B-CBA5-2E3ECDEBC944}"/>
          </ac:spMkLst>
        </pc:spChg>
      </pc:sldChg>
      <pc:sldChg chg="add">
        <pc:chgData name="재준 명" userId="62eac216d436bb14" providerId="LiveId" clId="{C2071B9A-11A3-48F2-A952-2ED29732BD11}" dt="2026-08-14T15:33:54.682" v="592"/>
        <pc:sldMkLst>
          <pc:docMk/>
          <pc:sldMk cId="2459774442" sldId="519"/>
        </pc:sldMkLst>
      </pc:sldChg>
      <pc:sldChg chg="add">
        <pc:chgData name="재준 명" userId="62eac216d436bb14" providerId="LiveId" clId="{C2071B9A-11A3-48F2-A952-2ED29732BD11}" dt="2026-08-14T15:33:54.682" v="592"/>
        <pc:sldMkLst>
          <pc:docMk/>
          <pc:sldMk cId="2127737529" sldId="520"/>
        </pc:sldMkLst>
      </pc:sldChg>
      <pc:sldChg chg="addSp delSp modSp new mod">
        <pc:chgData name="재준 명" userId="62eac216d436bb14" providerId="LiveId" clId="{C2071B9A-11A3-48F2-A952-2ED29732BD11}" dt="2026-08-14T15:34:49.497" v="628" actId="20577"/>
        <pc:sldMkLst>
          <pc:docMk/>
          <pc:sldMk cId="3736302818" sldId="521"/>
        </pc:sldMkLst>
        <pc:spChg chg="del">
          <ac:chgData name="재준 명" userId="62eac216d436bb14" providerId="LiveId" clId="{C2071B9A-11A3-48F2-A952-2ED29732BD11}" dt="2026-08-14T15:34:36.448" v="614" actId="478"/>
          <ac:spMkLst>
            <pc:docMk/>
            <pc:sldMk cId="3736302818" sldId="521"/>
            <ac:spMk id="2" creationId="{E8D830EE-415D-BCED-A877-88C55B0D5AAD}"/>
          </ac:spMkLst>
        </pc:spChg>
        <pc:spChg chg="del">
          <ac:chgData name="재준 명" userId="62eac216d436bb14" providerId="LiveId" clId="{C2071B9A-11A3-48F2-A952-2ED29732BD11}" dt="2026-08-14T15:34:36.448" v="614" actId="478"/>
          <ac:spMkLst>
            <pc:docMk/>
            <pc:sldMk cId="3736302818" sldId="521"/>
            <ac:spMk id="3" creationId="{8757A830-2DF2-8079-A324-C658A2B0D8AE}"/>
          </ac:spMkLst>
        </pc:spChg>
        <pc:spChg chg="add mod">
          <ac:chgData name="재준 명" userId="62eac216d436bb14" providerId="LiveId" clId="{C2071B9A-11A3-48F2-A952-2ED29732BD11}" dt="2026-08-14T15:34:49.497" v="628" actId="20577"/>
          <ac:spMkLst>
            <pc:docMk/>
            <pc:sldMk cId="3736302818" sldId="521"/>
            <ac:spMk id="4" creationId="{F4927141-1873-66CC-6B23-806E03170DAC}"/>
          </ac:spMkLst>
        </pc:spChg>
      </pc:sldChg>
      <pc:sldChg chg="new del">
        <pc:chgData name="재준 명" userId="62eac216d436bb14" providerId="LiveId" clId="{C2071B9A-11A3-48F2-A952-2ED29732BD11}" dt="2026-08-14T15:34:34.469" v="613" actId="47"/>
        <pc:sldMkLst>
          <pc:docMk/>
          <pc:sldMk cId="2875606905" sldId="522"/>
        </pc:sldMkLst>
      </pc:sldChg>
      <pc:sldChg chg="modSp add mod setBg">
        <pc:chgData name="재준 명" userId="62eac216d436bb14" providerId="LiveId" clId="{C2071B9A-11A3-48F2-A952-2ED29732BD11}" dt="2026-08-14T15:38:49.764" v="669" actId="14100"/>
        <pc:sldMkLst>
          <pc:docMk/>
          <pc:sldMk cId="0" sldId="523"/>
        </pc:sldMkLst>
        <pc:spChg chg="mod">
          <ac:chgData name="재준 명" userId="62eac216d436bb14" providerId="LiveId" clId="{C2071B9A-11A3-48F2-A952-2ED29732BD11}" dt="2026-08-14T15:38:49.764" v="669" actId="14100"/>
          <ac:spMkLst>
            <pc:docMk/>
            <pc:sldMk cId="0" sldId="523"/>
            <ac:spMk id="5" creationId="{00000000-0000-0000-0000-000000000000}"/>
          </ac:spMkLst>
        </pc:spChg>
      </pc:sldChg>
      <pc:sldChg chg="addSp modSp new mod">
        <pc:chgData name="재준 명" userId="62eac216d436bb14" providerId="LiveId" clId="{C2071B9A-11A3-48F2-A952-2ED29732BD11}" dt="2026-08-14T15:38:38.503" v="668" actId="1076"/>
        <pc:sldMkLst>
          <pc:docMk/>
          <pc:sldMk cId="1339388831" sldId="524"/>
        </pc:sldMkLst>
        <pc:spChg chg="add mod">
          <ac:chgData name="재준 명" userId="62eac216d436bb14" providerId="LiveId" clId="{C2071B9A-11A3-48F2-A952-2ED29732BD11}" dt="2026-08-14T15:38:38.503" v="668" actId="1076"/>
          <ac:spMkLst>
            <pc:docMk/>
            <pc:sldMk cId="1339388831" sldId="524"/>
            <ac:spMk id="2" creationId="{7D38C066-0154-2148-8CDE-0D459A58E42D}"/>
          </ac:spMkLst>
        </pc:spChg>
      </pc:sldChg>
      <pc:sldChg chg="new del">
        <pc:chgData name="재준 명" userId="62eac216d436bb14" providerId="LiveId" clId="{C2071B9A-11A3-48F2-A952-2ED29732BD11}" dt="2026-08-14T15:38:25.188" v="632" actId="47"/>
        <pc:sldMkLst>
          <pc:docMk/>
          <pc:sldMk cId="1154625658" sldId="525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577423435" sldId="526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103529412" sldId="527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384835228" sldId="528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513411932" sldId="529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807721447" sldId="530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732061999" sldId="531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028512072" sldId="532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86364944" sldId="533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703749536" sldId="534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544348515" sldId="535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892658350" sldId="536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232555974" sldId="537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485397377" sldId="538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527265048" sldId="539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919254692" sldId="540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808941222" sldId="541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4260676512" sldId="542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436691140" sldId="543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76103810" sldId="544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694018085" sldId="545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829070806" sldId="546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946828795" sldId="547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238141336" sldId="548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150913634" sldId="549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830909379" sldId="550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663672553" sldId="551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311361339" sldId="552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746329350" sldId="553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904245553" sldId="554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539738519" sldId="555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576154137" sldId="556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810733341" sldId="557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453570532" sldId="558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924209456" sldId="559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41498336" sldId="560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929395966" sldId="561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52621800" sldId="562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4260010761" sldId="563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824459300" sldId="564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474211195" sldId="565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254017625" sldId="566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622807751" sldId="567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1789870101" sldId="568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3898286607" sldId="569"/>
        </pc:sldMkLst>
      </pc:sldChg>
      <pc:sldChg chg="add">
        <pc:chgData name="재준 명" userId="62eac216d436bb14" providerId="LiveId" clId="{C2071B9A-11A3-48F2-A952-2ED29732BD11}" dt="2026-08-14T15:38:23.218" v="631"/>
        <pc:sldMkLst>
          <pc:docMk/>
          <pc:sldMk cId="2505876955" sldId="570"/>
        </pc:sldMkLst>
      </pc:sldChg>
      <pc:sldChg chg="new del">
        <pc:chgData name="재준 명" userId="62eac216d436bb14" providerId="LiveId" clId="{C2071B9A-11A3-48F2-A952-2ED29732BD11}" dt="2026-08-14T15:45:52.833" v="673" actId="47"/>
        <pc:sldMkLst>
          <pc:docMk/>
          <pc:sldMk cId="2125144832" sldId="571"/>
        </pc:sldMkLst>
      </pc:sldChg>
      <pc:sldChg chg="add del">
        <pc:chgData name="재준 명" userId="62eac216d436bb14" providerId="LiveId" clId="{C2071B9A-11A3-48F2-A952-2ED29732BD11}" dt="2026-08-14T15:46:41.360" v="716" actId="47"/>
        <pc:sldMkLst>
          <pc:docMk/>
          <pc:sldMk cId="3836985271" sldId="572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3891571756" sldId="573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2002638537" sldId="574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4239721076" sldId="575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744317803" sldId="576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2566012975" sldId="577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1806360808" sldId="578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3902687763" sldId="579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471555713" sldId="580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64304985" sldId="581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3070696104" sldId="582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3243200125" sldId="583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1086852529" sldId="584"/>
        </pc:sldMkLst>
      </pc:sldChg>
      <pc:sldChg chg="add">
        <pc:chgData name="재준 명" userId="62eac216d436bb14" providerId="LiveId" clId="{C2071B9A-11A3-48F2-A952-2ED29732BD11}" dt="2026-08-14T15:45:49.843" v="672"/>
        <pc:sldMkLst>
          <pc:docMk/>
          <pc:sldMk cId="1570474097" sldId="5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1A57A-BC7B-439E-8498-B6916E7FCD6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7E9BF-CB6F-4941-B1E5-5A485617B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319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주제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OS별로 설치 방식이 다릅니다. Windows는 GUI 마법사, macOS는 Homebrew, Linux는 APT를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Doxygen Windows 설치 파일을 직접 실행한 화면입니다. 먼저 라이선스에 동의하고, 설치 경로를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구성 요소는 Full Installation으로 전부 선택했습니다. 마지막 확인 화면에서 설정을 검토합니다.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설치가 완료되면 doxygen.exe가 실제로 동작하는 것까지 확인했습니다. 이것으로 Windows 설치 과정을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macOS는 Homebrew라는 패키지 관리자로 한 줄이면 설치됩니다. 다만 이번 발표 환경에는 실제 Mac이 없어서, 이 슬라이드는 실행 화면 대신 공식 명령어로 안내드립니다.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확인은 OS 상관없이 doxygen -v, dot -V 두 명령으로 동일하게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Linux는 실제로 apt-get install 명령을 실행한 화면입니다. 명령 한 줄로 doxygen과 graphviz가 함께 설치됩니다.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완전히 동일한 코드에서 HAVE_DOT 설정 하나만 바꿔 실제로 두 번 생성했습니다. Graphviz가 있어야 화살표가 있는 제대로 된 다이어그램이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이해를 돕기 위해 만든 간단한 C++ 예제 코드를 주석 없이 그대로 Doxygen에 돌려봤습니다. 주석이 없다 보니 실제로 문서 내용이 텅 비어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코드에 Doxygen 스타일 주석만 추가해서 다시 돌린 실제 결과입니다. 코드 로직은 전혀 건드리지 않았고, 함수마다 @brief·@param·@return 주석만 추가했더니 이렇게 풍부한 문서가 자동으로 만들어졌습니다. 이것으로 발표를 마치겠습니다.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6EF1C-3350-4DCD-AFA9-5128CB9EB31A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745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E89F-25D9-E34C-9D0A-BE7525A1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45DB46-6CB8-07E8-A3DD-244273371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0E84D4-165E-4100-5288-252252B91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07A7C6-710E-6F70-D69F-D616D4BC2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537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166A-2467-C547-2E0E-C3F5FAE6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74E412-97C1-A210-B83E-A6CBFFC72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DF1C74-E9D0-DD29-7653-397B3CC4E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88F808-8196-A170-7DAA-A0A3BFC29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791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0D03-86F6-B6E8-F8E1-9D1C2379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E48B60-0D51-94BD-E0B1-21CD558FB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38782B-3DD2-6A8D-E7F6-E56BA5E86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6A020-82F5-B61C-1107-FDCE7B472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353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7A65-B805-6DA0-827F-722CBBD9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48A5A1-4B27-941C-8544-D5D9F6ED4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86691D-9D35-88E1-BDBC-693403C80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106001-FA98-8967-89FF-565A0EE31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1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F8DA-7F0B-4F02-8D06-F93BD9A2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A4C0A-0F15-5C52-3D0B-6AFD5B635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0EC48F-F2B5-275C-06F4-0089E037D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32209D-62CA-CE8B-5455-51BA82947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436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687C-2CC6-CDFF-A283-07387630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A83433-F35F-E7AB-BA00-E4C234EE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39B4F0-4109-D378-7143-3BE05CF54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B5F6D-9AD6-0CA4-0FBB-CF5AC54BC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9241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DF04D-025C-3716-E743-82854FA9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5CFFF4-03F4-8CDE-DB9D-D046342FB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CF3F54-336A-2692-DE99-C021DBE4B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030AB9-D561-3636-AF25-04CCA66B0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48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BF343-2136-47CD-B4D0-E09A081245FA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912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102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323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723FC-75A8-4424-CB73-1016CF7B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265F67-61FE-4B5A-E0CE-B892092A7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289593-93C0-5AA8-121E-ED21B18CD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261C03-1E2F-D96E-64A5-52B14BAAA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103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8524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107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6689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127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5546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C3C0D-D6D7-0AB9-7A09-765196E3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B47DBD-82EF-9AB3-7DE1-44AFA065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26A9A3-6DB1-832E-3839-F42822856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DC47B8-03BA-A397-5BB9-8BD67C1FD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128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048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E60F1-B78C-760F-99CD-95867C6B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E0CA1-550B-4D75-BEF9-3B2DB3F14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883411-E17E-AFD2-7B97-66AAA6DDA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781FC9-D7CC-DD78-C9F0-833D4994D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129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3896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47A5-E0C2-6219-361C-4362EEC8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5D26C1-B145-DAE7-E991-C5E898BF7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61992B-2B1E-A31A-E111-3EFF4271C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76D0E4-1059-835C-BC13-2E0FC49FE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130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711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2에서는 Doxygen, Sphinx, Javadoc 세 가지 문서화 도구를 실제로 사용해보고 비교합니다.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894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BA091-9F9C-4734-836A-C5C3FE18A442}" type="slidenum">
              <a:rPr lang="ko-KR" altLang="en-US" smtClean="0"/>
              <a:t>219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3541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F8D9-A975-1BE7-4F26-1DD5C9CA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7D771F-C051-FE72-9B99-F5D0E83C2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B13636-9B05-139A-EA5A-AD2CDF389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B5A2F6-2132-2ADC-D566-53C212F22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4622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2A02-5EA9-CE94-B3CD-1064BC34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2F0806-6917-B92A-5B81-62959456E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013EB1-5C11-4588-E293-63E32E99E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68DD8A-263F-A981-1C00-4375BAC0A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462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A061A-CCEB-46EF-DF0C-8FF13DDA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0B4835-D91E-6C09-7DA3-51034AF68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91D2D2-F240-D6F7-A8BD-65026495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63BF1E-2485-D401-63C9-0BEAA2F99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67865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70F4-8904-BBF3-5CB6-B41138BD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44E323-122E-05DD-44FA-8B60D8026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84691D-A084-1586-BB47-4131AFC45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C0D93-AA51-6328-0758-7BABF83E4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728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2179-5367-64BA-6922-3285CD210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207CE4-EEFD-917A-98D8-250A48425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05C6AF-66D5-EE58-2007-31B69B221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AB6A16-367F-D6E1-79A9-048F76C81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2115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8705-7972-0590-9432-C54095A3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462B0D-D737-6156-565F-7076D0F8A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21EF0-C12A-B781-34BC-EF667B9D5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222399-B901-DA36-BBF6-AF1282CB1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2472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D04A-6534-8EA8-8CB5-F386F6BF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35492-7C60-0E3E-645C-A58EA05B9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D0A086-91D5-28A6-8AD4-F2C1011EF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784D9E-4D3E-3567-9BAF-0C37696D8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390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58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425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62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44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10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05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77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13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98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4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325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22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C1E0E-6CF1-4F5F-9441-36FED470CD9E}" type="datetimeFigureOut">
              <a:rPr lang="ko-KR" altLang="en-US" smtClean="0"/>
              <a:t>2026-08-15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AC9F0-DF40-43C2-BE50-8115E726C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732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67.png"/><Relationship Id="rId3" Type="http://schemas.openxmlformats.org/officeDocument/2006/relationships/image" Target="../media/image54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73.png"/><Relationship Id="rId5" Type="http://schemas.openxmlformats.org/officeDocument/2006/relationships/image" Target="../media/image61.png"/><Relationship Id="rId10" Type="http://schemas.openxmlformats.org/officeDocument/2006/relationships/image" Target="../media/image72.png"/><Relationship Id="rId4" Type="http://schemas.openxmlformats.org/officeDocument/2006/relationships/image" Target="../media/image60.png"/><Relationship Id="rId9" Type="http://schemas.openxmlformats.org/officeDocument/2006/relationships/image" Target="../media/image71.png"/><Relationship Id="rId14" Type="http://schemas.openxmlformats.org/officeDocument/2006/relationships/image" Target="../media/image68.png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78.png"/><Relationship Id="rId3" Type="http://schemas.openxmlformats.org/officeDocument/2006/relationships/image" Target="../media/image54.png"/><Relationship Id="rId7" Type="http://schemas.openxmlformats.org/officeDocument/2006/relationships/image" Target="../media/image75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76.png"/><Relationship Id="rId5" Type="http://schemas.openxmlformats.org/officeDocument/2006/relationships/image" Target="../media/image61.png"/><Relationship Id="rId10" Type="http://schemas.openxmlformats.org/officeDocument/2006/relationships/image" Target="../media/image68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Relationship Id="rId1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54.png"/><Relationship Id="rId7" Type="http://schemas.openxmlformats.org/officeDocument/2006/relationships/image" Target="../media/image67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64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80.png"/><Relationship Id="rId3" Type="http://schemas.openxmlformats.org/officeDocument/2006/relationships/image" Target="../media/image54.png"/><Relationship Id="rId7" Type="http://schemas.openxmlformats.org/officeDocument/2006/relationships/image" Target="../media/image75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76.png"/><Relationship Id="rId5" Type="http://schemas.openxmlformats.org/officeDocument/2006/relationships/image" Target="../media/image61.png"/><Relationship Id="rId15" Type="http://schemas.openxmlformats.org/officeDocument/2006/relationships/image" Target="../media/image65.png"/><Relationship Id="rId10" Type="http://schemas.openxmlformats.org/officeDocument/2006/relationships/image" Target="../media/image68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Relationship Id="rId14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84.png"/><Relationship Id="rId3" Type="http://schemas.openxmlformats.org/officeDocument/2006/relationships/image" Target="../media/image54.png"/><Relationship Id="rId7" Type="http://schemas.openxmlformats.org/officeDocument/2006/relationships/image" Target="../media/image75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83.svg"/><Relationship Id="rId5" Type="http://schemas.openxmlformats.org/officeDocument/2006/relationships/image" Target="../media/image61.png"/><Relationship Id="rId15" Type="http://schemas.openxmlformats.org/officeDocument/2006/relationships/image" Target="../media/image86.png"/><Relationship Id="rId10" Type="http://schemas.openxmlformats.org/officeDocument/2006/relationships/image" Target="../media/image68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Relationship Id="rId14" Type="http://schemas.openxmlformats.org/officeDocument/2006/relationships/image" Target="../media/image85.png"/></Relationships>
</file>

<file path=ppt/slides/_rels/slide5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90.png"/><Relationship Id="rId3" Type="http://schemas.openxmlformats.org/officeDocument/2006/relationships/image" Target="../media/image54.png"/><Relationship Id="rId7" Type="http://schemas.openxmlformats.org/officeDocument/2006/relationships/image" Target="../media/image75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88.png"/><Relationship Id="rId5" Type="http://schemas.openxmlformats.org/officeDocument/2006/relationships/image" Target="../media/image61.png"/><Relationship Id="rId15" Type="http://schemas.openxmlformats.org/officeDocument/2006/relationships/image" Target="../media/image67.png"/><Relationship Id="rId10" Type="http://schemas.openxmlformats.org/officeDocument/2006/relationships/image" Target="../media/image76.png"/><Relationship Id="rId4" Type="http://schemas.openxmlformats.org/officeDocument/2006/relationships/image" Target="../media/image60.png"/><Relationship Id="rId9" Type="http://schemas.openxmlformats.org/officeDocument/2006/relationships/image" Target="../media/image87.svg"/><Relationship Id="rId14" Type="http://schemas.openxmlformats.org/officeDocument/2006/relationships/image" Target="../media/image8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8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8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9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91.png"/><Relationship Id="rId7" Type="http://schemas.openxmlformats.org/officeDocument/2006/relationships/image" Target="../media/image11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5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1.png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hyperlink" Target="https://autogen.sourceforge.net/" TargetMode="External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7" Type="http://schemas.openxmlformats.org/officeDocument/2006/relationships/image" Target="../media/image233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png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374643" y="1943766"/>
            <a:ext cx="5663380" cy="1629697"/>
          </a:xfrm>
        </p:spPr>
        <p:txBody>
          <a:bodyPr>
            <a:noAutofit/>
          </a:bodyPr>
          <a:lstStyle/>
          <a:p>
            <a:r>
              <a:rPr lang="en-US" altLang="ko-KR" sz="8800" b="1" dirty="0">
                <a:solidFill>
                  <a:schemeClr val="bg1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reference</a:t>
            </a:r>
            <a:endParaRPr lang="ko-KR" altLang="en-US" sz="8800" b="1" dirty="0">
              <a:solidFill>
                <a:schemeClr val="bg1"/>
              </a:solidFill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3999" y="3894665"/>
            <a:ext cx="2566219" cy="566839"/>
          </a:xfrm>
        </p:spPr>
        <p:txBody>
          <a:bodyPr>
            <a:noAutofit/>
          </a:bodyPr>
          <a:lstStyle/>
          <a:p>
            <a:r>
              <a:rPr lang="en-US" altLang="ko-KR" sz="3200" b="1" kern="0" spc="300" dirty="0">
                <a:solidFill>
                  <a:schemeClr val="accent3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</a:t>
            </a:r>
            <a:endParaRPr lang="ko-KR" altLang="en-US" sz="3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082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1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sz="6700" b="1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Doxygen</a:t>
            </a: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이 뭐고 왜 쓰나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종연</a:t>
            </a:r>
          </a:p>
        </p:txBody>
      </p:sp>
    </p:spTree>
    <p:extLst>
      <p:ext uri="{BB962C8B-B14F-4D97-AF65-F5344CB8AC3E}">
        <p14:creationId xmlns:p14="http://schemas.microsoft.com/office/powerpoint/2010/main" val="419406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54433-ABBD-16CA-70FB-2CD1C5333D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422" y="773760"/>
            <a:ext cx="4620584" cy="1781604"/>
          </a:xfrm>
        </p:spPr>
        <p:txBody>
          <a:bodyPr>
            <a:normAutofit/>
          </a:bodyPr>
          <a:lstStyle/>
          <a:p>
            <a:r>
              <a:rPr lang="en-US" altLang="ko-KR" sz="8000" b="1" dirty="0" err="1"/>
              <a:t>Doxygen</a:t>
            </a:r>
            <a:endParaRPr lang="ko-KR" altLang="en-US" sz="8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E02126-E92B-2DA0-F318-95F66C940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422" y="4719146"/>
            <a:ext cx="3644754" cy="1697604"/>
          </a:xfrm>
        </p:spPr>
        <p:txBody>
          <a:bodyPr>
            <a:normAutofit/>
          </a:bodyPr>
          <a:lstStyle/>
          <a:p>
            <a:r>
              <a:rPr lang="ko-KR" altLang="en-US" sz="2000" b="1" spc="600" dirty="0" err="1"/>
              <a:t>컴퓨터소프웨어공학과</a:t>
            </a:r>
            <a:endParaRPr lang="en-US" altLang="ko-KR" sz="2000" b="1" spc="600" dirty="0"/>
          </a:p>
          <a:p>
            <a:r>
              <a:rPr lang="en-US" altLang="ko-KR" sz="2000" b="1" spc="600" dirty="0"/>
              <a:t>202307059</a:t>
            </a:r>
            <a:r>
              <a:rPr lang="ko-KR" altLang="en-US" sz="2000" b="1" spc="600" dirty="0"/>
              <a:t>박종연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17372-8604-1AC1-35BF-88A315DB20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60" r="3493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FD7025EC-E757-15FF-0337-56E5A8D55DCD}"/>
              </a:ext>
            </a:extLst>
          </p:cNvPr>
          <p:cNvSpPr txBox="1">
            <a:spLocks/>
          </p:cNvSpPr>
          <p:nvPr/>
        </p:nvSpPr>
        <p:spPr>
          <a:xfrm>
            <a:off x="820113" y="2605033"/>
            <a:ext cx="3644754" cy="169760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cap="all" spc="7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7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1" spc="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자동 문서화 도구</a:t>
            </a:r>
          </a:p>
        </p:txBody>
      </p:sp>
    </p:spTree>
    <p:extLst>
      <p:ext uri="{BB962C8B-B14F-4D97-AF65-F5344CB8AC3E}">
        <p14:creationId xmlns:p14="http://schemas.microsoft.com/office/powerpoint/2010/main" val="4078744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59F85-8886-5CAC-6DAD-34FBAFAB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BA3E4-811F-4E3C-B003-BCB3F2A38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ko-KR" b="1" dirty="0" err="1"/>
              <a:t>Doxygen이란</a:t>
            </a:r>
            <a:r>
              <a:rPr lang="ko-KR" altLang="ko-KR" b="1" dirty="0"/>
              <a:t> 무엇인가?</a:t>
            </a:r>
            <a:endParaRPr lang="en-US" altLang="ko-KR" b="1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ko-KR" b="1" dirty="0"/>
              <a:t>개발 문서화의 필요성</a:t>
            </a:r>
            <a:endParaRPr lang="en-US" altLang="ko-KR" b="1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ko-KR" b="1" dirty="0" err="1"/>
              <a:t>Doxygen</a:t>
            </a:r>
            <a:r>
              <a:rPr lang="ko-KR" altLang="ko-KR" b="1" dirty="0"/>
              <a:t> 핵심 기능 및 지원 언어</a:t>
            </a:r>
            <a:endParaRPr lang="en-US" altLang="ko-KR" b="1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b="1" dirty="0"/>
              <a:t>예시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22331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31434-7054-0A69-392B-ED7428C4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42892"/>
          </a:xfrm>
        </p:spPr>
        <p:txBody>
          <a:bodyPr>
            <a:normAutofit/>
          </a:bodyPr>
          <a:lstStyle/>
          <a:p>
            <a:r>
              <a:rPr lang="ko-KR" altLang="ko-KR" dirty="0" err="1"/>
              <a:t>Doxygen이란</a:t>
            </a:r>
            <a:r>
              <a:rPr lang="ko-KR" altLang="ko-KR" dirty="0"/>
              <a:t> 무엇인가?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CA88F2-5E2F-F027-FBD7-67FE7104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26" y="3154986"/>
            <a:ext cx="10889347" cy="99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25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750453-F8B0-ED30-D7D2-60343130A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137" y="872214"/>
            <a:ext cx="9403726" cy="22789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E8C678-752A-64F7-D98F-98343233A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137" y="3706854"/>
            <a:ext cx="9403726" cy="22789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941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F7AB0-A6AB-C927-3698-8D9FAF703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9048"/>
          </a:xfrm>
        </p:spPr>
        <p:txBody>
          <a:bodyPr>
            <a:normAutofit/>
          </a:bodyPr>
          <a:lstStyle/>
          <a:p>
            <a:r>
              <a:rPr lang="ko-KR" altLang="ko-KR" dirty="0"/>
              <a:t>개발 문서화의 필요성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3361AB-51A9-4787-9774-102A6AA8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36979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93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82651-3AD7-C7F9-2524-D01AFC3F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298"/>
            <a:ext cx="10515600" cy="1325563"/>
          </a:xfrm>
        </p:spPr>
        <p:txBody>
          <a:bodyPr/>
          <a:lstStyle/>
          <a:p>
            <a:r>
              <a:rPr lang="ko-KR" altLang="en-US" dirty="0"/>
              <a:t>개발 문서화가 필요한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AE9743-9BA5-36C5-0433-7DA04D477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1861"/>
            <a:ext cx="10515600" cy="416052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과거의 내가 짠 코드</a:t>
            </a:r>
            <a:r>
              <a:rPr lang="en-US" altLang="ko-KR" dirty="0"/>
              <a:t>, </a:t>
            </a:r>
            <a:r>
              <a:rPr lang="ko-KR" altLang="en-US" dirty="0"/>
              <a:t>미래의 내가 못 알아본다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팀 프로젝트 협업 시 소통 비용 절감</a:t>
            </a:r>
            <a:r>
              <a:rPr lang="en-US" altLang="ko-KR" dirty="0"/>
              <a:t>, </a:t>
            </a:r>
            <a:r>
              <a:rPr lang="ko-KR" altLang="en-US" dirty="0"/>
              <a:t>개발 인력 변동에 대한 대비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"</a:t>
            </a:r>
            <a:r>
              <a:rPr lang="ko-KR" altLang="en-US" sz="1800" dirty="0"/>
              <a:t>이 함수 매개변수 뭐 넣어야 해</a:t>
            </a:r>
            <a:r>
              <a:rPr lang="en-US" altLang="ko-KR" sz="1800" dirty="0"/>
              <a:t>?", "</a:t>
            </a:r>
            <a:r>
              <a:rPr lang="ko-KR" altLang="en-US" sz="1800" dirty="0"/>
              <a:t>이 클래스 무슨 역할이야</a:t>
            </a:r>
            <a:r>
              <a:rPr lang="en-US" altLang="ko-KR" sz="1800" dirty="0"/>
              <a:t>?" </a:t>
            </a:r>
            <a:r>
              <a:rPr lang="ko-KR" altLang="en-US" sz="1800" dirty="0"/>
              <a:t>일일이 카톡으로 물어보는 불필요한 번거로움 방지</a:t>
            </a:r>
            <a:r>
              <a:rPr lang="en-US" altLang="ko-KR" sz="18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후속 개발자에게 프로젝트에 대한 설명을 할 수 있는 가장 좋은 방법은 바로 </a:t>
            </a:r>
            <a:r>
              <a:rPr lang="en-US" altLang="ko-KR" sz="1800" dirty="0"/>
              <a:t>'</a:t>
            </a:r>
            <a:r>
              <a:rPr lang="ko-KR" altLang="en-US" sz="1800" dirty="0"/>
              <a:t>문서 자료</a:t>
            </a:r>
            <a:r>
              <a:rPr lang="en-US" altLang="ko-KR" sz="1800" dirty="0"/>
              <a:t>'</a:t>
            </a:r>
            <a:endParaRPr lang="ko-KR" altLang="en-US" sz="1800" dirty="0"/>
          </a:p>
          <a:p>
            <a:pPr>
              <a:lnSpc>
                <a:spcPct val="100000"/>
              </a:lnSpc>
            </a:pPr>
            <a:r>
              <a:rPr lang="ko-KR" altLang="en-US" dirty="0"/>
              <a:t>코드의 가독성과 유지보수성 향상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/>
              <a:t>잘 정돈된 설명서가 있으면 새로운 팀원이 들어와도 코드 전체를 안 뜯어보고 바로 개발 참여 가능</a:t>
            </a:r>
            <a:r>
              <a:rPr lang="en-US" altLang="ko-KR" sz="1800" dirty="0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결국 </a:t>
            </a:r>
            <a:r>
              <a:rPr lang="ko-KR" altLang="en-US" dirty="0">
                <a:highlight>
                  <a:srgbClr val="FFFF00"/>
                </a:highlight>
              </a:rPr>
              <a:t>코드를 쉽고 빠르게 이해하여 정보를 편하게 얻고 서로의 시간을 아끼기 위함</a:t>
            </a:r>
            <a:r>
              <a:rPr lang="en-US" altLang="ko-KR" dirty="0">
                <a:highlight>
                  <a:srgbClr val="FFFF00"/>
                </a:highlight>
              </a:rPr>
              <a:t>.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32485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ACFAF-B53A-C75F-935B-EA243FE56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F40393-EDF1-7A68-7094-2E9B41DEF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94" y="2343480"/>
            <a:ext cx="11069612" cy="356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61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05FA7-EA72-F2D4-44F1-9EDBC499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7C0FD9-3107-5895-8922-9B31FD167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62" y="2011556"/>
            <a:ext cx="10798476" cy="383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6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71F7E-1B96-AD73-2D73-B64A9487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992F84-4D3D-35F3-CD65-B44DC0997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34" y="1893544"/>
            <a:ext cx="10684166" cy="38288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1E8D72-CF5B-5E4B-99DD-B91F247B29C2}"/>
              </a:ext>
            </a:extLst>
          </p:cNvPr>
          <p:cNvSpPr txBox="1"/>
          <p:nvPr/>
        </p:nvSpPr>
        <p:spPr>
          <a:xfrm>
            <a:off x="6626941" y="4611330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* </a:t>
            </a:r>
            <a:r>
              <a:rPr lang="ko-KR" altLang="en-US" dirty="0">
                <a:highlight>
                  <a:srgbClr val="FFFF00"/>
                </a:highlight>
              </a:rPr>
              <a:t>하이퍼링크 같은 기능</a:t>
            </a:r>
          </a:p>
        </p:txBody>
      </p:sp>
    </p:spTree>
    <p:extLst>
      <p:ext uri="{BB962C8B-B14F-4D97-AF65-F5344CB8AC3E}">
        <p14:creationId xmlns:p14="http://schemas.microsoft.com/office/powerpoint/2010/main" val="224344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C445A-B3E4-9DD8-832B-BF31ACCF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CDD563-E8DC-7393-C2CC-A81C8AA6B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873798"/>
            <a:ext cx="4618120" cy="8763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FD867F7-D3A3-AE2D-5F35-315980A1B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15"/>
          <a:stretch>
            <a:fillRect/>
          </a:stretch>
        </p:blipFill>
        <p:spPr>
          <a:xfrm>
            <a:off x="457199" y="2901352"/>
            <a:ext cx="5921413" cy="3433581"/>
          </a:xfrm>
          <a:prstGeom prst="rect">
            <a:avLst/>
          </a:prstGeom>
        </p:spPr>
      </p:pic>
      <p:pic>
        <p:nvPicPr>
          <p:cNvPr id="8" name="그림 7" descr="회사 조직도의 비밀 (다양한 정보 추측!)">
            <a:extLst>
              <a:ext uri="{FF2B5EF4-FFF2-40B4-BE49-F238E27FC236}">
                <a16:creationId xmlns:a16="http://schemas.microsoft.com/office/drawing/2014/main" id="{3DC8A4F4-617B-5A58-FE23-6041B781A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906" y="2901352"/>
            <a:ext cx="5562600" cy="343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58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AD8EA-5D38-0763-C51B-15FA99AB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핵심 기능 및 지원 언어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612F6C-90EF-522A-C999-AE28945C9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10" y="2167723"/>
            <a:ext cx="10836579" cy="38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35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E0E6D-892A-44BC-CCF2-ABFDF810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DDC744-E5EB-2C0B-8F25-41630F262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0" y="1437937"/>
            <a:ext cx="6226080" cy="485436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F8DA335-1B2B-C66A-BF82-659C2800F8DA}"/>
              </a:ext>
            </a:extLst>
          </p:cNvPr>
          <p:cNvSpPr/>
          <p:nvPr/>
        </p:nvSpPr>
        <p:spPr>
          <a:xfrm>
            <a:off x="686930" y="1859280"/>
            <a:ext cx="5643716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312FD1-0200-5110-9B93-FC1A905BB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547" y="4393837"/>
            <a:ext cx="5921253" cy="19585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3059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4A461F-C3A6-BDAF-F327-17D77D44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1C6EED-8571-4115-B2B4-6934C2A4E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73" y="3112685"/>
            <a:ext cx="5921253" cy="19585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액자 7">
            <a:extLst>
              <a:ext uri="{FF2B5EF4-FFF2-40B4-BE49-F238E27FC236}">
                <a16:creationId xmlns:a16="http://schemas.microsoft.com/office/drawing/2014/main" id="{862459E4-8BB3-56F8-2A15-BF53A54A453F}"/>
              </a:ext>
            </a:extLst>
          </p:cNvPr>
          <p:cNvSpPr/>
          <p:nvPr/>
        </p:nvSpPr>
        <p:spPr>
          <a:xfrm>
            <a:off x="3706761" y="3618271"/>
            <a:ext cx="727587" cy="373626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0F2239E-9476-4345-6B93-4B1052979598}"/>
              </a:ext>
            </a:extLst>
          </p:cNvPr>
          <p:cNvCxnSpPr/>
          <p:nvPr/>
        </p:nvCxnSpPr>
        <p:spPr>
          <a:xfrm flipH="1">
            <a:off x="4434348" y="2733368"/>
            <a:ext cx="678426" cy="8849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56C666B-4449-E90F-39E8-E52F8904A628}"/>
              </a:ext>
            </a:extLst>
          </p:cNvPr>
          <p:cNvSpPr txBox="1"/>
          <p:nvPr/>
        </p:nvSpPr>
        <p:spPr>
          <a:xfrm>
            <a:off x="4789608" y="24066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클릭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53814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81966-48BF-4F99-4EEB-4A5C2A25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38A6BA-66E8-A67A-BC45-80491F782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13" y="1744776"/>
            <a:ext cx="9182896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9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2B435-ACA9-B23A-E43B-9659631D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6600" dirty="0"/>
              <a:t>감사합니다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9C9C590-B6E2-E476-F55F-8033B4381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1" y="2370421"/>
            <a:ext cx="11735817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93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2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설치와 환경 준비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재율</a:t>
            </a:r>
          </a:p>
        </p:txBody>
      </p:sp>
    </p:spTree>
    <p:extLst>
      <p:ext uri="{BB962C8B-B14F-4D97-AF65-F5344CB8AC3E}">
        <p14:creationId xmlns:p14="http://schemas.microsoft.com/office/powerpoint/2010/main" val="3962822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E313636-F448-148D-B3BD-F2C8FB7B43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E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발표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설치와 환경 준비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macOS · Linux 실제 설치 화면과, 실제 코드로 확인하는 문서화 전후 비교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OS별 Doxygen 설치 방법 한눈에 보기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851660" y="19659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wind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4540" y="21488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마법사(GUI)로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진행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074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사이트에서 .exe 다운로드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646420" y="19659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ap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14884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017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3520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터미널에서 설치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0" y="50292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4663440" y="5029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doxygen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9441180" y="196596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linu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21488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0175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(Ubuntu)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2480" y="35204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패키지 매니저로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366760" y="5029200"/>
            <a:ext cx="3063240" cy="502920"/>
          </a:xfrm>
          <a:prstGeom prst="roundRect">
            <a:avLst>
              <a:gd name="adj" fmla="val 9091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8458200" y="50292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doxygen graphviz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WINDOWS (1/3)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설치 — 라이선스 동의 &amp; 설치 경로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win_lic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49240" cy="3882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License Agreement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GPL 라이선스에 동의해야 다음 단계로 진행됩니다. 'I accept the agreement'를 선택하면 Next가 활성화됩니다.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win_destin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349240" cy="38822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Select Destination Location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경로(C:\Program Files\doxygen)를 그대로 사용합니다. 표준 위치라 이후 PATH 인식·재설치 시 문제가 적습니다.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WINDOWS (2/3)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설치 — 구성 요소 &amp; 설치 준비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win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49240" cy="3882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Select Components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Installation을 선택합니다. doxywizard(GUI 도구)와 매뉴얼, 예제까지 함께 설치해두면 이후 학습·사용이 편합니다.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win_rea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349240" cy="38822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Ready to Install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경로·구성 요소·시작 메뉴 설정을 마지막으로 요약해서 보여줍니다. 내용을 확인한 뒤 Install을 클릭합니다.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WINDOWS (3/3)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설치 — 설치 진행 &amp; 완료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win_insta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5349240" cy="3882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Installing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doxygen.exe 등 실제 파일이 지정한 경로로 추출되는 진행 화면입니다. 수 초 내로 완료됩니다.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362456"/>
            <a:ext cx="5458968" cy="3991952"/>
          </a:xfrm>
          <a:prstGeom prst="roundRect">
            <a:avLst>
              <a:gd name="adj" fmla="val 687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win_fin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349240" cy="38822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543670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Completing the Setup Wizard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5738456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설치가 끝나면 이 화면이 나옵니다. Finish를 누르면 명령 프롬프트에서 doxygen 명령을 바로 사용할 수 있습니다.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Doxygen 1.17.0 공식 Windows 설치 파일을 직접 실행하여 캡처한 화면입니다.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 설치 방법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480560"/>
          </a:xfrm>
          <a:prstGeom prst="roundRect">
            <a:avLst>
              <a:gd name="adj" fmla="val 163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12140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Homebrew로 설치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94560" y="2468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패키지 관리자 Homebrew가 설치되어 있다면, 터미널에 아래 명령어 한 줄만 입력하면 됩니다.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194560" y="310896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377440" y="31089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doxygen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194560" y="4023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Graphviz도 함께 설치하려면: brew install graphviz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확인: doxygen --version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194560" y="5029200"/>
            <a:ext cx="9052560" cy="822960"/>
          </a:xfrm>
          <a:prstGeom prst="roundRect">
            <a:avLst>
              <a:gd name="adj" fmla="val 5556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377440" y="50292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이 발표 환경에는 실제 macOS 기기가 없어, Windows·Linux처럼 실행 화면을 직접 캡처할 수 없었습니다. 위 명령어는 Homebrew 공식 문서 기준 실제 설치 명령입니다.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 확인 방법 — 실제 터미널 화면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103120" y="2194560"/>
            <a:ext cx="7955280" cy="1426464"/>
          </a:xfrm>
          <a:prstGeom prst="roundRect">
            <a:avLst>
              <a:gd name="adj" fmla="val 3205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term_ve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286000"/>
            <a:ext cx="7772400" cy="12435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65960" y="4123944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264" y="4270248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80360" y="4123944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-v 와 dot -V 명령이 버전 정보를 정상적으로 출력하면 설치가 완료된 것입니다.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Windows는 명령 프롬프트, macOS/Linux는 터미널에서 동일하게 확인할 수 있습니다.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설치 방법 — 실제 터미널 화면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49808" y="1389888"/>
            <a:ext cx="10661904" cy="3420161"/>
          </a:xfrm>
          <a:prstGeom prst="roundRect">
            <a:avLst>
              <a:gd name="adj" fmla="val 1069"/>
            </a:avLst>
          </a:prstGeom>
          <a:solidFill>
            <a:srgbClr val="1A1E27"/>
          </a:solidFill>
          <a:ln w="12700">
            <a:solidFill>
              <a:srgbClr val="1A1E2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term_inst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10515600" cy="3273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056937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apt-get install -y doxygen graphviz  — 실제로 실행한 명령과 그 결과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저장소에서 doxygen과 graphviz 패키지를 함께 내려받아 설치 — 별도의 GUI 없이 한 번에 끝남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Graphviz — 왜 같이 설치할까? (실제 비교)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458968" cy="2167128"/>
          </a:xfrm>
          <a:prstGeom prst="roundRect">
            <a:avLst>
              <a:gd name="adj" fmla="val 1266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shot_nod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49240" cy="2057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576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HAVE_DOT = NO (Graphviz 미사용)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화살표 없는 단순 HTML 상자 다이어그램만 생성됩니다.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08776" y="1408176"/>
            <a:ext cx="5458968" cy="2167128"/>
          </a:xfrm>
          <a:prstGeom prst="roundRect">
            <a:avLst>
              <a:gd name="adj" fmla="val 1266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shot_withd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63040"/>
            <a:ext cx="5349240" cy="2057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3640" y="36576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HAVE_DOT = YES (Graphviz 사용)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63640" y="397764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화살표·범례가 포함된 정교한 상속 다이어그램이 자동 생성됩니다.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5720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77240" y="45720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클래스, 같은 소스 코드로 HAVE_DOT 설정만 바꿔서 실제로 두 번 생성한 결과입니다. Graphviz(dot)가 있어야 화살표가 있는 관계도, 클래스 간 협업(Collaboration) 다이어그램까지 그려집니다 — 그래서 Doxygen 설치 시 Graphviz를 함께 설치합니다.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문서화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주석 없는 코드를 문서화한 실제 결과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76856" y="1408176"/>
            <a:ext cx="7607808" cy="3858768"/>
          </a:xfrm>
          <a:prstGeom prst="roundRect">
            <a:avLst>
              <a:gd name="adj" fmla="val 711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shot_before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463040"/>
            <a:ext cx="74980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49824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5467241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간단한 C++ 예제 코드(MathUtils.cpp — 팩토리얼, 최대공약수, 소수 판별 함수)를 주석 없이 그대로 Doxygen으로 돌린 실제 결과입니다.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@brief 같은 Doxygen 주석이 없어서 문서 내용이 완전히 비어 있습니다 — 코드는 동작해도 '문서화'는 전혀 되지 않은 상태입니다.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설치와 환경 준비 · 문서화 비교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Doxygen 주석 추가 후 실제 생성 결과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85216" y="1362456"/>
            <a:ext cx="4952661" cy="5138928"/>
          </a:xfrm>
          <a:prstGeom prst="roundRect">
            <a:avLst>
              <a:gd name="adj" fmla="val 554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shot_after_d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4842933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0213" y="1737360"/>
            <a:ext cx="567266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달라진 점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0213" y="2286000"/>
            <a:ext cx="567266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factorial, gcd, isPrime 세 함수 각각에 @brief 요약이 함수 목록에 자동 표시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@param, @return 태그가 각 매개변수·반환값 설명으로 정리되어 표시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코드는 한 줄도 바꾸지 않고 주석만 추가 — 동작은 동일, 문서화만 달라짐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3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실행 방법과 설정 파일</a:t>
            </a: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(</a:t>
            </a:r>
            <a:r>
              <a:rPr lang="en-US" altLang="ko-KR" sz="5300" b="1" dirty="0" err="1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Doxyfile</a:t>
            </a: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)</a:t>
            </a:r>
            <a:endParaRPr lang="ko-KR" altLang="en-US" sz="5300" b="1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  <a:cs typeface="Microsoft Himalaya" panose="01010100010101010101" pitchFamily="2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7488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재준</a:t>
            </a:r>
          </a:p>
        </p:txBody>
      </p:sp>
    </p:spTree>
    <p:extLst>
      <p:ext uri="{BB962C8B-B14F-4D97-AF65-F5344CB8AC3E}">
        <p14:creationId xmlns:p14="http://schemas.microsoft.com/office/powerpoint/2010/main" val="4105713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6BF271-426E-346D-6BCF-AFE24008323F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 u="none" dirty="0" err="1">
                <a:solidFill>
                  <a:srgbClr val="38BDF8"/>
                </a:solidFill>
                <a:latin typeface="Times New Roman"/>
              </a:rPr>
              <a:t>Doxygen</a:t>
            </a:r>
            <a:r>
              <a:rPr sz="5400" b="1" i="0" u="none" dirty="0">
                <a:solidFill>
                  <a:srgbClr val="38BDF8"/>
                </a:solidFill>
                <a:latin typeface="Times New Roman"/>
              </a:rPr>
              <a:t> </a:t>
            </a:r>
            <a:r>
              <a:rPr sz="5400" b="1" i="0" u="none" dirty="0" err="1">
                <a:solidFill>
                  <a:srgbClr val="38BDF8"/>
                </a:solidFill>
                <a:latin typeface="Times New Roman"/>
              </a:rPr>
              <a:t>파트</a:t>
            </a:r>
            <a:r>
              <a:rPr sz="5400" b="1" i="0" u="none" dirty="0">
                <a:solidFill>
                  <a:srgbClr val="38BDF8"/>
                </a:solidFill>
                <a:latin typeface="Times New Roman"/>
              </a:rPr>
              <a:t> 3: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F6676-AEF6-815D-DD7C-AF6A34288656}"/>
              </a:ext>
            </a:extLst>
          </p:cNvPr>
          <p:cNvSpPr txBox="1"/>
          <p:nvPr/>
        </p:nvSpPr>
        <p:spPr>
          <a:xfrm>
            <a:off x="0" y="1297185"/>
            <a:ext cx="1219200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00" b="1" i="0" u="none" dirty="0" err="1">
                <a:latin typeface="Times New Roman"/>
              </a:rPr>
              <a:t>실행</a:t>
            </a:r>
            <a:r>
              <a:rPr sz="4500" b="1" i="0" u="none" dirty="0">
                <a:latin typeface="Times New Roman"/>
              </a:rPr>
              <a:t> </a:t>
            </a:r>
            <a:r>
              <a:rPr sz="4500" b="1" i="0" u="none" dirty="0" err="1">
                <a:latin typeface="Times New Roman"/>
              </a:rPr>
              <a:t>방법과</a:t>
            </a:r>
            <a:r>
              <a:rPr sz="4500" b="1" i="0" u="none" dirty="0">
                <a:latin typeface="Times New Roman"/>
              </a:rPr>
              <a:t> </a:t>
            </a:r>
            <a:r>
              <a:rPr sz="4500" b="1" i="0" u="none" dirty="0" err="1">
                <a:latin typeface="Times New Roman"/>
              </a:rPr>
              <a:t>필수</a:t>
            </a:r>
            <a:r>
              <a:rPr sz="4500" b="1" i="0" u="none" dirty="0">
                <a:latin typeface="Times New Roman"/>
              </a:rPr>
              <a:t> </a:t>
            </a:r>
            <a:r>
              <a:rPr sz="4500" b="1" i="0" u="none" dirty="0" err="1">
                <a:latin typeface="Times New Roman"/>
              </a:rPr>
              <a:t>설정</a:t>
            </a:r>
            <a:endParaRPr sz="4500" b="1" i="0" u="none" dirty="0">
              <a:latin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D9499-4FE3-7801-8EA5-89DCB091992A}"/>
              </a:ext>
            </a:extLst>
          </p:cNvPr>
          <p:cNvSpPr txBox="1"/>
          <p:nvPr/>
        </p:nvSpPr>
        <p:spPr>
          <a:xfrm>
            <a:off x="0" y="2451496"/>
            <a:ext cx="1219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dirty="0">
                <a:latin typeface="Times New Roman"/>
              </a:rPr>
              <a:t>명재준</a:t>
            </a:r>
            <a:endParaRPr sz="1800" b="0" i="0" u="none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8243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5784205" cy="4800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49564D4-717F-A317-007F-1F439C18A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92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617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571500"/>
            <a:ext cx="377828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latin typeface="Malgun Gothic"/>
              </a:rPr>
              <a:t>공통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설정</a:t>
            </a:r>
            <a:r>
              <a:rPr sz="3000" b="1" i="0" u="none" dirty="0">
                <a:latin typeface="Malgun Gothic"/>
              </a:rPr>
              <a:t> : </a:t>
            </a:r>
            <a:r>
              <a:rPr sz="3000" b="1" i="0" u="none" dirty="0" err="1">
                <a:latin typeface="Malgun Gothic"/>
              </a:rPr>
              <a:t>기준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폴더</a:t>
            </a:r>
            <a:endParaRPr sz="3000" b="1" i="0" u="none" dirty="0"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1075" y="1809750"/>
            <a:ext cx="1030605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latin typeface="monospace"/>
              </a:rPr>
              <a:t>Specify the working directory from which doxygen will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" y="2190750"/>
            <a:ext cx="10821352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 err="1">
                <a:latin typeface="Malgun Gothic"/>
              </a:rPr>
              <a:t>Doxygen이</a:t>
            </a:r>
            <a:r>
              <a:rPr sz="2550" b="1" i="0" u="none" dirty="0">
                <a:latin typeface="Malgun Gothic"/>
              </a:rPr>
              <a:t> </a:t>
            </a:r>
            <a:r>
              <a:rPr sz="2550" b="1" i="0" u="none" dirty="0" err="1">
                <a:latin typeface="Malgun Gothic"/>
              </a:rPr>
              <a:t>실행될</a:t>
            </a:r>
            <a:r>
              <a:rPr sz="2550" b="1" i="0" u="none" dirty="0">
                <a:latin typeface="Malgun Gothic"/>
              </a:rPr>
              <a:t> </a:t>
            </a:r>
            <a:r>
              <a:rPr sz="2550" b="1" i="0" u="none" dirty="0" err="1">
                <a:latin typeface="Malgun Gothic"/>
              </a:rPr>
              <a:t>작업</a:t>
            </a:r>
            <a:r>
              <a:rPr sz="2550" b="1" i="0" u="none" dirty="0">
                <a:latin typeface="Malgun Gothic"/>
              </a:rPr>
              <a:t> </a:t>
            </a:r>
            <a:r>
              <a:rPr sz="2550" b="1" i="0" u="none" dirty="0" err="1">
                <a:latin typeface="Malgun Gothic"/>
              </a:rPr>
              <a:t>디렉토리</a:t>
            </a:r>
            <a:r>
              <a:rPr sz="2550" b="1" i="0" u="none" dirty="0">
                <a:latin typeface="Malgun Gothic"/>
              </a:rPr>
              <a:t>(</a:t>
            </a:r>
            <a:r>
              <a:rPr sz="2550" b="1" i="0" u="none" dirty="0" err="1">
                <a:latin typeface="Malgun Gothic"/>
              </a:rPr>
              <a:t>폴더</a:t>
            </a:r>
            <a:r>
              <a:rPr sz="2550" b="1" i="0" u="none" dirty="0">
                <a:latin typeface="Malgun Gothic"/>
              </a:rPr>
              <a:t>)를 </a:t>
            </a:r>
            <a:r>
              <a:rPr sz="2550" b="1" i="0" u="none" dirty="0" err="1">
                <a:latin typeface="Malgun Gothic"/>
              </a:rPr>
              <a:t>지정하세요</a:t>
            </a:r>
            <a:r>
              <a:rPr sz="2550" b="1" i="0" u="none" dirty="0">
                <a:latin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2819400"/>
            <a:ext cx="10306050" cy="701154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latin typeface="Malgun Gothic"/>
              </a:rPr>
              <a:t>Doxygen 설정 파일(Doxyfile)이 만들어지고, </a:t>
            </a:r>
            <a:r>
              <a:rPr sz="1800" b="1" i="0" u="none">
                <a:latin typeface="Malgun Gothic"/>
              </a:rPr>
              <a:t>전체 작업의 기준점이 되는 최상위 폴더</a:t>
            </a:r>
            <a:r>
              <a:rPr sz="1800" b="0" i="0" u="none">
                <a:latin typeface="Malgun Gothic"/>
              </a:rPr>
              <a:t>를 선택하는 곳입니다.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3371761-733C-0AD0-C6BB-7F4CB4C2B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26991"/>
            <a:ext cx="9287340" cy="176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87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1725"/>
            <a:ext cx="11049000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00500"/>
            <a:ext cx="11049000" cy="167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81125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latin typeface="monospace"/>
              </a:rPr>
              <a:t>Provide some information about the project you are documenting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00225"/>
            <a:ext cx="110490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latin typeface="Malgun Gothic"/>
              </a:rPr>
              <a:t>문서화할 프로젝트에 대한 기본 정보를 입력하세요.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571500"/>
            <a:ext cx="435648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latin typeface="Malgun Gothic"/>
              </a:rPr>
              <a:t>프로젝트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정보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입력</a:t>
            </a:r>
            <a:r>
              <a:rPr sz="3000" b="1" i="0" u="none" dirty="0">
                <a:latin typeface="Malgun Gothic"/>
              </a:rPr>
              <a:t>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7575" y="3190875"/>
            <a:ext cx="787717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bg1"/>
                </a:solidFill>
                <a:latin typeface="Malgun Gothic"/>
              </a:rPr>
              <a:t>생성될 HTML 문서의 </a:t>
            </a:r>
            <a:r>
              <a:rPr sz="1650" b="1" i="0" u="none">
                <a:solidFill>
                  <a:schemeClr val="bg1"/>
                </a:solidFill>
                <a:latin typeface="Malgun Gothic"/>
              </a:rPr>
              <a:t>메인 제목</a:t>
            </a:r>
            <a:r>
              <a:rPr sz="1650" b="0" i="0" u="none">
                <a:solidFill>
                  <a:schemeClr val="bg1"/>
                </a:solidFill>
                <a:latin typeface="Malgun Gothic"/>
              </a:rPr>
              <a:t>이 됩니다. (예: "웹 서버 API 문서")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7575" y="4819650"/>
            <a:ext cx="787717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bg1"/>
                </a:solidFill>
                <a:latin typeface="Malgun Gothic"/>
              </a:rPr>
              <a:t>프로젝트가 무엇인지 설명하는 </a:t>
            </a:r>
            <a:r>
              <a:rPr sz="1650" b="1" i="0" u="none">
                <a:solidFill>
                  <a:schemeClr val="bg1"/>
                </a:solidFill>
                <a:latin typeface="Malgun Gothic"/>
              </a:rPr>
              <a:t>짧은 한 줄 설명</a:t>
            </a:r>
            <a:r>
              <a:rPr sz="1650" b="0" i="0" u="none">
                <a:solidFill>
                  <a:schemeClr val="bg1"/>
                </a:solidFill>
                <a:latin typeface="Malgun Gothic"/>
              </a:rPr>
              <a:t>입니다. 문서 제목 아래 부제목처럼 들어갑니다.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2738437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chemeClr val="bg1"/>
                </a:solidFill>
                <a:latin typeface="monospace"/>
              </a:rPr>
              <a:t>Project name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7575" y="2657475"/>
            <a:ext cx="1883672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chemeClr val="bg1"/>
                </a:solidFill>
                <a:latin typeface="Malgun Gothic"/>
              </a:rPr>
              <a:t>프로젝트 이름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367212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chemeClr val="bg1"/>
                </a:solidFill>
                <a:latin typeface="monospace"/>
              </a:rPr>
              <a:t>Project synopsis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7575" y="4286250"/>
            <a:ext cx="2766908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chemeClr val="bg1"/>
                </a:solidFill>
                <a:latin typeface="Malgun Gothic"/>
              </a:rPr>
              <a:t>프로젝트 개요 (요약)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35B4410-0329-1E07-3509-5EC7BDD77A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85751"/>
            <a:ext cx="5693664" cy="16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5172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71625"/>
            <a:ext cx="11049000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00400"/>
            <a:ext cx="11049000" cy="1390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8250" y="571500"/>
            <a:ext cx="435648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latin typeface="Malgun Gothic"/>
              </a:rPr>
              <a:t>프로젝트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정보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입력</a:t>
            </a:r>
            <a:r>
              <a:rPr sz="3000" b="1" i="0" u="none" dirty="0">
                <a:latin typeface="Malgun Gothic"/>
              </a:rPr>
              <a:t>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3325" y="2390775"/>
            <a:ext cx="75914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Malgun Gothic"/>
              </a:rPr>
              <a:t>문서화하는 </a:t>
            </a:r>
            <a:r>
              <a:rPr sz="1650" b="1" i="0" u="none">
                <a:solidFill>
                  <a:srgbClr val="CBD5E1"/>
                </a:solidFill>
                <a:latin typeface="Malgun Gothic"/>
              </a:rPr>
              <a:t>코드의 버전</a:t>
            </a:r>
            <a:r>
              <a:rPr sz="1650" b="0" i="0" u="none">
                <a:solidFill>
                  <a:srgbClr val="CBD5E1"/>
                </a:solidFill>
                <a:latin typeface="Malgun Gothic"/>
              </a:rPr>
              <a:t>을 적는 곳입니다. (예: "v1.0.0" 또는 "2026-08 업데이트")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3325" y="4019550"/>
            <a:ext cx="75914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Malgun Gothic"/>
              </a:rPr>
              <a:t>문서 상단 타이틀 옆에 띄울 </a:t>
            </a:r>
            <a:r>
              <a:rPr sz="1650" b="1" i="0" u="none">
                <a:solidFill>
                  <a:srgbClr val="CBD5E1"/>
                </a:solidFill>
                <a:latin typeface="Malgun Gothic"/>
              </a:rPr>
              <a:t>이미지(로고) 파일</a:t>
            </a:r>
            <a:r>
              <a:rPr sz="1650" b="0" i="0" u="none">
                <a:solidFill>
                  <a:srgbClr val="CBD5E1"/>
                </a:solidFill>
                <a:latin typeface="Malgun Gothic"/>
              </a:rPr>
              <a:t>을 넣는 기능입니다.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1938337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monospace"/>
              </a:rPr>
              <a:t>Project version or id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3325" y="1857375"/>
            <a:ext cx="2950525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Malgun Gothic"/>
              </a:rPr>
              <a:t>프로젝트 버전 또는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67112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monospace"/>
              </a:rPr>
              <a:t>Project logo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325" y="3486150"/>
            <a:ext cx="1883672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8FAFC"/>
                </a:solidFill>
                <a:latin typeface="Malgun Gothic"/>
              </a:rPr>
              <a:t>프로젝트 로고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2FD69C0-88A0-9702-CBDD-768BC37D3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2" y="4829175"/>
            <a:ext cx="10936085" cy="171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928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1725"/>
            <a:ext cx="11049000" cy="139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00500"/>
            <a:ext cx="11049000" cy="167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381125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latin typeface="monospace"/>
              </a:rPr>
              <a:t>Specify the directory to scan for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800225"/>
            <a:ext cx="11049000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latin typeface="Malgun Gothic"/>
              </a:rPr>
              <a:t>소스 코드를 검색할 폴더를 지정하세요.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571500"/>
            <a:ext cx="353387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 dirty="0" err="1">
                <a:latin typeface="Malgun Gothic"/>
              </a:rPr>
              <a:t>소스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코드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위치</a:t>
            </a:r>
            <a:r>
              <a:rPr sz="3000" b="1" i="0" u="none" dirty="0">
                <a:latin typeface="Malgun Gothic"/>
              </a:rPr>
              <a:t> </a:t>
            </a:r>
            <a:r>
              <a:rPr sz="3000" b="1" i="0" u="none" dirty="0" err="1">
                <a:latin typeface="Malgun Gothic"/>
              </a:rPr>
              <a:t>지정</a:t>
            </a:r>
            <a:endParaRPr sz="3000" b="1" i="0" u="none" dirty="0">
              <a:latin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3325" y="3190875"/>
            <a:ext cx="759142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bg1"/>
                </a:solidFill>
                <a:latin typeface="Malgun Gothic"/>
              </a:rPr>
              <a:t>주석을 달아둔 </a:t>
            </a:r>
            <a:r>
              <a:rPr sz="1650" b="1" i="0" u="none">
                <a:solidFill>
                  <a:schemeClr val="bg1"/>
                </a:solidFill>
                <a:latin typeface="Malgun Gothic"/>
              </a:rPr>
              <a:t>실제 소스 코드 파일들이 모여있는 폴더</a:t>
            </a:r>
            <a:r>
              <a:rPr sz="1650" b="0" i="0" u="none">
                <a:solidFill>
                  <a:schemeClr val="bg1"/>
                </a:solidFill>
                <a:latin typeface="Malgun Gothic"/>
              </a:rPr>
              <a:t>를 지정합니다.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74254" y="4056807"/>
            <a:ext cx="1100046" cy="66926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7946" y="4299107"/>
            <a:ext cx="68017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err="1">
                <a:latin typeface="Malgun Gothic"/>
              </a:rPr>
              <a:t>중요</a:t>
            </a:r>
            <a:r>
              <a:rPr sz="1200" b="1" i="0" u="none" dirty="0">
                <a:latin typeface="Malgun Gothic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325" y="4819650"/>
            <a:ext cx="759142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chemeClr val="bg1"/>
                </a:solidFill>
                <a:latin typeface="Malgun Gothic"/>
              </a:rPr>
              <a:t>체크 시 </a:t>
            </a:r>
            <a:r>
              <a:rPr sz="1650" b="1" i="0" u="none">
                <a:solidFill>
                  <a:schemeClr val="bg1"/>
                </a:solidFill>
                <a:latin typeface="Malgun Gothic"/>
              </a:rPr>
              <a:t>'폴더 속의 폴더'까지 전부 뒤져서</a:t>
            </a:r>
            <a:r>
              <a:rPr sz="1650" b="0" i="0" u="none">
                <a:solidFill>
                  <a:schemeClr val="bg1"/>
                </a:solidFill>
                <a:latin typeface="Malgun Gothic"/>
              </a:rPr>
              <a:t> 코드를 찾아줍니다. 실무에서는 보통 필수로 체크합니다.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2738437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chemeClr val="bg1"/>
                </a:solidFill>
                <a:latin typeface="monospace"/>
              </a:rPr>
              <a:t>Source code directory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325" y="2657475"/>
            <a:ext cx="1966964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 dirty="0" err="1">
                <a:solidFill>
                  <a:schemeClr val="bg1"/>
                </a:solidFill>
                <a:latin typeface="Malgun Gothic"/>
              </a:rPr>
              <a:t>소스</a:t>
            </a:r>
            <a:r>
              <a:rPr sz="2250" b="1" i="0" u="none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2250" b="1" i="0" u="none" dirty="0" err="1">
                <a:solidFill>
                  <a:schemeClr val="bg1"/>
                </a:solidFill>
                <a:latin typeface="Malgun Gothic"/>
              </a:rPr>
              <a:t>코드</a:t>
            </a:r>
            <a:r>
              <a:rPr sz="2250" b="1" i="0" u="none" dirty="0">
                <a:solidFill>
                  <a:schemeClr val="bg1"/>
                </a:solidFill>
                <a:latin typeface="Malgun Gothic"/>
              </a:rPr>
              <a:t> </a:t>
            </a:r>
            <a:r>
              <a:rPr sz="2250" b="1" i="0" u="none" dirty="0" err="1">
                <a:solidFill>
                  <a:schemeClr val="bg1"/>
                </a:solidFill>
                <a:latin typeface="Malgun Gothic"/>
              </a:rPr>
              <a:t>폴더</a:t>
            </a:r>
            <a:endParaRPr sz="2250" b="1" i="0" u="none" dirty="0">
              <a:solidFill>
                <a:schemeClr val="bg1"/>
              </a:solidFill>
              <a:latin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3450" y="4367212"/>
            <a:ext cx="2667000" cy="22860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chemeClr val="bg1"/>
                </a:solidFill>
                <a:latin typeface="monospace"/>
              </a:rPr>
              <a:t>Scan recursively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3325" y="4286250"/>
            <a:ext cx="415067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chemeClr val="bg1"/>
                </a:solidFill>
                <a:latin typeface="Malgun Gothic"/>
              </a:rPr>
              <a:t>하위 폴더까지 재귀적으로 검색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C161E2E-A040-DC69-7418-9AA918DFC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901" y="314251"/>
            <a:ext cx="6572599" cy="177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98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76375"/>
            <a:ext cx="11049000" cy="316974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95312"/>
            <a:ext cx="476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571500"/>
            <a:ext cx="3022721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latin typeface="Malgun Gothic"/>
              </a:rPr>
              <a:t>결과물 저장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075" y="1809750"/>
            <a:ext cx="10306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monospace"/>
              </a:rPr>
              <a:t>Specify the directory where doxygen should put the generated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" y="2133600"/>
            <a:ext cx="103060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Malgun Gothic"/>
              </a:rPr>
              <a:t>Doxygen이 생성된 문서를 저장할 디렉토리를 지정하세요.</a:t>
            </a:r>
          </a:p>
        </p:txBody>
      </p:sp>
      <p:sp>
        <p:nvSpPr>
          <p:cNvPr id="7" name="Rectangle 6"/>
          <p:cNvSpPr/>
          <p:nvPr/>
        </p:nvSpPr>
        <p:spPr>
          <a:xfrm>
            <a:off x="981075" y="2705100"/>
            <a:ext cx="103060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0950" y="3581400"/>
            <a:ext cx="74961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Malgun Gothic"/>
              </a:rPr>
              <a:t>분석을 마친 후 </a:t>
            </a:r>
            <a:r>
              <a:rPr sz="1800" b="1" i="0" u="none">
                <a:solidFill>
                  <a:srgbClr val="CBD5E1"/>
                </a:solidFill>
                <a:latin typeface="Malgun Gothic"/>
              </a:rPr>
              <a:t>완성된 웹페이지(HTML) 문서가 최종적으로 만들어져 저장될 폴더</a:t>
            </a:r>
            <a:r>
              <a:rPr sz="1800" b="0" i="0" u="none">
                <a:solidFill>
                  <a:srgbClr val="CBD5E1"/>
                </a:solidFill>
                <a:latin typeface="Malgun Gothic"/>
              </a:rPr>
              <a:t>입니다. (비워두면 최상단 폴더에 생성됩니다.)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1051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monospace"/>
              </a:rPr>
              <a:t>Destination directory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3000375"/>
            <a:ext cx="347590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Malgun Gothic"/>
              </a:rPr>
              <a:t>결과물(대상) 저장 폴더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1D4BE64-ECE1-3787-1A67-CA939CCBC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74894"/>
            <a:ext cx="10962132" cy="176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983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609884E-CBFD-0AC9-1E1C-AC62195758BF}"/>
              </a:ext>
            </a:extLst>
          </p:cNvPr>
          <p:cNvSpPr txBox="1"/>
          <p:nvPr/>
        </p:nvSpPr>
        <p:spPr>
          <a:xfrm>
            <a:off x="886690" y="2608028"/>
            <a:ext cx="108065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800" dirty="0"/>
              <a:t>아까 Project 설정이 </a:t>
            </a:r>
            <a:r>
              <a:rPr lang="ko-KR" altLang="ko-KR" sz="2800" b="1" dirty="0"/>
              <a:t>"어떤 프로젝트를 문서화할지"</a:t>
            </a:r>
            <a:r>
              <a:rPr lang="ko-KR" altLang="ko-KR" sz="2800" dirty="0"/>
              <a:t> 정하는 거였다면, </a:t>
            </a:r>
            <a:r>
              <a:rPr lang="en-US" altLang="ko-KR" sz="2800" dirty="0"/>
              <a:t>Mode</a:t>
            </a:r>
            <a:r>
              <a:rPr lang="ko-KR" altLang="ko-KR" sz="2800" dirty="0"/>
              <a:t>는 </a:t>
            </a:r>
            <a:r>
              <a:rPr lang="ko-KR" altLang="ko-KR" sz="2800" b="1" dirty="0"/>
              <a:t>"어떤 내용을 문서에 포함시킬지 + 어떤 프로그래밍 언어 기준으로 문서를 만들지"</a:t>
            </a:r>
            <a:r>
              <a:rPr lang="ko-KR" altLang="ko-KR" sz="2800" dirty="0"/>
              <a:t> 정하는 부분</a:t>
            </a:r>
            <a:r>
              <a:rPr lang="ko-KR" altLang="en-US" sz="2800" dirty="0"/>
              <a:t>입니다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ACAC46-9671-7433-7FA7-578D502A4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01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690707-3E41-CEA2-3856-7B403AB8CFEC}"/>
              </a:ext>
            </a:extLst>
          </p:cNvPr>
          <p:cNvSpPr txBox="1"/>
          <p:nvPr/>
        </p:nvSpPr>
        <p:spPr>
          <a:xfrm>
            <a:off x="7956885" y="2155521"/>
            <a:ext cx="4347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Doxygen용</a:t>
            </a:r>
            <a:r>
              <a:rPr lang="ko-KR" altLang="ko-KR" sz="1200" dirty="0"/>
              <a:t> 주석이 작성되어 있는 코드만 문서에 포함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2D4EC-02F5-F03A-33F7-45F686FECCB3}"/>
              </a:ext>
            </a:extLst>
          </p:cNvPr>
          <p:cNvSpPr txBox="1"/>
          <p:nvPr/>
        </p:nvSpPr>
        <p:spPr>
          <a:xfrm>
            <a:off x="7764380" y="2432520"/>
            <a:ext cx="4074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Doxygen</a:t>
            </a:r>
            <a:r>
              <a:rPr lang="ko-KR" altLang="ko-KR" sz="1200" dirty="0"/>
              <a:t> 주석이 있든 없든 코드의 모든 항목을 문서에 포함</a:t>
            </a:r>
            <a:endParaRPr lang="ko-KR" alt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2A9BC-41B5-BCF5-EAE2-A698487D9DF4}"/>
              </a:ext>
            </a:extLst>
          </p:cNvPr>
          <p:cNvSpPr txBox="1"/>
          <p:nvPr/>
        </p:nvSpPr>
        <p:spPr>
          <a:xfrm>
            <a:off x="7331243" y="2901153"/>
            <a:ext cx="3705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/>
              <a:t>생성된 문서에서 실제 소스 코드도 볼 수 있게 할 것인가?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2DBA9-3403-A545-E259-B03DE1E1583A}"/>
              </a:ext>
            </a:extLst>
          </p:cNvPr>
          <p:cNvSpPr txBox="1"/>
          <p:nvPr/>
        </p:nvSpPr>
        <p:spPr>
          <a:xfrm>
            <a:off x="7523748" y="4559941"/>
            <a:ext cx="4074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VHDL은</a:t>
            </a:r>
            <a:r>
              <a:rPr lang="ko-KR" altLang="ko-KR" sz="1400" dirty="0"/>
              <a:t> 하드웨어 설계에 사용되는 언어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B6AAB-E974-81C9-AB6C-82E89D2EE542}"/>
              </a:ext>
            </a:extLst>
          </p:cNvPr>
          <p:cNvSpPr txBox="1"/>
          <p:nvPr/>
        </p:nvSpPr>
        <p:spPr>
          <a:xfrm>
            <a:off x="7523748" y="4867718"/>
            <a:ext cx="3705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SLICE 출력에 맞게 최적화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4BD4A5-392A-2FE5-0B56-380B7F4284C7}"/>
              </a:ext>
            </a:extLst>
          </p:cNvPr>
          <p:cNvSpPr txBox="1"/>
          <p:nvPr/>
        </p:nvSpPr>
        <p:spPr>
          <a:xfrm>
            <a:off x="7523747" y="4306823"/>
            <a:ext cx="3705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Fortran</a:t>
            </a:r>
            <a:r>
              <a:rPr lang="ko-KR" altLang="ko-KR" sz="1400" dirty="0"/>
              <a:t> 출력에 맞게 최적화</a:t>
            </a:r>
            <a:endParaRPr lang="ko-KR" alt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5FFD9-108A-D0C7-8368-F27A4A7FDFA2}"/>
              </a:ext>
            </a:extLst>
          </p:cNvPr>
          <p:cNvSpPr txBox="1"/>
          <p:nvPr/>
        </p:nvSpPr>
        <p:spPr>
          <a:xfrm>
            <a:off x="7539790" y="4090335"/>
            <a:ext cx="2582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C 또는 PHP 출력에 맞게 최적화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0895FC-25A8-131B-7BF8-2AB182384111}"/>
              </a:ext>
            </a:extLst>
          </p:cNvPr>
          <p:cNvSpPr txBox="1"/>
          <p:nvPr/>
        </p:nvSpPr>
        <p:spPr>
          <a:xfrm>
            <a:off x="7547812" y="3804422"/>
            <a:ext cx="4074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Java</a:t>
            </a:r>
            <a:r>
              <a:rPr lang="ko-KR" altLang="ko-KR" sz="1400" dirty="0"/>
              <a:t> 또는 C# 출력에 맞게 최적화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029D04-6489-E415-DD39-4C0F627B9DD6}"/>
              </a:ext>
            </a:extLst>
          </p:cNvPr>
          <p:cNvSpPr txBox="1"/>
          <p:nvPr/>
        </p:nvSpPr>
        <p:spPr>
          <a:xfrm>
            <a:off x="7547812" y="3592347"/>
            <a:ext cx="387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C++/CLI 출력에 맞게 최적화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89B642-93C6-0BB3-0425-58D4226A0F55}"/>
              </a:ext>
            </a:extLst>
          </p:cNvPr>
          <p:cNvSpPr txBox="1"/>
          <p:nvPr/>
        </p:nvSpPr>
        <p:spPr>
          <a:xfrm>
            <a:off x="7547812" y="3334252"/>
            <a:ext cx="387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C++</a:t>
            </a:r>
            <a:r>
              <a:rPr lang="en-US" altLang="ko-KR" sz="1200" dirty="0"/>
              <a:t> </a:t>
            </a:r>
            <a:r>
              <a:rPr lang="ko-KR" altLang="ko-KR" sz="1200" dirty="0"/>
              <a:t>출력에 맞게 최적화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4950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947226-2FC1-C6DA-E0D6-4838B8666FF7}"/>
              </a:ext>
            </a:extLst>
          </p:cNvPr>
          <p:cNvSpPr txBox="1"/>
          <p:nvPr/>
        </p:nvSpPr>
        <p:spPr>
          <a:xfrm>
            <a:off x="788258" y="353774"/>
            <a:ext cx="101692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0" dirty="0"/>
              <a:t>			Output = </a:t>
            </a:r>
            <a:r>
              <a:rPr lang="ko-KR" altLang="en-US" sz="6000" dirty="0"/>
              <a:t>출력</a:t>
            </a:r>
            <a:endParaRPr lang="en-US" altLang="ko-KR" sz="6000" dirty="0"/>
          </a:p>
          <a:p>
            <a:endParaRPr lang="en-US" altLang="ko-KR" sz="6000" dirty="0"/>
          </a:p>
          <a:p>
            <a:r>
              <a:rPr lang="ko-KR" altLang="ko-KR" sz="6000" dirty="0" err="1"/>
              <a:t>Doxygen으로</a:t>
            </a:r>
            <a:r>
              <a:rPr lang="ko-KR" altLang="ko-KR" sz="6000" dirty="0"/>
              <a:t> 문서를 만들 때 어떤 형식으로 만들 거야?</a:t>
            </a:r>
            <a:endParaRPr lang="ko-KR" altLang="en-US" sz="6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1AB95-0B8E-E6D4-289C-876AB5B52CB7}"/>
              </a:ext>
            </a:extLst>
          </p:cNvPr>
          <p:cNvSpPr txBox="1"/>
          <p:nvPr/>
        </p:nvSpPr>
        <p:spPr>
          <a:xfrm>
            <a:off x="5283200" y="4257457"/>
            <a:ext cx="551410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코드</a:t>
            </a:r>
          </a:p>
          <a:p>
            <a:r>
              <a:rPr lang="ko-KR" altLang="en-US" sz="2000" dirty="0"/>
              <a:t> ↓</a:t>
            </a:r>
          </a:p>
          <a:p>
            <a:r>
              <a:rPr lang="ko-KR" altLang="en-US" sz="2000" dirty="0" err="1"/>
              <a:t>Doxygen</a:t>
            </a:r>
            <a:endParaRPr lang="ko-KR" altLang="en-US" sz="2000" dirty="0"/>
          </a:p>
          <a:p>
            <a:r>
              <a:rPr lang="ko-KR" altLang="en-US" sz="2000" dirty="0"/>
              <a:t> ↓</a:t>
            </a:r>
          </a:p>
          <a:p>
            <a:r>
              <a:rPr lang="ko-KR" altLang="en-US" sz="2000" dirty="0"/>
              <a:t>HTML 문서</a:t>
            </a:r>
          </a:p>
          <a:p>
            <a:r>
              <a:rPr lang="ko-KR" altLang="en-US" sz="2000" dirty="0"/>
              <a:t> ↓</a:t>
            </a:r>
          </a:p>
          <a:p>
            <a:r>
              <a:rPr lang="ko-KR" altLang="en-US" sz="2000" dirty="0" err="1"/>
              <a:t>웹브라우저에서</a:t>
            </a:r>
            <a:r>
              <a:rPr lang="ko-KR" altLang="en-US" sz="2000" dirty="0"/>
              <a:t> 확인</a:t>
            </a:r>
          </a:p>
        </p:txBody>
      </p:sp>
    </p:spTree>
    <p:extLst>
      <p:ext uri="{BB962C8B-B14F-4D97-AF65-F5344CB8AC3E}">
        <p14:creationId xmlns:p14="http://schemas.microsoft.com/office/powerpoint/2010/main" val="1696649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380ED28-A43D-83C9-B277-63BCA6B2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A51581-C703-281F-F0C0-41967EA32015}"/>
              </a:ext>
            </a:extLst>
          </p:cNvPr>
          <p:cNvSpPr txBox="1"/>
          <p:nvPr/>
        </p:nvSpPr>
        <p:spPr>
          <a:xfrm>
            <a:off x="6012874" y="2346096"/>
            <a:ext cx="244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일반 HTML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478D8-2FBA-E9CB-1F01-299AD81523E0}"/>
              </a:ext>
            </a:extLst>
          </p:cNvPr>
          <p:cNvSpPr txBox="1"/>
          <p:nvPr/>
        </p:nvSpPr>
        <p:spPr>
          <a:xfrm>
            <a:off x="6807200" y="2635214"/>
            <a:ext cx="366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탐색 패널이 있는 HTML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96DBC-437F-16CC-13BD-ABCADF869128}"/>
              </a:ext>
            </a:extLst>
          </p:cNvPr>
          <p:cNvSpPr txBox="1"/>
          <p:nvPr/>
        </p:nvSpPr>
        <p:spPr>
          <a:xfrm>
            <a:off x="7970982" y="2875638"/>
            <a:ext cx="294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/>
              <a:t>압축된 HTML(.</a:t>
            </a:r>
            <a:r>
              <a:rPr lang="ko-KR" altLang="ko-KR" sz="1400" dirty="0" err="1"/>
              <a:t>chm</a:t>
            </a:r>
            <a:r>
              <a:rPr lang="ko-KR" altLang="ko-KR" sz="1400" dirty="0"/>
              <a:t>)용으로 준비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6DEC6-CE28-A5B4-83CD-CA7AD8A4D435}"/>
              </a:ext>
            </a:extLst>
          </p:cNvPr>
          <p:cNvSpPr txBox="1"/>
          <p:nvPr/>
        </p:nvSpPr>
        <p:spPr>
          <a:xfrm>
            <a:off x="10595376" y="2775610"/>
            <a:ext cx="11909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900" dirty="0"/>
              <a:t>여러 HTML 문서를 하나의 도움말 파일 형태로 묶는 방식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FAFDC-6750-F35B-E442-7EA5164D82BA}"/>
              </a:ext>
            </a:extLst>
          </p:cNvPr>
          <p:cNvSpPr txBox="1"/>
          <p:nvPr/>
        </p:nvSpPr>
        <p:spPr>
          <a:xfrm>
            <a:off x="6770256" y="3128025"/>
            <a:ext cx="14778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/>
              <a:t>문서 검색 기능 넣기</a:t>
            </a:r>
          </a:p>
          <a:p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3369F-96B2-D5A3-4FCE-580DF85B50F4}"/>
              </a:ext>
            </a:extLst>
          </p:cNvPr>
          <p:cNvSpPr txBox="1"/>
          <p:nvPr/>
        </p:nvSpPr>
        <p:spPr>
          <a:xfrm>
            <a:off x="5421745" y="3836946"/>
            <a:ext cx="3796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전문적인 문서 작성에 사용하는 문서 작성 시스템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B7E7C-6DDA-CF31-E1F6-76EC753D79FA}"/>
              </a:ext>
            </a:extLst>
          </p:cNvPr>
          <p:cNvSpPr txBox="1"/>
          <p:nvPr/>
        </p:nvSpPr>
        <p:spPr>
          <a:xfrm>
            <a:off x="8460509" y="4020945"/>
            <a:ext cx="2678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하이퍼링크 사용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72FF24-DCB8-2D95-CD94-5D87E040C8D4}"/>
              </a:ext>
            </a:extLst>
          </p:cNvPr>
          <p:cNvSpPr txBox="1"/>
          <p:nvPr/>
        </p:nvSpPr>
        <p:spPr>
          <a:xfrm>
            <a:off x="8127999" y="4426744"/>
            <a:ext cx="3177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PostScript를</a:t>
            </a:r>
            <a:r>
              <a:rPr lang="ko-KR" altLang="ko-KR" sz="1200" dirty="0"/>
              <a:t> 위한 중간 형식으로 사용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F6AB0-F4B5-72D2-C0E2-FFDD55EBF89B}"/>
              </a:ext>
            </a:extLst>
          </p:cNvPr>
          <p:cNvSpPr txBox="1"/>
          <p:nvPr/>
        </p:nvSpPr>
        <p:spPr>
          <a:xfrm>
            <a:off x="7509165" y="4217064"/>
            <a:ext cx="2678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PDF</a:t>
            </a:r>
            <a:r>
              <a:rPr lang="en-US" altLang="ko-KR" sz="1200" dirty="0"/>
              <a:t> </a:t>
            </a:r>
            <a:r>
              <a:rPr lang="ko-KR" altLang="ko-KR" sz="1200" dirty="0"/>
              <a:t>으로 사용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3E3CD-6765-6B6D-887C-7C46556BC813}"/>
              </a:ext>
            </a:extLst>
          </p:cNvPr>
          <p:cNvSpPr txBox="1"/>
          <p:nvPr/>
        </p:nvSpPr>
        <p:spPr>
          <a:xfrm>
            <a:off x="5920510" y="4817558"/>
            <a:ext cx="4372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Linux</a:t>
            </a:r>
            <a:r>
              <a:rPr lang="ko-KR" altLang="ko-KR" sz="1200" dirty="0"/>
              <a:t>/</a:t>
            </a:r>
            <a:r>
              <a:rPr lang="ko-KR" altLang="ko-KR" sz="1200" dirty="0" err="1"/>
              <a:t>Unix에서</a:t>
            </a:r>
            <a:r>
              <a:rPr lang="ko-KR" altLang="ko-KR" sz="1200" dirty="0"/>
              <a:t> 사용하는 </a:t>
            </a:r>
            <a:r>
              <a:rPr lang="ko-KR" altLang="ko-KR" sz="1200" b="1" dirty="0"/>
              <a:t>명령어 설명서 형식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C72BD-FD71-4D39-4335-4624361B644B}"/>
              </a:ext>
            </a:extLst>
          </p:cNvPr>
          <p:cNvSpPr txBox="1"/>
          <p:nvPr/>
        </p:nvSpPr>
        <p:spPr>
          <a:xfrm>
            <a:off x="6770256" y="5028770"/>
            <a:ext cx="52185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100" dirty="0"/>
              <a:t>서식 있는 텍스트 형식</a:t>
            </a:r>
            <a:r>
              <a:rPr lang="en-US" altLang="ko-KR" sz="1100" dirty="0"/>
              <a:t> / </a:t>
            </a:r>
            <a:r>
              <a:rPr lang="ko-KR" altLang="ko-KR" sz="1100" dirty="0"/>
              <a:t>Word 같은 문서 프로그램에서 사용할 수 있는 형태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7917F9-E388-7FA4-93E5-5B1B60877E45}"/>
              </a:ext>
            </a:extLst>
          </p:cNvPr>
          <p:cNvSpPr txBox="1"/>
          <p:nvPr/>
        </p:nvSpPr>
        <p:spPr>
          <a:xfrm>
            <a:off x="5421745" y="5320808"/>
            <a:ext cx="609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 err="1"/>
              <a:t>XML은</a:t>
            </a:r>
            <a:r>
              <a:rPr lang="ko-KR" altLang="ko-KR" sz="1200" dirty="0"/>
              <a:t> 프로그램끼리 </a:t>
            </a:r>
            <a:r>
              <a:rPr lang="ko-KR" altLang="ko-KR" sz="1200" b="1" dirty="0"/>
              <a:t>데이터를 주고받거나 저장할 때 사용하는 형식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AAE6E3-1A51-0D7E-473C-B88BCEF9D936}"/>
              </a:ext>
            </a:extLst>
          </p:cNvPr>
          <p:cNvSpPr txBox="1"/>
          <p:nvPr/>
        </p:nvSpPr>
        <p:spPr>
          <a:xfrm>
            <a:off x="5800437" y="5597807"/>
            <a:ext cx="609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기술 문서나 매뉴얼 등을 작성할 때 사용하는 문서 형식</a:t>
            </a:r>
            <a:endParaRPr lang="en-US" altLang="ko-K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90620C-C582-23AD-3E95-C4D1AD1FAFFE}"/>
              </a:ext>
            </a:extLst>
          </p:cNvPr>
          <p:cNvSpPr txBox="1"/>
          <p:nvPr/>
        </p:nvSpPr>
        <p:spPr>
          <a:xfrm>
            <a:off x="365994" y="2920275"/>
            <a:ext cx="637713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┌────────────────┬─────────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Main</a:t>
            </a:r>
            <a:r>
              <a:rPr lang="ko-KR" altLang="en-US" sz="1100" dirty="0"/>
              <a:t> </a:t>
            </a:r>
            <a:r>
              <a:rPr lang="ko-KR" altLang="en-US" sz="1100" dirty="0" err="1"/>
              <a:t>Page</a:t>
            </a:r>
            <a:r>
              <a:rPr lang="ko-KR" altLang="en-US" sz="1100" dirty="0"/>
              <a:t>      │              </a:t>
            </a:r>
            <a:r>
              <a:rPr lang="en-US" altLang="ko-KR" sz="1100" dirty="0"/>
              <a:t>        </a:t>
            </a:r>
            <a:r>
              <a:rPr lang="ko-KR" altLang="en-US" sz="1100" dirty="0"/>
              <a:t>│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Classes</a:t>
            </a:r>
            <a:r>
              <a:rPr lang="ko-KR" altLang="en-US" sz="1100" dirty="0"/>
              <a:t>           │   문서 내용       │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Files</a:t>
            </a:r>
            <a:r>
              <a:rPr lang="ko-KR" altLang="en-US" sz="1100" dirty="0"/>
              <a:t>               │                      │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Functions</a:t>
            </a:r>
            <a:r>
              <a:rPr lang="ko-KR" altLang="en-US" sz="1100" dirty="0"/>
              <a:t>        │                   </a:t>
            </a:r>
            <a:r>
              <a:rPr lang="en-US" altLang="ko-KR" sz="1100" dirty="0"/>
              <a:t>   </a:t>
            </a:r>
            <a:r>
              <a:rPr lang="ko-KR" altLang="en-US" sz="1100" dirty="0"/>
              <a:t>│</a:t>
            </a:r>
          </a:p>
          <a:p>
            <a:r>
              <a:rPr lang="ko-KR" altLang="en-US" sz="1100" dirty="0"/>
              <a:t>│ </a:t>
            </a:r>
            <a:r>
              <a:rPr lang="ko-KR" altLang="en-US" sz="1100" dirty="0" err="1"/>
              <a:t>Class</a:t>
            </a:r>
            <a:r>
              <a:rPr lang="ko-KR" altLang="en-US" sz="1100" dirty="0"/>
              <a:t> </a:t>
            </a:r>
            <a:r>
              <a:rPr lang="ko-KR" altLang="en-US" sz="1100" dirty="0" err="1"/>
              <a:t>List</a:t>
            </a:r>
            <a:r>
              <a:rPr lang="ko-KR" altLang="en-US" sz="1100" dirty="0"/>
              <a:t>        │          </a:t>
            </a:r>
            <a:r>
              <a:rPr lang="en-US" altLang="ko-KR" sz="1100" dirty="0"/>
              <a:t>           </a:t>
            </a:r>
            <a:r>
              <a:rPr lang="ko-KR" altLang="en-US" sz="1100" dirty="0"/>
              <a:t> │</a:t>
            </a:r>
          </a:p>
          <a:p>
            <a:r>
              <a:rPr lang="ko-KR" altLang="en-US" sz="1100" dirty="0"/>
              <a:t>└────────────────┴─────────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638B5A-18E5-484B-D6F9-F52BF5FDABD4}"/>
              </a:ext>
            </a:extLst>
          </p:cNvPr>
          <p:cNvSpPr txBox="1"/>
          <p:nvPr/>
        </p:nvSpPr>
        <p:spPr>
          <a:xfrm>
            <a:off x="406402" y="5274641"/>
            <a:ext cx="61606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index.html </a:t>
            </a:r>
            <a:endParaRPr lang="en-US" altLang="ko-KR" dirty="0"/>
          </a:p>
          <a:p>
            <a:r>
              <a:rPr lang="ko-KR" altLang="ko-KR" dirty="0"/>
              <a:t>classes.html </a:t>
            </a:r>
            <a:endParaRPr lang="en-US" altLang="ko-KR" dirty="0"/>
          </a:p>
          <a:p>
            <a:r>
              <a:rPr lang="ko-KR" altLang="ko-KR" dirty="0"/>
              <a:t>functions.html </a:t>
            </a:r>
            <a:endParaRPr lang="en-US" altLang="ko-KR" dirty="0"/>
          </a:p>
          <a:p>
            <a:r>
              <a:rPr lang="ko-KR" altLang="ko-KR" dirty="0"/>
              <a:t>files.html</a:t>
            </a:r>
            <a:endParaRPr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602F5CD-9CD2-140D-EA38-3A6D2440A8AF}"/>
              </a:ext>
            </a:extLst>
          </p:cNvPr>
          <p:cNvCxnSpPr/>
          <p:nvPr/>
        </p:nvCxnSpPr>
        <p:spPr>
          <a:xfrm>
            <a:off x="2022765" y="5955664"/>
            <a:ext cx="729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8861910-394D-7B18-6C11-DAF0BEE31595}"/>
              </a:ext>
            </a:extLst>
          </p:cNvPr>
          <p:cNvSpPr txBox="1"/>
          <p:nvPr/>
        </p:nvSpPr>
        <p:spPr>
          <a:xfrm>
            <a:off x="2752437" y="578932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/>
              <a:t>MyDocumentation.chm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3DA8F9-5CF4-834D-F1E0-8B22B9623870}"/>
              </a:ext>
            </a:extLst>
          </p:cNvPr>
          <p:cNvSpPr txBox="1"/>
          <p:nvPr/>
        </p:nvSpPr>
        <p:spPr>
          <a:xfrm>
            <a:off x="9758798" y="3992810"/>
            <a:ext cx="614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dirty="0" err="1"/>
              <a:t>add</a:t>
            </a:r>
            <a:r>
              <a:rPr lang="ko-KR" altLang="ko-KR" sz="1400" dirty="0"/>
              <a:t>()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85EBCE-C02F-92DB-C296-806946BCC67B}"/>
              </a:ext>
            </a:extLst>
          </p:cNvPr>
          <p:cNvSpPr txBox="1"/>
          <p:nvPr/>
        </p:nvSpPr>
        <p:spPr>
          <a:xfrm>
            <a:off x="10719956" y="3987407"/>
            <a:ext cx="16717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dirty="0" err="1"/>
              <a:t>add</a:t>
            </a:r>
            <a:r>
              <a:rPr lang="ko-KR" altLang="ko-KR" sz="1100" dirty="0"/>
              <a:t>() 함수 설명</a:t>
            </a:r>
            <a:endParaRPr lang="ko-KR" altLang="en-US" sz="1100" dirty="0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D951277-11EB-F358-DBD2-92A9D12AFFBA}"/>
              </a:ext>
            </a:extLst>
          </p:cNvPr>
          <p:cNvCxnSpPr>
            <a:cxnSpLocks/>
          </p:cNvCxnSpPr>
          <p:nvPr/>
        </p:nvCxnSpPr>
        <p:spPr>
          <a:xfrm flipV="1">
            <a:off x="10292774" y="4147382"/>
            <a:ext cx="284016" cy="6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96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2" grpId="0"/>
      <p:bldP spid="26" grpId="0"/>
      <p:bldP spid="28" grpId="0"/>
      <p:bldP spid="3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 err="1">
                <a:solidFill>
                  <a:srgbClr val="000000"/>
                </a:solidFill>
                <a:latin typeface="Times New Roman"/>
              </a:rPr>
              <a:t>설정</a:t>
            </a:r>
            <a:r>
              <a:rPr sz="3600" b="1" i="0" u="none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3600" b="1" i="0" u="none" dirty="0" err="1">
                <a:solidFill>
                  <a:srgbClr val="000000"/>
                </a:solidFill>
                <a:latin typeface="Times New Roman"/>
              </a:rPr>
              <a:t>파일</a:t>
            </a:r>
            <a:r>
              <a:rPr sz="3600" b="1" i="0" u="none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3600" b="1" i="0" u="none" dirty="0" err="1">
                <a:solidFill>
                  <a:srgbClr val="000000"/>
                </a:solidFill>
                <a:latin typeface="Times New Roman"/>
              </a:rPr>
              <a:t>Doxyfile</a:t>
            </a:r>
            <a:r>
              <a:rPr sz="3600" b="1" i="0" u="none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sz="3600" b="1" i="0" u="none" dirty="0" err="1">
                <a:solidFill>
                  <a:srgbClr val="000000"/>
                </a:solidFill>
                <a:latin typeface="Times New Roman"/>
              </a:rPr>
              <a:t>저장하기</a:t>
            </a:r>
            <a:endParaRPr sz="3600" b="1" i="0" u="non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18000" y="1105852"/>
            <a:ext cx="76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4200" y="1104900"/>
            <a:ext cx="7112049" cy="769506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 dirty="0" err="1">
                <a:latin typeface="Times New Roman"/>
              </a:rPr>
              <a:t>Wizard에서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필수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설정을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모두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마쳤다면</a:t>
            </a:r>
            <a:r>
              <a:rPr sz="1800" b="0" i="0" u="none" dirty="0">
                <a:latin typeface="Times New Roman"/>
              </a:rPr>
              <a:t>, </a:t>
            </a:r>
            <a:r>
              <a:rPr sz="1800" b="0" i="0" u="none" dirty="0" err="1">
                <a:latin typeface="Times New Roman"/>
              </a:rPr>
              <a:t>상단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메뉴의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1" i="0" u="none" dirty="0">
                <a:latin typeface="Times New Roman"/>
              </a:rPr>
              <a:t>File &gt; </a:t>
            </a:r>
            <a:r>
              <a:rPr sz="1800" b="1" i="0" u="none" dirty="0" err="1">
                <a:latin typeface="Times New Roman"/>
              </a:rPr>
              <a:t>Save</a:t>
            </a:r>
            <a:r>
              <a:rPr sz="1800" b="0" i="0" u="none" dirty="0" err="1">
                <a:latin typeface="Times New Roman"/>
              </a:rPr>
              <a:t>를</a:t>
            </a:r>
            <a:r>
              <a:rPr sz="1800" b="0" i="0" u="none" dirty="0">
                <a:latin typeface="Times New Roman"/>
              </a:rPr>
              <a:t> </a:t>
            </a:r>
            <a:r>
              <a:rPr sz="1800" b="0" i="0" u="none" dirty="0" err="1">
                <a:latin typeface="Times New Roman"/>
              </a:rPr>
              <a:t>눌러줍니다</a:t>
            </a:r>
            <a:r>
              <a:rPr sz="1800" b="0" i="0" u="none" dirty="0">
                <a:latin typeface="Times New Roman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000" y="1928574"/>
            <a:ext cx="76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latin typeface="Times New Roman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4200" y="1927621"/>
            <a:ext cx="7112049" cy="769506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>
                <a:latin typeface="Times New Roman"/>
              </a:rPr>
              <a:t>GUI에서 방금 입력한 내용들이 실제 </a:t>
            </a:r>
            <a:r>
              <a:rPr sz="1800" b="1" i="0" u="none">
                <a:latin typeface="Times New Roman"/>
              </a:rPr>
              <a:t>Doxyfile</a:t>
            </a:r>
            <a:r>
              <a:rPr sz="1800" b="0" i="0" u="none">
                <a:latin typeface="Times New Roman"/>
              </a:rPr>
              <a:t>이라는 이름의 텍스트 파일로 폴더에 저장됩니다.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000" y="2751296"/>
            <a:ext cx="76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latin typeface="Times New Roman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4200" y="2750343"/>
            <a:ext cx="7112049" cy="769506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>
                <a:latin typeface="Times New Roman"/>
              </a:rPr>
              <a:t>나중에 Doxywizard를 다시 열 때 이 파일을 불러오면 설정을 그대로 이어서 할 수 있습니다.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252481E-120A-6B1F-639A-8EB7991BA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24" y="1155471"/>
            <a:ext cx="2826384" cy="236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710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54DA374-5D31-5D91-F895-A2B104CD5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5665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CE5B3E-AEDE-A964-FCB9-0C33A113C6B8}"/>
              </a:ext>
            </a:extLst>
          </p:cNvPr>
          <p:cNvSpPr txBox="1"/>
          <p:nvPr/>
        </p:nvSpPr>
        <p:spPr>
          <a:xfrm>
            <a:off x="5043054" y="1754971"/>
            <a:ext cx="6548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Doxygen을</a:t>
            </a:r>
            <a:r>
              <a:rPr lang="ko-KR" altLang="ko-KR" dirty="0"/>
              <a:t> 실행할 때 사용할 추가 </a:t>
            </a:r>
            <a:r>
              <a:rPr lang="ko-KR" altLang="ko-KR" dirty="0" err="1"/>
              <a:t>명령줄</a:t>
            </a:r>
            <a:r>
              <a:rPr lang="ko-KR" altLang="ko-KR" dirty="0"/>
              <a:t> 옵션을 지정하세요.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F4707-BC69-F522-610E-1ADEDCBCC375}"/>
              </a:ext>
            </a:extLst>
          </p:cNvPr>
          <p:cNvSpPr txBox="1"/>
          <p:nvPr/>
        </p:nvSpPr>
        <p:spPr>
          <a:xfrm>
            <a:off x="3193473" y="2267589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/>
              <a:t>Doxygen</a:t>
            </a:r>
            <a:r>
              <a:rPr lang="ko-KR" altLang="ko-KR" dirty="0"/>
              <a:t> 실행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43AA74-068A-A0E6-E2AC-39111E3FAB47}"/>
              </a:ext>
            </a:extLst>
          </p:cNvPr>
          <p:cNvSpPr txBox="1"/>
          <p:nvPr/>
        </p:nvSpPr>
        <p:spPr>
          <a:xfrm>
            <a:off x="1978891" y="2595541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 출력 결과 보기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F4BC6-BA20-206B-73DE-6E25C3E53E3B}"/>
              </a:ext>
            </a:extLst>
          </p:cNvPr>
          <p:cNvSpPr txBox="1"/>
          <p:nvPr/>
        </p:nvSpPr>
        <p:spPr>
          <a:xfrm>
            <a:off x="7472218" y="2616231"/>
            <a:ext cx="6128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설정 내용 보기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2B6B95-49E3-FD10-72D7-54654A5DD261}"/>
              </a:ext>
            </a:extLst>
          </p:cNvPr>
          <p:cNvSpPr txBox="1"/>
          <p:nvPr/>
        </p:nvSpPr>
        <p:spPr>
          <a:xfrm>
            <a:off x="5277439" y="2333931"/>
            <a:ext cx="69145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50" dirty="0" err="1"/>
              <a:t>Doxygen을</a:t>
            </a:r>
            <a:r>
              <a:rPr lang="ko-KR" altLang="ko-KR" sz="1050" dirty="0"/>
              <a:t> 실행할 때 나오는 진행 정보나 메시지를 </a:t>
            </a:r>
            <a:r>
              <a:rPr lang="ko-KR" altLang="ko-KR" sz="1050" b="1" dirty="0"/>
              <a:t>간략하게 표시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328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  <p:bldP spid="14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62B212-6956-95CB-8A72-CC0518EA7BDC}"/>
              </a:ext>
            </a:extLst>
          </p:cNvPr>
          <p:cNvSpPr txBox="1"/>
          <p:nvPr/>
        </p:nvSpPr>
        <p:spPr>
          <a:xfrm>
            <a:off x="858982" y="14178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① Project</a:t>
            </a:r>
          </a:p>
          <a:p>
            <a:pPr>
              <a:buNone/>
            </a:pPr>
            <a:r>
              <a:rPr lang="ko-KR" altLang="ko-KR" b="1" dirty="0"/>
              <a:t>어떤 프로젝트를 문서화할지</a:t>
            </a:r>
            <a:endParaRPr lang="ko-KR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90EA9-A643-1397-1B81-D665E98F5227}"/>
              </a:ext>
            </a:extLst>
          </p:cNvPr>
          <p:cNvSpPr txBox="1"/>
          <p:nvPr/>
        </p:nvSpPr>
        <p:spPr>
          <a:xfrm>
            <a:off x="858982" y="26093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② </a:t>
            </a:r>
            <a:r>
              <a:rPr lang="ko-KR" altLang="ko-KR" b="1" dirty="0" err="1"/>
              <a:t>Mode</a:t>
            </a:r>
            <a:endParaRPr lang="ko-KR" altLang="ko-KR" b="1" dirty="0"/>
          </a:p>
          <a:p>
            <a:pPr>
              <a:buNone/>
            </a:pPr>
            <a:r>
              <a:rPr lang="ko-KR" altLang="ko-KR" b="1" dirty="0"/>
              <a:t>어떤 내용을 문서화하고 어떤 언어인지</a:t>
            </a:r>
            <a:endParaRPr lang="ko-KR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736F2-4497-B8D0-4BCF-06B791E5164C}"/>
              </a:ext>
            </a:extLst>
          </p:cNvPr>
          <p:cNvSpPr txBox="1"/>
          <p:nvPr/>
        </p:nvSpPr>
        <p:spPr>
          <a:xfrm>
            <a:off x="858982" y="38008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③ </a:t>
            </a:r>
            <a:r>
              <a:rPr lang="ko-KR" altLang="ko-KR" b="1" dirty="0" err="1"/>
              <a:t>Output</a:t>
            </a:r>
            <a:endParaRPr lang="ko-KR" altLang="ko-KR" b="1" dirty="0"/>
          </a:p>
          <a:p>
            <a:pPr>
              <a:buNone/>
            </a:pPr>
            <a:r>
              <a:rPr lang="ko-KR" altLang="ko-KR" b="1" dirty="0"/>
              <a:t>어떤 형식의 문서로 만들지</a:t>
            </a:r>
            <a:endParaRPr lang="ko-KR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58D7D0-6C5F-9448-B58F-370389568EB8}"/>
              </a:ext>
            </a:extLst>
          </p:cNvPr>
          <p:cNvSpPr txBox="1"/>
          <p:nvPr/>
        </p:nvSpPr>
        <p:spPr>
          <a:xfrm>
            <a:off x="858982" y="47937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/>
              <a:t>④ </a:t>
            </a:r>
            <a:r>
              <a:rPr lang="ko-KR" altLang="ko-KR" b="1" dirty="0" err="1"/>
              <a:t>Run</a:t>
            </a:r>
            <a:endParaRPr lang="ko-KR" altLang="ko-KR" b="1" dirty="0"/>
          </a:p>
          <a:p>
            <a:pPr>
              <a:buNone/>
            </a:pPr>
            <a:r>
              <a:rPr lang="ko-KR" altLang="ko-KR" b="1" dirty="0"/>
              <a:t>실제로 </a:t>
            </a:r>
            <a:r>
              <a:rPr lang="ko-KR" altLang="ko-KR" b="1" dirty="0" err="1"/>
              <a:t>Doxygen</a:t>
            </a:r>
            <a:r>
              <a:rPr lang="ko-KR" altLang="ko-KR" b="1" dirty="0"/>
              <a:t> 실행 → 문서 생성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06E66-F193-B110-A7D2-065B7F93A8C4}"/>
              </a:ext>
            </a:extLst>
          </p:cNvPr>
          <p:cNvSpPr txBox="1"/>
          <p:nvPr/>
        </p:nvSpPr>
        <p:spPr>
          <a:xfrm>
            <a:off x="858982" y="221673"/>
            <a:ext cx="4535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/>
              <a:t>정리</a:t>
            </a:r>
          </a:p>
        </p:txBody>
      </p:sp>
    </p:spTree>
    <p:extLst>
      <p:ext uri="{BB962C8B-B14F-4D97-AF65-F5344CB8AC3E}">
        <p14:creationId xmlns:p14="http://schemas.microsoft.com/office/powerpoint/2010/main" val="2262555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4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주석 스타일 </a:t>
            </a:r>
            <a:br>
              <a:rPr lang="en-US" altLang="ko-KR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</a:b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(</a:t>
            </a:r>
            <a:r>
              <a:rPr lang="ko-KR" altLang="en-US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문법 기초</a:t>
            </a: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)</a:t>
            </a:r>
            <a:endParaRPr lang="ko-KR" altLang="en-US" sz="5300" b="1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  <a:cs typeface="Microsoft Himalaya" panose="01010100010101010101" pitchFamily="2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진관</a:t>
            </a:r>
          </a:p>
        </p:txBody>
      </p:sp>
    </p:spTree>
    <p:extLst>
      <p:ext uri="{BB962C8B-B14F-4D97-AF65-F5344CB8AC3E}">
        <p14:creationId xmlns:p14="http://schemas.microsoft.com/office/powerpoint/2010/main" val="41869379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349250"/>
            <a:ext cx="11309350" cy="6159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9448800" y="2984500"/>
            <a:ext cx="2520950" cy="120015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8851900" y="2984500"/>
            <a:ext cx="2520950" cy="12001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650" y="5162550"/>
            <a:ext cx="10680700" cy="104775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5257800" y="342900"/>
            <a:ext cx="1676400" cy="45085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400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1400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1670050"/>
            <a:ext cx="3943350" cy="3416300"/>
          </a:xfrm>
          <a:prstGeom prst="rect">
            <a:avLst/>
          </a:prstGeom>
          <a:effectLst>
            <a:outerShdw dist="108373" dir="5400000">
              <a:srgbClr val="D8D8D8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876300" y="3994150"/>
            <a:ext cx="7861300" cy="965200"/>
          </a:xfrm>
          <a:prstGeom prst="rect">
            <a:avLst/>
          </a:prstGeom>
        </p:spPr>
        <p:txBody>
          <a:bodyPr lIns="0" tIns="67734" rIns="0" bIns="67734" rtlCol="0" anchor="ctr"/>
          <a:lstStyle/>
          <a:p>
            <a:pPr lvl="0" algn="l">
              <a:lnSpc>
                <a:spcPct val="99600"/>
              </a:lnSpc>
            </a:pPr>
            <a:r>
              <a:rPr lang="en-US" sz="5333" b="1" spc="50" dirty="0" err="1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/>
              </a:rPr>
              <a:t>주석</a:t>
            </a:r>
            <a:r>
              <a:rPr lang="en-US" sz="5333" b="1" spc="5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/>
              </a:rPr>
              <a:t> </a:t>
            </a:r>
            <a:r>
              <a:rPr lang="en-US" sz="5333" b="1" spc="50" dirty="0" err="1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/>
              </a:rPr>
              <a:t>스타일</a:t>
            </a:r>
            <a:endParaRPr lang="en-US" sz="5333" b="1" spc="5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92200" y="5543550"/>
            <a:ext cx="6731000" cy="279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171450" lvl="1" indent="-171450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프로그래밍 언어 별 주석 스타일과 </a:t>
            </a:r>
            <a:r>
              <a:rPr lang="en-US" sz="1467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Doxygen이</a:t>
            </a:r>
            <a:r>
              <a:rPr lang="en-US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en-US" sz="1467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인식하는</a:t>
            </a:r>
            <a:r>
              <a:rPr lang="en-US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en-US" sz="1467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주석의</a:t>
            </a:r>
            <a:r>
              <a:rPr lang="en-US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en-US" sz="1467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기본적인</a:t>
            </a:r>
            <a:r>
              <a:rPr lang="en-US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en-US" sz="1467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형태</a:t>
            </a:r>
            <a:endParaRPr lang="en-US" sz="1467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A553-7DC6-F0D5-33F8-2F6B05A2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B1E70FD-461E-A60B-2A00-9C28D6E67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53CC850-CD49-4BAA-E35C-565A44D7E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327660"/>
            <a:ext cx="11309350" cy="6159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C2A9515-FAE0-5E63-5DC2-EDAAE2928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30300"/>
            <a:ext cx="10680700" cy="8001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CBF91AC4-93CB-D8A6-E474-8C2C162E24D1}"/>
              </a:ext>
            </a:extLst>
          </p:cNvPr>
          <p:cNvSpPr txBox="1"/>
          <p:nvPr/>
        </p:nvSpPr>
        <p:spPr>
          <a:xfrm>
            <a:off x="5257800" y="342900"/>
            <a:ext cx="1676400" cy="45085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400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1400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38" name="Picture 13">
            <a:extLst>
              <a:ext uri="{FF2B5EF4-FFF2-40B4-BE49-F238E27FC236}">
                <a16:creationId xmlns:a16="http://schemas.microsoft.com/office/drawing/2014/main" id="{CA68A969-672E-9724-05BC-3F315A8D4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33" y="914400"/>
            <a:ext cx="946150" cy="1244600"/>
          </a:xfrm>
          <a:prstGeom prst="rect">
            <a:avLst/>
          </a:prstGeom>
        </p:spPr>
      </p:pic>
      <p:sp>
        <p:nvSpPr>
          <p:cNvPr id="42" name="TextBox 9">
            <a:extLst>
              <a:ext uri="{FF2B5EF4-FFF2-40B4-BE49-F238E27FC236}">
                <a16:creationId xmlns:a16="http://schemas.microsoft.com/office/drawing/2014/main" id="{138D11DA-B785-777E-6551-0BEBA88F4A3F}"/>
              </a:ext>
            </a:extLst>
          </p:cNvPr>
          <p:cNvSpPr txBox="1"/>
          <p:nvPr/>
        </p:nvSpPr>
        <p:spPr>
          <a:xfrm>
            <a:off x="1911350" y="1257300"/>
            <a:ext cx="9302750" cy="609600"/>
          </a:xfrm>
          <a:prstGeom prst="rect">
            <a:avLst/>
          </a:prstGeom>
        </p:spPr>
        <p:txBody>
          <a:bodyPr lIns="0" tIns="42334" rIns="0" bIns="42334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프로그래밍 언어별 주석 문법 </a:t>
            </a:r>
            <a:r>
              <a:rPr lang="en-US" altLang="ko-KR" sz="30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 </a:t>
            </a:r>
            <a:endParaRPr lang="en-US" sz="3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DB87C92-A215-E16F-F323-DC928E4391AB}"/>
              </a:ext>
            </a:extLst>
          </p:cNvPr>
          <p:cNvGrpSpPr/>
          <p:nvPr/>
        </p:nvGrpSpPr>
        <p:grpSpPr>
          <a:xfrm>
            <a:off x="1828800" y="2133600"/>
            <a:ext cx="8534400" cy="3702050"/>
            <a:chOff x="3124200" y="4572000"/>
            <a:chExt cx="17068800" cy="7404100"/>
          </a:xfrm>
        </p:grpSpPr>
        <p:pic>
          <p:nvPicPr>
            <p:cNvPr id="84" name="Picture 7">
              <a:extLst>
                <a:ext uri="{FF2B5EF4-FFF2-40B4-BE49-F238E27FC236}">
                  <a16:creationId xmlns:a16="http://schemas.microsoft.com/office/drawing/2014/main" id="{1167BF4C-A785-66FC-BBB3-564E674F4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443" r="516"/>
            <a:stretch>
              <a:fillRect/>
            </a:stretch>
          </p:blipFill>
          <p:spPr>
            <a:xfrm>
              <a:off x="3124200" y="4572000"/>
              <a:ext cx="17068800" cy="7404100"/>
            </a:xfrm>
            <a:prstGeom prst="rect">
              <a:avLst/>
            </a:prstGeom>
          </p:spPr>
        </p:pic>
        <p:pic>
          <p:nvPicPr>
            <p:cNvPr id="86" name="Picture 8">
              <a:extLst>
                <a:ext uri="{FF2B5EF4-FFF2-40B4-BE49-F238E27FC236}">
                  <a16:creationId xmlns:a16="http://schemas.microsoft.com/office/drawing/2014/main" id="{EB69066B-78E4-9EA5-E1B1-C71B3F245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16300" y="4953000"/>
              <a:ext cx="279400" cy="279400"/>
            </a:xfrm>
            <a:prstGeom prst="rect">
              <a:avLst/>
            </a:prstGeom>
          </p:spPr>
        </p:pic>
        <p:pic>
          <p:nvPicPr>
            <p:cNvPr id="88" name="Picture 9">
              <a:extLst>
                <a:ext uri="{FF2B5EF4-FFF2-40B4-BE49-F238E27FC236}">
                  <a16:creationId xmlns:a16="http://schemas.microsoft.com/office/drawing/2014/main" id="{D9343DF8-D12B-41BE-BC61-726ED891E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583400" y="4953000"/>
              <a:ext cx="279400" cy="279400"/>
            </a:xfrm>
            <a:prstGeom prst="rect">
              <a:avLst/>
            </a:prstGeom>
          </p:spPr>
        </p:pic>
        <p:pic>
          <p:nvPicPr>
            <p:cNvPr id="90" name="Picture 10">
              <a:extLst>
                <a:ext uri="{FF2B5EF4-FFF2-40B4-BE49-F238E27FC236}">
                  <a16:creationId xmlns:a16="http://schemas.microsoft.com/office/drawing/2014/main" id="{0A3EA58D-1C04-A35C-F4B9-8F0925193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67100" y="7175500"/>
              <a:ext cx="7835900" cy="76200"/>
            </a:xfrm>
            <a:prstGeom prst="rect">
              <a:avLst/>
            </a:prstGeom>
          </p:spPr>
        </p:pic>
        <p:pic>
          <p:nvPicPr>
            <p:cNvPr id="92" name="Picture 11">
              <a:extLst>
                <a:ext uri="{FF2B5EF4-FFF2-40B4-BE49-F238E27FC236}">
                  <a16:creationId xmlns:a16="http://schemas.microsoft.com/office/drawing/2014/main" id="{B0DD2C6D-AE7E-A7E9-BC33-D4E18978B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67100" y="8750300"/>
              <a:ext cx="7835900" cy="76200"/>
            </a:xfrm>
            <a:prstGeom prst="rect">
              <a:avLst/>
            </a:prstGeom>
          </p:spPr>
        </p:pic>
        <p:pic>
          <p:nvPicPr>
            <p:cNvPr id="94" name="Picture 12">
              <a:extLst>
                <a:ext uri="{FF2B5EF4-FFF2-40B4-BE49-F238E27FC236}">
                  <a16:creationId xmlns:a16="http://schemas.microsoft.com/office/drawing/2014/main" id="{160F415A-F76F-CB5C-3FF1-3D2A67E06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67100" y="10325100"/>
              <a:ext cx="7835900" cy="76200"/>
            </a:xfrm>
            <a:prstGeom prst="rect">
              <a:avLst/>
            </a:prstGeom>
          </p:spPr>
        </p:pic>
        <p:sp>
          <p:nvSpPr>
            <p:cNvPr id="104" name="TextBox 17">
              <a:extLst>
                <a:ext uri="{FF2B5EF4-FFF2-40B4-BE49-F238E27FC236}">
                  <a16:creationId xmlns:a16="http://schemas.microsoft.com/office/drawing/2014/main" id="{10BC64A9-696D-99FF-CA84-B1439FFD6CCC}"/>
                </a:ext>
              </a:extLst>
            </p:cNvPr>
            <p:cNvSpPr txBox="1"/>
            <p:nvPr/>
          </p:nvSpPr>
          <p:spPr>
            <a:xfrm>
              <a:off x="4102100" y="106553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HTML</a:t>
              </a:r>
            </a:p>
          </p:txBody>
        </p:sp>
        <p:sp>
          <p:nvSpPr>
            <p:cNvPr id="106" name="TextBox 22">
              <a:extLst>
                <a:ext uri="{FF2B5EF4-FFF2-40B4-BE49-F238E27FC236}">
                  <a16:creationId xmlns:a16="http://schemas.microsoft.com/office/drawing/2014/main" id="{C2EE2E2F-A70E-46F0-55F8-EBB94E6DB5F7}"/>
                </a:ext>
              </a:extLst>
            </p:cNvPr>
            <p:cNvSpPr txBox="1"/>
            <p:nvPr/>
          </p:nvSpPr>
          <p:spPr>
            <a:xfrm>
              <a:off x="3594100" y="4749800"/>
              <a:ext cx="7581900" cy="698500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867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프로그래밍 언어</a:t>
              </a:r>
              <a:endParaRPr lang="en-US" sz="1867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  <p:sp>
          <p:nvSpPr>
            <p:cNvPr id="108" name="TextBox 23">
              <a:extLst>
                <a:ext uri="{FF2B5EF4-FFF2-40B4-BE49-F238E27FC236}">
                  <a16:creationId xmlns:a16="http://schemas.microsoft.com/office/drawing/2014/main" id="{CF60FF15-7520-2BBF-11C8-8545313E2612}"/>
                </a:ext>
              </a:extLst>
            </p:cNvPr>
            <p:cNvSpPr txBox="1"/>
            <p:nvPr/>
          </p:nvSpPr>
          <p:spPr>
            <a:xfrm>
              <a:off x="4102100" y="59055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C / C++</a:t>
              </a:r>
            </a:p>
          </p:txBody>
        </p:sp>
        <p:sp>
          <p:nvSpPr>
            <p:cNvPr id="110" name="TextBox 24">
              <a:extLst>
                <a:ext uri="{FF2B5EF4-FFF2-40B4-BE49-F238E27FC236}">
                  <a16:creationId xmlns:a16="http://schemas.microsoft.com/office/drawing/2014/main" id="{DAD8A650-FCB2-0CB0-04D2-32F69DA0C1BF}"/>
                </a:ext>
              </a:extLst>
            </p:cNvPr>
            <p:cNvSpPr txBox="1"/>
            <p:nvPr/>
          </p:nvSpPr>
          <p:spPr>
            <a:xfrm>
              <a:off x="4102100" y="74930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JAVA</a:t>
              </a:r>
            </a:p>
          </p:txBody>
        </p:sp>
        <p:sp>
          <p:nvSpPr>
            <p:cNvPr id="112" name="TextBox 25">
              <a:extLst>
                <a:ext uri="{FF2B5EF4-FFF2-40B4-BE49-F238E27FC236}">
                  <a16:creationId xmlns:a16="http://schemas.microsoft.com/office/drawing/2014/main" id="{FE0714A8-8B1B-37DD-1CD3-B20794F0DD8A}"/>
                </a:ext>
              </a:extLst>
            </p:cNvPr>
            <p:cNvSpPr txBox="1"/>
            <p:nvPr/>
          </p:nvSpPr>
          <p:spPr>
            <a:xfrm>
              <a:off x="4102100" y="90678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PYTHON</a:t>
              </a: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E8F7C240-5B19-6039-7C94-EA8BACF0E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925300" y="7175500"/>
              <a:ext cx="7835900" cy="762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084AF146-3908-924A-12E3-FC78CFF8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925300" y="8750300"/>
              <a:ext cx="7835900" cy="76200"/>
            </a:xfrm>
            <a:prstGeom prst="rect">
              <a:avLst/>
            </a:prstGeom>
          </p:spPr>
        </p:pic>
        <p:pic>
          <p:nvPicPr>
            <p:cNvPr id="9" name="Picture 12">
              <a:extLst>
                <a:ext uri="{FF2B5EF4-FFF2-40B4-BE49-F238E27FC236}">
                  <a16:creationId xmlns:a16="http://schemas.microsoft.com/office/drawing/2014/main" id="{6FBB1263-0339-D87C-6CD8-160EB5022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925300" y="10325100"/>
              <a:ext cx="7835900" cy="762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4301A6-D669-1B90-1764-F33644623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4960" t="8333"/>
            <a:stretch>
              <a:fillRect/>
            </a:stretch>
          </p:blipFill>
          <p:spPr>
            <a:xfrm rot="5400000">
              <a:off x="8683625" y="8772525"/>
              <a:ext cx="5880100" cy="69850"/>
            </a:xfrm>
            <a:prstGeom prst="rect">
              <a:avLst/>
            </a:prstGeom>
          </p:spPr>
        </p:pic>
        <p:pic>
          <p:nvPicPr>
            <p:cNvPr id="19" name="Picture 10">
              <a:extLst>
                <a:ext uri="{FF2B5EF4-FFF2-40B4-BE49-F238E27FC236}">
                  <a16:creationId xmlns:a16="http://schemas.microsoft.com/office/drawing/2014/main" id="{F2B1D0C0-2DAE-8E99-612A-9F95BAEFD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rcRect l="24960" t="8334" r="63403" b="-8336"/>
            <a:stretch>
              <a:fillRect/>
            </a:stretch>
          </p:blipFill>
          <p:spPr>
            <a:xfrm rot="5400000">
              <a:off x="11164570" y="5112330"/>
              <a:ext cx="911860" cy="76200"/>
            </a:xfrm>
            <a:prstGeom prst="rect">
              <a:avLst/>
            </a:prstGeom>
          </p:spPr>
        </p:pic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340F0F17-22AA-2CF2-FCB7-21FB49A3995C}"/>
                </a:ext>
              </a:extLst>
            </p:cNvPr>
            <p:cNvSpPr txBox="1"/>
            <p:nvPr/>
          </p:nvSpPr>
          <p:spPr>
            <a:xfrm>
              <a:off x="12573000" y="106553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&lt; ! - - 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여러 줄 주석 </a:t>
              </a: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- - &gt;</a:t>
              </a:r>
            </a:p>
          </p:txBody>
        </p:sp>
        <p:sp>
          <p:nvSpPr>
            <p:cNvPr id="39" name="TextBox 23">
              <a:extLst>
                <a:ext uri="{FF2B5EF4-FFF2-40B4-BE49-F238E27FC236}">
                  <a16:creationId xmlns:a16="http://schemas.microsoft.com/office/drawing/2014/main" id="{06B65C3F-D520-4FB6-E52E-4EF52192FE15}"/>
                </a:ext>
              </a:extLst>
            </p:cNvPr>
            <p:cNvSpPr txBox="1"/>
            <p:nvPr/>
          </p:nvSpPr>
          <p:spPr>
            <a:xfrm>
              <a:off x="12573000" y="59055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// 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한 줄 주석</a:t>
              </a:r>
              <a:endPara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  <a:p>
              <a:pPr lvl="0" algn="ctr">
                <a:lnSpc>
                  <a:spcPct val="99600"/>
                </a:lnSpc>
              </a:pPr>
              <a:r>
                <a:rPr 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 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여려 줄 주석 </a:t>
              </a:r>
              <a:r>
                <a:rPr 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*/</a:t>
              </a:r>
            </a:p>
          </p:txBody>
        </p:sp>
        <p:sp>
          <p:nvSpPr>
            <p:cNvPr id="40" name="TextBox 24">
              <a:extLst>
                <a:ext uri="{FF2B5EF4-FFF2-40B4-BE49-F238E27FC236}">
                  <a16:creationId xmlns:a16="http://schemas.microsoft.com/office/drawing/2014/main" id="{F6D9FCEE-F786-42B7-F277-86CD7626335F}"/>
                </a:ext>
              </a:extLst>
            </p:cNvPr>
            <p:cNvSpPr txBox="1"/>
            <p:nvPr/>
          </p:nvSpPr>
          <p:spPr>
            <a:xfrm>
              <a:off x="12573000" y="74930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// 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한 줄 주석</a:t>
              </a:r>
              <a:endPara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 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여려 줄 주석 </a:t>
              </a: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*/</a:t>
              </a:r>
            </a:p>
          </p:txBody>
        </p:sp>
        <p:sp>
          <p:nvSpPr>
            <p:cNvPr id="41" name="TextBox 25">
              <a:extLst>
                <a:ext uri="{FF2B5EF4-FFF2-40B4-BE49-F238E27FC236}">
                  <a16:creationId xmlns:a16="http://schemas.microsoft.com/office/drawing/2014/main" id="{B151AABA-EF9D-3511-8F11-0B5DEDE05BC8}"/>
                </a:ext>
              </a:extLst>
            </p:cNvPr>
            <p:cNvSpPr txBox="1"/>
            <p:nvPr/>
          </p:nvSpPr>
          <p:spPr>
            <a:xfrm>
              <a:off x="12573000" y="90678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# 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한 줄 주석</a:t>
              </a:r>
              <a:endPara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" " " 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여려 줄 주석 </a:t>
              </a: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" " "</a:t>
              </a:r>
            </a:p>
          </p:txBody>
        </p:sp>
        <p:sp>
          <p:nvSpPr>
            <p:cNvPr id="43" name="TextBox 22">
              <a:extLst>
                <a:ext uri="{FF2B5EF4-FFF2-40B4-BE49-F238E27FC236}">
                  <a16:creationId xmlns:a16="http://schemas.microsoft.com/office/drawing/2014/main" id="{B86B2CA4-D643-D27F-D3FC-899C779B22CD}"/>
                </a:ext>
              </a:extLst>
            </p:cNvPr>
            <p:cNvSpPr txBox="1"/>
            <p:nvPr/>
          </p:nvSpPr>
          <p:spPr>
            <a:xfrm>
              <a:off x="12077700" y="4749800"/>
              <a:ext cx="7581900" cy="698500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867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주석 문법</a:t>
              </a:r>
              <a:endParaRPr lang="en-US" sz="1867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793FFA9-A33B-E789-F5B2-A1542DC0710B}"/>
              </a:ext>
            </a:extLst>
          </p:cNvPr>
          <p:cNvGrpSpPr/>
          <p:nvPr/>
        </p:nvGrpSpPr>
        <p:grpSpPr>
          <a:xfrm>
            <a:off x="3794125" y="5918200"/>
            <a:ext cx="4610100" cy="368300"/>
            <a:chOff x="2895600" y="11836400"/>
            <a:chExt cx="9220200" cy="736600"/>
          </a:xfrm>
        </p:grpSpPr>
        <p:pic>
          <p:nvPicPr>
            <p:cNvPr id="48" name="Picture 6">
              <a:extLst>
                <a:ext uri="{FF2B5EF4-FFF2-40B4-BE49-F238E27FC236}">
                  <a16:creationId xmlns:a16="http://schemas.microsoft.com/office/drawing/2014/main" id="{A8064CA4-9F1E-0243-9847-03EB9CA33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70000"/>
            </a:blip>
            <a:stretch>
              <a:fillRect/>
            </a:stretch>
          </p:blipFill>
          <p:spPr>
            <a:xfrm>
              <a:off x="2895600" y="11861800"/>
              <a:ext cx="381000" cy="330200"/>
            </a:xfrm>
            <a:prstGeom prst="rect">
              <a:avLst/>
            </a:prstGeom>
          </p:spPr>
        </p:pic>
        <p:pic>
          <p:nvPicPr>
            <p:cNvPr id="49" name="Picture 7">
              <a:extLst>
                <a:ext uri="{FF2B5EF4-FFF2-40B4-BE49-F238E27FC236}">
                  <a16:creationId xmlns:a16="http://schemas.microsoft.com/office/drawing/2014/main" id="{4176BA27-9205-803F-5EB6-917BADC71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 amt="70000"/>
            </a:blip>
            <a:stretch>
              <a:fillRect/>
            </a:stretch>
          </p:blipFill>
          <p:spPr>
            <a:xfrm>
              <a:off x="11734800" y="11861800"/>
              <a:ext cx="381000" cy="330200"/>
            </a:xfrm>
            <a:prstGeom prst="rect">
              <a:avLst/>
            </a:prstGeom>
          </p:spPr>
        </p:pic>
        <p:sp>
          <p:nvSpPr>
            <p:cNvPr id="50" name="TextBox 12">
              <a:extLst>
                <a:ext uri="{FF2B5EF4-FFF2-40B4-BE49-F238E27FC236}">
                  <a16:creationId xmlns:a16="http://schemas.microsoft.com/office/drawing/2014/main" id="{F99360DB-AA92-7D92-A5B6-B5264F455DF1}"/>
                </a:ext>
              </a:extLst>
            </p:cNvPr>
            <p:cNvSpPr txBox="1"/>
            <p:nvPr/>
          </p:nvSpPr>
          <p:spPr>
            <a:xfrm>
              <a:off x="3479800" y="11836400"/>
              <a:ext cx="83566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32800"/>
                </a:lnSpc>
              </a:pPr>
              <a:r>
                <a:rPr lang="ko-KR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프로그래밍 언어는 다양한 형태의 주석이 있다</a:t>
              </a:r>
              <a:r>
                <a:rPr lang="en-US" altLang="ko-KR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28799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E1654-DD6D-BB86-164A-1C55974B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756A3C5-949E-B064-9B3F-6E92D4786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12E4196-66E4-78AB-3688-E12A63AE3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327660"/>
            <a:ext cx="11309350" cy="6159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7E5E816-7691-07AE-CD3E-3AA977E0C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30300"/>
            <a:ext cx="10680700" cy="8001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6D75E3D9-457A-D6F3-9ED5-5484136B827E}"/>
              </a:ext>
            </a:extLst>
          </p:cNvPr>
          <p:cNvSpPr txBox="1"/>
          <p:nvPr/>
        </p:nvSpPr>
        <p:spPr>
          <a:xfrm>
            <a:off x="5257800" y="342900"/>
            <a:ext cx="1676400" cy="45085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400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1400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38" name="Picture 13">
            <a:extLst>
              <a:ext uri="{FF2B5EF4-FFF2-40B4-BE49-F238E27FC236}">
                <a16:creationId xmlns:a16="http://schemas.microsoft.com/office/drawing/2014/main" id="{A309D584-19B0-EF91-282B-1B3C33DF1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33" y="914400"/>
            <a:ext cx="946150" cy="1244600"/>
          </a:xfrm>
          <a:prstGeom prst="rect">
            <a:avLst/>
          </a:prstGeom>
        </p:spPr>
      </p:pic>
      <p:sp>
        <p:nvSpPr>
          <p:cNvPr id="42" name="TextBox 9">
            <a:extLst>
              <a:ext uri="{FF2B5EF4-FFF2-40B4-BE49-F238E27FC236}">
                <a16:creationId xmlns:a16="http://schemas.microsoft.com/office/drawing/2014/main" id="{59723233-FF12-C41C-D723-A7E07FCFF95B}"/>
              </a:ext>
            </a:extLst>
          </p:cNvPr>
          <p:cNvSpPr txBox="1"/>
          <p:nvPr/>
        </p:nvSpPr>
        <p:spPr>
          <a:xfrm>
            <a:off x="1911350" y="1257300"/>
            <a:ext cx="9302750" cy="609600"/>
          </a:xfrm>
          <a:prstGeom prst="rect">
            <a:avLst/>
          </a:prstGeom>
        </p:spPr>
        <p:txBody>
          <a:bodyPr lIns="0" tIns="42334" rIns="0" bIns="42334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언어별 </a:t>
            </a:r>
            <a:r>
              <a:rPr lang="en-US" altLang="ko-KR" sz="3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 문법</a:t>
            </a:r>
            <a:endParaRPr lang="en-US" sz="3333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5E7123E-1491-BFEA-146A-FF1AF1C8E436}"/>
              </a:ext>
            </a:extLst>
          </p:cNvPr>
          <p:cNvGrpSpPr/>
          <p:nvPr/>
        </p:nvGrpSpPr>
        <p:grpSpPr>
          <a:xfrm>
            <a:off x="819150" y="2057400"/>
            <a:ext cx="10998200" cy="3304540"/>
            <a:chOff x="1638300" y="4114800"/>
            <a:chExt cx="21996400" cy="6609080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5FBCCDF8-54E5-C42F-28E2-709C2B464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300" y="4140200"/>
              <a:ext cx="5003800" cy="6583680"/>
            </a:xfrm>
            <a:prstGeom prst="rect">
              <a:avLst/>
            </a:prstGeom>
            <a:effectLst>
              <a:outerShdw dist="169496" dir="5400000">
                <a:srgbClr val="E6E6E6">
                  <a:alpha val="100000"/>
                </a:srgbClr>
              </a:outerShdw>
            </a:effectLst>
          </p:spPr>
        </p:pic>
        <p:pic>
          <p:nvPicPr>
            <p:cNvPr id="12" name="Picture 12">
              <a:extLst>
                <a:ext uri="{FF2B5EF4-FFF2-40B4-BE49-F238E27FC236}">
                  <a16:creationId xmlns:a16="http://schemas.microsoft.com/office/drawing/2014/main" id="{35E076BC-8512-881B-C70A-241A77D82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35800" y="4140200"/>
              <a:ext cx="5003800" cy="6583680"/>
            </a:xfrm>
            <a:prstGeom prst="rect">
              <a:avLst/>
            </a:prstGeom>
            <a:effectLst>
              <a:outerShdw dist="169496" dir="5400000">
                <a:srgbClr val="E6E6E6">
                  <a:alpha val="100000"/>
                </a:srgbClr>
              </a:outerShdw>
            </a:effectLst>
          </p:spPr>
        </p:pic>
        <p:pic>
          <p:nvPicPr>
            <p:cNvPr id="14" name="Picture 14">
              <a:extLst>
                <a:ext uri="{FF2B5EF4-FFF2-40B4-BE49-F238E27FC236}">
                  <a16:creationId xmlns:a16="http://schemas.microsoft.com/office/drawing/2014/main" id="{BD0BF7DA-7163-014C-0BCD-7059CF5A4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805400" y="4140200"/>
              <a:ext cx="5003800" cy="6583680"/>
            </a:xfrm>
            <a:prstGeom prst="rect">
              <a:avLst/>
            </a:prstGeom>
            <a:effectLst>
              <a:outerShdw dist="169496" dir="5400000">
                <a:srgbClr val="E6E6E6">
                  <a:alpha val="100000"/>
                </a:srgbClr>
              </a:outerShdw>
            </a:effectLst>
          </p:spPr>
        </p:pic>
        <p:pic>
          <p:nvPicPr>
            <p:cNvPr id="16" name="Picture 16">
              <a:extLst>
                <a:ext uri="{FF2B5EF4-FFF2-40B4-BE49-F238E27FC236}">
                  <a16:creationId xmlns:a16="http://schemas.microsoft.com/office/drawing/2014/main" id="{AB4ED467-5239-AA20-B6F4-7FFF46C84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420600" y="4140200"/>
              <a:ext cx="5003800" cy="6583680"/>
            </a:xfrm>
            <a:prstGeom prst="rect">
              <a:avLst/>
            </a:prstGeom>
            <a:effectLst>
              <a:outerShdw dist="169496" dir="5400000">
                <a:srgbClr val="E6E6E6">
                  <a:alpha val="100000"/>
                </a:srgbClr>
              </a:outerShdw>
            </a:effectLst>
          </p:spPr>
        </p:pic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423A0B25-190A-1694-919D-431019F5D3C1}"/>
                </a:ext>
              </a:extLst>
            </p:cNvPr>
            <p:cNvSpPr txBox="1"/>
            <p:nvPr/>
          </p:nvSpPr>
          <p:spPr>
            <a:xfrm>
              <a:off x="13365480" y="4114800"/>
              <a:ext cx="3048000" cy="990600"/>
            </a:xfrm>
            <a:prstGeom prst="rect">
              <a:avLst/>
            </a:prstGeom>
          </p:spPr>
          <p:txBody>
            <a:bodyPr lIns="0" tIns="20320" rIns="0" bIns="2032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600" cap="all" dirty="0" err="1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Anek Bangla Expanded SemiBold"/>
                </a:rPr>
                <a:t>php</a:t>
              </a:r>
              <a:endParaRPr lang="en-US" sz="1600" cap="all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SemiBold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87B8802-B177-B56B-5047-D5A63149122A}"/>
                </a:ext>
              </a:extLst>
            </p:cNvPr>
            <p:cNvSpPr txBox="1"/>
            <p:nvPr/>
          </p:nvSpPr>
          <p:spPr>
            <a:xfrm>
              <a:off x="2395220" y="9067800"/>
              <a:ext cx="4851400" cy="1447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/** C</a:t>
              </a:r>
              <a:r>
                <a:rPr lang="ko-KR" altLang="en-US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스타일</a:t>
              </a: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문서화 주석 </a:t>
              </a: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*/ </a:t>
              </a:r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DF35EA6-57F6-8322-CC73-078D1DAE7EDB}"/>
                </a:ext>
              </a:extLst>
            </p:cNvPr>
            <p:cNvSpPr txBox="1"/>
            <p:nvPr/>
          </p:nvSpPr>
          <p:spPr>
            <a:xfrm>
              <a:off x="2641600" y="4114800"/>
              <a:ext cx="3048000" cy="990600"/>
            </a:xfrm>
            <a:prstGeom prst="rect">
              <a:avLst/>
            </a:prstGeom>
          </p:spPr>
          <p:txBody>
            <a:bodyPr lIns="0" tIns="20320" rIns="0" bIns="2032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600" cap="all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Anek Bangla Expanded SemiBold"/>
                </a:rPr>
                <a:t>C / C++</a:t>
              </a:r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A9FE6D1-5904-A489-EB92-03BB7E1AF6EE}"/>
                </a:ext>
              </a:extLst>
            </p:cNvPr>
            <p:cNvSpPr txBox="1"/>
            <p:nvPr/>
          </p:nvSpPr>
          <p:spPr>
            <a:xfrm>
              <a:off x="8026400" y="4114800"/>
              <a:ext cx="3048000" cy="990600"/>
            </a:xfrm>
            <a:prstGeom prst="rect">
              <a:avLst/>
            </a:prstGeom>
          </p:spPr>
          <p:txBody>
            <a:bodyPr lIns="0" tIns="20320" rIns="0" bIns="2032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600" cap="all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Anek Bangla Expanded SemiBold"/>
                </a:rPr>
                <a:t>Java</a:t>
              </a:r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8CD3A839-426B-523A-C7EA-B2DB35AB6D9C}"/>
                </a:ext>
              </a:extLst>
            </p:cNvPr>
            <p:cNvSpPr txBox="1"/>
            <p:nvPr/>
          </p:nvSpPr>
          <p:spPr>
            <a:xfrm>
              <a:off x="18796000" y="4114800"/>
              <a:ext cx="3048000" cy="990600"/>
            </a:xfrm>
            <a:prstGeom prst="rect">
              <a:avLst/>
            </a:prstGeom>
          </p:spPr>
          <p:txBody>
            <a:bodyPr lIns="0" tIns="20320" rIns="0" bIns="2032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600" cap="all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Anek Bangla Expanded SemiBold"/>
                </a:rPr>
                <a:t>python</a:t>
              </a: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4527EA2-5B66-ED7C-3BAD-CF0F797F5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05078" y="5495374"/>
              <a:ext cx="4465244" cy="3408680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107F4003-8268-BC2F-37C4-89B0A75DE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5712"/>
            <a:stretch>
              <a:fillRect/>
            </a:stretch>
          </p:blipFill>
          <p:spPr>
            <a:xfrm>
              <a:off x="12709544" y="5495374"/>
              <a:ext cx="4425912" cy="3408678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F2AA5F76-4C0D-C114-3325-F1EF7582D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2891"/>
            <a:stretch>
              <a:fillRect/>
            </a:stretch>
          </p:blipFill>
          <p:spPr>
            <a:xfrm>
              <a:off x="1927244" y="5495372"/>
              <a:ext cx="4425913" cy="3408679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FE7D28EA-7CC4-157B-CB8E-88B82D68A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9" b="769"/>
            <a:stretch/>
          </p:blipFill>
          <p:spPr>
            <a:xfrm>
              <a:off x="18094344" y="5486400"/>
              <a:ext cx="4425912" cy="3424045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72" name="TextBox 27">
              <a:extLst>
                <a:ext uri="{FF2B5EF4-FFF2-40B4-BE49-F238E27FC236}">
                  <a16:creationId xmlns:a16="http://schemas.microsoft.com/office/drawing/2014/main" id="{25B21C29-D9F7-E810-B8B9-6F8091E50A8F}"/>
                </a:ext>
              </a:extLst>
            </p:cNvPr>
            <p:cNvSpPr txBox="1"/>
            <p:nvPr/>
          </p:nvSpPr>
          <p:spPr>
            <a:xfrm>
              <a:off x="17907000" y="9067800"/>
              <a:ext cx="5727700" cy="1447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sz="1200" b="1" spc="-5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" " " ! </a:t>
              </a:r>
              <a:r>
                <a:rPr lang="ko-KR" altLang="en-US" sz="1200" b="1" spc="-5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스크립트 스타일</a:t>
              </a:r>
              <a:r>
                <a:rPr lang="en-US" altLang="ko-KR" sz="1200" b="1" spc="-5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1200" b="1" spc="-5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문서화 주석</a:t>
              </a:r>
              <a:r>
                <a:rPr lang="en-US" altLang="ko-KR" sz="1200" b="1" spc="-5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" " "</a:t>
              </a:r>
            </a:p>
          </p:txBody>
        </p:sp>
        <p:sp>
          <p:nvSpPr>
            <p:cNvPr id="7" name="TextBox 27">
              <a:extLst>
                <a:ext uri="{FF2B5EF4-FFF2-40B4-BE49-F238E27FC236}">
                  <a16:creationId xmlns:a16="http://schemas.microsoft.com/office/drawing/2014/main" id="{7399885C-4593-819F-3F23-080C40984D89}"/>
                </a:ext>
              </a:extLst>
            </p:cNvPr>
            <p:cNvSpPr txBox="1"/>
            <p:nvPr/>
          </p:nvSpPr>
          <p:spPr>
            <a:xfrm>
              <a:off x="7780020" y="9067800"/>
              <a:ext cx="4851400" cy="1447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/** C</a:t>
              </a:r>
              <a:r>
                <a:rPr lang="ko-KR" altLang="en-US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스타일</a:t>
              </a: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문서화 주석 </a:t>
              </a: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*/ </a:t>
              </a:r>
            </a:p>
          </p:txBody>
        </p:sp>
        <p:sp>
          <p:nvSpPr>
            <p:cNvPr id="8" name="TextBox 27">
              <a:extLst>
                <a:ext uri="{FF2B5EF4-FFF2-40B4-BE49-F238E27FC236}">
                  <a16:creationId xmlns:a16="http://schemas.microsoft.com/office/drawing/2014/main" id="{816B5055-6308-204B-B348-7EB0853022CF}"/>
                </a:ext>
              </a:extLst>
            </p:cNvPr>
            <p:cNvSpPr txBox="1"/>
            <p:nvPr/>
          </p:nvSpPr>
          <p:spPr>
            <a:xfrm>
              <a:off x="13162280" y="9067800"/>
              <a:ext cx="4851400" cy="1447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/** C</a:t>
              </a:r>
              <a:r>
                <a:rPr lang="ko-KR" altLang="en-US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스타일</a:t>
              </a: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문서화 주석 </a:t>
              </a:r>
              <a:r>
                <a:rPr lang="en-US" altLang="ko-KR" sz="12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*/ 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E654E4A-B316-D73C-86FD-722E56F19E4C}"/>
              </a:ext>
            </a:extLst>
          </p:cNvPr>
          <p:cNvGrpSpPr/>
          <p:nvPr/>
        </p:nvGrpSpPr>
        <p:grpSpPr>
          <a:xfrm>
            <a:off x="883920" y="5600700"/>
            <a:ext cx="10439400" cy="548640"/>
            <a:chOff x="1905000" y="11201400"/>
            <a:chExt cx="20878800" cy="1097280"/>
          </a:xfrm>
        </p:grpSpPr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F8778338-BC37-135A-85BB-8AA150468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70000"/>
            </a:blip>
            <a:stretch>
              <a:fillRect/>
            </a:stretch>
          </p:blipFill>
          <p:spPr>
            <a:xfrm>
              <a:off x="1905000" y="11201400"/>
              <a:ext cx="381000" cy="330200"/>
            </a:xfrm>
            <a:prstGeom prst="rect">
              <a:avLst/>
            </a:prstGeom>
          </p:spPr>
        </p:pic>
        <p:pic>
          <p:nvPicPr>
            <p:cNvPr id="17" name="Picture 7">
              <a:extLst>
                <a:ext uri="{FF2B5EF4-FFF2-40B4-BE49-F238E27FC236}">
                  <a16:creationId xmlns:a16="http://schemas.microsoft.com/office/drawing/2014/main" id="{C6412330-3D5F-DB12-AFC1-6C43396B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70000"/>
            </a:blip>
            <a:stretch>
              <a:fillRect/>
            </a:stretch>
          </p:blipFill>
          <p:spPr>
            <a:xfrm>
              <a:off x="22402800" y="11201400"/>
              <a:ext cx="381000" cy="330200"/>
            </a:xfrm>
            <a:prstGeom prst="rect">
              <a:avLst/>
            </a:prstGeom>
          </p:spPr>
        </p:pic>
        <p:sp>
          <p:nvSpPr>
            <p:cNvPr id="19" name="TextBox 12">
              <a:extLst>
                <a:ext uri="{FF2B5EF4-FFF2-40B4-BE49-F238E27FC236}">
                  <a16:creationId xmlns:a16="http://schemas.microsoft.com/office/drawing/2014/main" id="{81896E88-F868-D4B6-C48E-5855A06E3E01}"/>
                </a:ext>
              </a:extLst>
            </p:cNvPr>
            <p:cNvSpPr txBox="1"/>
            <p:nvPr/>
          </p:nvSpPr>
          <p:spPr>
            <a:xfrm>
              <a:off x="2287932" y="11562080"/>
              <a:ext cx="20232323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주석은 각 언어마다 동일한 문법 주석을 사용하지 않고 언어 특성에 따라 문서화 주석을 인식하는 방식이 다르다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대표적으로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C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스타일과 스크립트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(Python)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스타일이 있으며 각 스타일은 문서화 주석 문법이 다르다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80940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F3C82-DA44-F30A-A447-C8A9E370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8E4E1A-6A41-DF35-75D9-A0CDCEA3C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FE8EDD3-D52C-75D4-9E51-50C114278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5" y="342900"/>
            <a:ext cx="11309350" cy="6159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7E89FDE-4198-208B-045C-7F97387E3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30300"/>
            <a:ext cx="10680700" cy="8001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30F10E9A-725C-4768-4A05-8CF5B4675FC2}"/>
              </a:ext>
            </a:extLst>
          </p:cNvPr>
          <p:cNvSpPr txBox="1"/>
          <p:nvPr/>
        </p:nvSpPr>
        <p:spPr>
          <a:xfrm>
            <a:off x="1911350" y="1257300"/>
            <a:ext cx="11309350" cy="609600"/>
          </a:xfrm>
          <a:prstGeom prst="rect">
            <a:avLst/>
          </a:prstGeom>
        </p:spPr>
        <p:txBody>
          <a:bodyPr lIns="0" tIns="42334" rIns="0" bIns="42334" rtlCol="0" anchor="ctr"/>
          <a:lstStyle/>
          <a:p>
            <a:pPr>
              <a:lnSpc>
                <a:spcPct val="99600"/>
              </a:lnSpc>
            </a:pPr>
            <a:r>
              <a:rPr lang="ko-KR" altLang="en-US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일반 주석과 </a:t>
            </a:r>
            <a:r>
              <a:rPr lang="en-US" altLang="ko-KR" sz="3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주석의 차이 </a:t>
            </a:r>
            <a:endParaRPr lang="en-US" altLang="ko-KR" sz="3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6C63127-EC36-E23C-0834-94E4D5F237AC}"/>
              </a:ext>
            </a:extLst>
          </p:cNvPr>
          <p:cNvSpPr txBox="1"/>
          <p:nvPr/>
        </p:nvSpPr>
        <p:spPr>
          <a:xfrm>
            <a:off x="5257800" y="342900"/>
            <a:ext cx="1676400" cy="45085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400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1400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B24B3890-756C-266A-E371-B4751D0A3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33" y="914400"/>
            <a:ext cx="946150" cy="1244600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04B9274F-A50D-4458-CD43-E3DE7EDC4A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650" y="2374900"/>
            <a:ext cx="10680700" cy="323850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B1F2B509-DCB1-4A19-392E-300B48988AAF}"/>
              </a:ext>
            </a:extLst>
          </p:cNvPr>
          <p:cNvSpPr txBox="1"/>
          <p:nvPr/>
        </p:nvSpPr>
        <p:spPr>
          <a:xfrm>
            <a:off x="1193800" y="3333750"/>
            <a:ext cx="9861550" cy="25082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endParaRPr lang="en-US" sz="1533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8FBE1B3-E4C3-AD1E-C6DC-D9E473CC0808}"/>
              </a:ext>
            </a:extLst>
          </p:cNvPr>
          <p:cNvGrpSpPr/>
          <p:nvPr/>
        </p:nvGrpSpPr>
        <p:grpSpPr>
          <a:xfrm>
            <a:off x="3273441" y="5740400"/>
            <a:ext cx="5640248" cy="469900"/>
            <a:chOff x="6546881" y="11480800"/>
            <a:chExt cx="11280495" cy="939800"/>
          </a:xfrm>
        </p:grpSpPr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7FC1651E-9A31-2BD4-A202-AEFAD2B93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>
              <a:off x="7182201" y="11480800"/>
              <a:ext cx="447839" cy="330200"/>
            </a:xfrm>
            <a:prstGeom prst="rect">
              <a:avLst/>
            </a:prstGeom>
          </p:spPr>
        </p:pic>
        <p:pic>
          <p:nvPicPr>
            <p:cNvPr id="53" name="Picture 7">
              <a:extLst>
                <a:ext uri="{FF2B5EF4-FFF2-40B4-BE49-F238E27FC236}">
                  <a16:creationId xmlns:a16="http://schemas.microsoft.com/office/drawing/2014/main" id="{C9473EFA-53D9-27A7-12E8-9DE7536B2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70000"/>
            </a:blip>
            <a:stretch>
              <a:fillRect/>
            </a:stretch>
          </p:blipFill>
          <p:spPr>
            <a:xfrm>
              <a:off x="16697161" y="11480800"/>
              <a:ext cx="447839" cy="330200"/>
            </a:xfrm>
            <a:prstGeom prst="rect">
              <a:avLst/>
            </a:prstGeom>
          </p:spPr>
        </p:pic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B25568AF-12B5-A6D8-4865-AF9B258E45B6}"/>
                </a:ext>
              </a:extLst>
            </p:cNvPr>
            <p:cNvSpPr txBox="1"/>
            <p:nvPr/>
          </p:nvSpPr>
          <p:spPr>
            <a:xfrm>
              <a:off x="6546881" y="116840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일반 주석은 개발자를 위한 설명에 사용하고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,</a:t>
              </a:r>
            </a:p>
            <a:p>
              <a:pPr lvl="0" algn="ctr">
                <a:lnSpc>
                  <a:spcPct val="132800"/>
                </a:lnSpc>
              </a:pPr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주석은 자동 문서 생성에 활용할 수 있다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4E9A19E0-A120-4193-0EEA-50EFF1DF1C99}"/>
              </a:ext>
            </a:extLst>
          </p:cNvPr>
          <p:cNvSpPr txBox="1"/>
          <p:nvPr/>
        </p:nvSpPr>
        <p:spPr>
          <a:xfrm>
            <a:off x="2949539" y="2476500"/>
            <a:ext cx="118961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ko-KR" altLang="en-US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일반 주석</a:t>
            </a:r>
            <a:endParaRPr lang="en-US" altLang="ko-KR" sz="1467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F69086B1-56F1-8E02-B824-DA1187BB80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2609" y="2819400"/>
            <a:ext cx="4932591" cy="2604212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918B5C4E-A8ED-24C3-B22B-A5D6332F6612}"/>
              </a:ext>
            </a:extLst>
          </p:cNvPr>
          <p:cNvSpPr txBox="1"/>
          <p:nvPr/>
        </p:nvSpPr>
        <p:spPr>
          <a:xfrm>
            <a:off x="7855966" y="2476500"/>
            <a:ext cx="1583378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1467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Doxygen</a:t>
            </a:r>
            <a:r>
              <a: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ko-KR" altLang="en-US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주석</a:t>
            </a:r>
            <a:endParaRPr lang="en-US" altLang="ko-KR" sz="1467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546EFCF9-6BB3-2A46-51A6-C9B4D43900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304" y="2819400"/>
            <a:ext cx="4927030" cy="2604212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F4BE86-7D25-B97B-9A60-B9C54AB9AD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7005" y="2976938"/>
            <a:ext cx="2781300" cy="21974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FDC6C0-1924-364C-4CE2-E51893AD4F0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9361" y="3397854"/>
            <a:ext cx="3220840" cy="1355637"/>
          </a:xfrm>
          <a:prstGeom prst="rect">
            <a:avLst/>
          </a:prstGeom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ACCD4671-398A-B2C2-D6A1-5F1B31D1410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4960" t="8333"/>
          <a:stretch>
            <a:fillRect/>
          </a:stretch>
        </p:blipFill>
        <p:spPr>
          <a:xfrm rot="5400000">
            <a:off x="4648622" y="4005898"/>
            <a:ext cx="2940050" cy="3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56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BDF6-57FD-1A53-85E8-6829690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D3DBE47-AE4E-5BEC-E81B-41DA9B86F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43FB4A6-2D0B-B2B0-CA69-46B5F823E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5" y="342900"/>
            <a:ext cx="11309350" cy="6159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BA79648-E003-0A13-CCB9-C1604F3D5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30300"/>
            <a:ext cx="10680700" cy="8001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350DEEA8-2276-7A96-3503-9C16DA6A1D7E}"/>
              </a:ext>
            </a:extLst>
          </p:cNvPr>
          <p:cNvSpPr txBox="1"/>
          <p:nvPr/>
        </p:nvSpPr>
        <p:spPr>
          <a:xfrm>
            <a:off x="1911350" y="1257300"/>
            <a:ext cx="11309350" cy="609600"/>
          </a:xfrm>
          <a:prstGeom prst="rect">
            <a:avLst/>
          </a:prstGeom>
        </p:spPr>
        <p:txBody>
          <a:bodyPr lIns="0" tIns="42334" rIns="0" bIns="42334" rtlCol="0" anchor="ctr"/>
          <a:lstStyle/>
          <a:p>
            <a:pPr>
              <a:lnSpc>
                <a:spcPct val="99600"/>
              </a:lnSpc>
            </a:pPr>
            <a:r>
              <a:rPr lang="ko-KR" altLang="en-US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en-US" altLang="ko-KR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C++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의 </a:t>
            </a:r>
            <a:r>
              <a:rPr lang="en-US" altLang="ko-KR" sz="3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 스타일</a:t>
            </a:r>
            <a:endParaRPr lang="en-US" altLang="ko-KR" sz="3333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A9895E2-0045-E72A-1ADB-F7A0CD2B5751}"/>
              </a:ext>
            </a:extLst>
          </p:cNvPr>
          <p:cNvSpPr txBox="1"/>
          <p:nvPr/>
        </p:nvSpPr>
        <p:spPr>
          <a:xfrm>
            <a:off x="5257800" y="342900"/>
            <a:ext cx="1676400" cy="45085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400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1400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A6C03E98-5CBE-BDC1-613A-44583F27F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33" y="914400"/>
            <a:ext cx="946150" cy="124460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8EEA27F6-5FB5-6495-24B5-3AE7C3152E22}"/>
              </a:ext>
            </a:extLst>
          </p:cNvPr>
          <p:cNvGrpSpPr/>
          <p:nvPr/>
        </p:nvGrpSpPr>
        <p:grpSpPr>
          <a:xfrm>
            <a:off x="3237777" y="5899150"/>
            <a:ext cx="5640248" cy="425450"/>
            <a:chOff x="6475553" y="11798300"/>
            <a:chExt cx="11280495" cy="850900"/>
          </a:xfrm>
        </p:grpSpPr>
        <p:pic>
          <p:nvPicPr>
            <p:cNvPr id="75" name="Picture 6">
              <a:extLst>
                <a:ext uri="{FF2B5EF4-FFF2-40B4-BE49-F238E27FC236}">
                  <a16:creationId xmlns:a16="http://schemas.microsoft.com/office/drawing/2014/main" id="{F52E107C-E550-5FBE-FA00-8E31C6239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</a:blip>
            <a:stretch>
              <a:fillRect/>
            </a:stretch>
          </p:blipFill>
          <p:spPr>
            <a:xfrm>
              <a:off x="6638761" y="11798300"/>
              <a:ext cx="447839" cy="330200"/>
            </a:xfrm>
            <a:prstGeom prst="rect">
              <a:avLst/>
            </a:prstGeom>
          </p:spPr>
        </p:pic>
        <p:pic>
          <p:nvPicPr>
            <p:cNvPr id="76" name="Picture 7">
              <a:extLst>
                <a:ext uri="{FF2B5EF4-FFF2-40B4-BE49-F238E27FC236}">
                  <a16:creationId xmlns:a16="http://schemas.microsoft.com/office/drawing/2014/main" id="{6E18BF1F-B5F1-3EFD-8716-81CB5C506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0000"/>
            </a:blip>
            <a:stretch>
              <a:fillRect/>
            </a:stretch>
          </p:blipFill>
          <p:spPr>
            <a:xfrm>
              <a:off x="17078161" y="11798300"/>
              <a:ext cx="447839" cy="330200"/>
            </a:xfrm>
            <a:prstGeom prst="rect">
              <a:avLst/>
            </a:prstGeom>
          </p:spPr>
        </p:pic>
        <p:sp>
          <p:nvSpPr>
            <p:cNvPr id="77" name="TextBox 12">
              <a:extLst>
                <a:ext uri="{FF2B5EF4-FFF2-40B4-BE49-F238E27FC236}">
                  <a16:creationId xmlns:a16="http://schemas.microsoft.com/office/drawing/2014/main" id="{64B9EBD3-1166-8F3B-9FBB-8BC7241C8E51}"/>
                </a:ext>
              </a:extLst>
            </p:cNvPr>
            <p:cNvSpPr txBox="1"/>
            <p:nvPr/>
          </p:nvSpPr>
          <p:spPr>
            <a:xfrm>
              <a:off x="6475553" y="119126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C++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에서는 여러 스타일의 문서화 주석을 사용할 수 있으며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, 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각 스타일에서 동일한 </a:t>
              </a:r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명령어를 사용할 수 있다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601F740-2ADD-A8E4-AB8F-C427BC59DF99}"/>
              </a:ext>
            </a:extLst>
          </p:cNvPr>
          <p:cNvGrpSpPr/>
          <p:nvPr/>
        </p:nvGrpSpPr>
        <p:grpSpPr>
          <a:xfrm>
            <a:off x="1828800" y="2127250"/>
            <a:ext cx="8534400" cy="3702050"/>
            <a:chOff x="3657600" y="4254500"/>
            <a:chExt cx="17068800" cy="7404100"/>
          </a:xfrm>
        </p:grpSpPr>
        <p:pic>
          <p:nvPicPr>
            <p:cNvPr id="53" name="Picture 7">
              <a:extLst>
                <a:ext uri="{FF2B5EF4-FFF2-40B4-BE49-F238E27FC236}">
                  <a16:creationId xmlns:a16="http://schemas.microsoft.com/office/drawing/2014/main" id="{D8508401-59E2-D449-DCBE-A7B479817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443" r="516"/>
            <a:stretch>
              <a:fillRect/>
            </a:stretch>
          </p:blipFill>
          <p:spPr>
            <a:xfrm>
              <a:off x="3657600" y="4254500"/>
              <a:ext cx="17068800" cy="7404100"/>
            </a:xfrm>
            <a:prstGeom prst="rect">
              <a:avLst/>
            </a:prstGeom>
          </p:spPr>
        </p:pic>
        <p:pic>
          <p:nvPicPr>
            <p:cNvPr id="54" name="Picture 8">
              <a:extLst>
                <a:ext uri="{FF2B5EF4-FFF2-40B4-BE49-F238E27FC236}">
                  <a16:creationId xmlns:a16="http://schemas.microsoft.com/office/drawing/2014/main" id="{8D6D7C81-E2BC-A4A0-BE9B-02D04F7A2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49700" y="4648200"/>
              <a:ext cx="279400" cy="279400"/>
            </a:xfrm>
            <a:prstGeom prst="rect">
              <a:avLst/>
            </a:prstGeom>
          </p:spPr>
        </p:pic>
        <p:pic>
          <p:nvPicPr>
            <p:cNvPr id="55" name="Picture 9">
              <a:extLst>
                <a:ext uri="{FF2B5EF4-FFF2-40B4-BE49-F238E27FC236}">
                  <a16:creationId xmlns:a16="http://schemas.microsoft.com/office/drawing/2014/main" id="{3C3F1024-9695-64BD-FFC2-F67DACC6A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116800" y="4648200"/>
              <a:ext cx="279400" cy="279400"/>
            </a:xfrm>
            <a:prstGeom prst="rect">
              <a:avLst/>
            </a:prstGeom>
          </p:spPr>
        </p:pic>
        <p:pic>
          <p:nvPicPr>
            <p:cNvPr id="58" name="Picture 12">
              <a:extLst>
                <a:ext uri="{FF2B5EF4-FFF2-40B4-BE49-F238E27FC236}">
                  <a16:creationId xmlns:a16="http://schemas.microsoft.com/office/drawing/2014/main" id="{8B2BA8C7-CFE8-C091-36E3-62CBCB5FD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49352" b="-66667"/>
            <a:stretch>
              <a:fillRect/>
            </a:stretch>
          </p:blipFill>
          <p:spPr>
            <a:xfrm>
              <a:off x="4000500" y="10020300"/>
              <a:ext cx="3968750" cy="127000"/>
            </a:xfrm>
            <a:prstGeom prst="rect">
              <a:avLst/>
            </a:prstGeom>
          </p:spPr>
        </p:pic>
        <p:sp>
          <p:nvSpPr>
            <p:cNvPr id="59" name="TextBox 17">
              <a:extLst>
                <a:ext uri="{FF2B5EF4-FFF2-40B4-BE49-F238E27FC236}">
                  <a16:creationId xmlns:a16="http://schemas.microsoft.com/office/drawing/2014/main" id="{768F7EFC-3B22-A680-939B-3C29FA4954D4}"/>
                </a:ext>
              </a:extLst>
            </p:cNvPr>
            <p:cNvSpPr txBox="1"/>
            <p:nvPr/>
          </p:nvSpPr>
          <p:spPr>
            <a:xfrm>
              <a:off x="4446032" y="10350500"/>
              <a:ext cx="3021568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//! …</a:t>
              </a:r>
            </a:p>
          </p:txBody>
        </p:sp>
        <p:sp>
          <p:nvSpPr>
            <p:cNvPr id="60" name="TextBox 22">
              <a:extLst>
                <a:ext uri="{FF2B5EF4-FFF2-40B4-BE49-F238E27FC236}">
                  <a16:creationId xmlns:a16="http://schemas.microsoft.com/office/drawing/2014/main" id="{0043E56F-E0EE-3DDF-B353-A217AB582963}"/>
                </a:ext>
              </a:extLst>
            </p:cNvPr>
            <p:cNvSpPr txBox="1"/>
            <p:nvPr/>
          </p:nvSpPr>
          <p:spPr>
            <a:xfrm>
              <a:off x="4776961" y="4445000"/>
              <a:ext cx="2415827" cy="698500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867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주석</a:t>
              </a:r>
              <a:endParaRPr lang="en-US" sz="1867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  <p:sp>
          <p:nvSpPr>
            <p:cNvPr id="61" name="TextBox 23">
              <a:extLst>
                <a:ext uri="{FF2B5EF4-FFF2-40B4-BE49-F238E27FC236}">
                  <a16:creationId xmlns:a16="http://schemas.microsoft.com/office/drawing/2014/main" id="{AB46A709-CC84-8332-B708-559F501E403D}"/>
                </a:ext>
              </a:extLst>
            </p:cNvPr>
            <p:cNvSpPr txBox="1"/>
            <p:nvPr/>
          </p:nvSpPr>
          <p:spPr>
            <a:xfrm>
              <a:off x="4446032" y="5600700"/>
              <a:ext cx="3021568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/** … */</a:t>
              </a:r>
            </a:p>
          </p:txBody>
        </p:sp>
        <p:sp>
          <p:nvSpPr>
            <p:cNvPr id="62" name="TextBox 24">
              <a:extLst>
                <a:ext uri="{FF2B5EF4-FFF2-40B4-BE49-F238E27FC236}">
                  <a16:creationId xmlns:a16="http://schemas.microsoft.com/office/drawing/2014/main" id="{1434D15D-E4D1-39B4-EBBE-397B2B4DA56C}"/>
                </a:ext>
              </a:extLst>
            </p:cNvPr>
            <p:cNvSpPr txBox="1"/>
            <p:nvPr/>
          </p:nvSpPr>
          <p:spPr>
            <a:xfrm>
              <a:off x="4446032" y="7188200"/>
              <a:ext cx="3021568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/// …</a:t>
              </a:r>
            </a:p>
          </p:txBody>
        </p:sp>
        <p:sp>
          <p:nvSpPr>
            <p:cNvPr id="63" name="TextBox 25">
              <a:extLst>
                <a:ext uri="{FF2B5EF4-FFF2-40B4-BE49-F238E27FC236}">
                  <a16:creationId xmlns:a16="http://schemas.microsoft.com/office/drawing/2014/main" id="{B80E4BD8-0CEF-F01E-8CB0-D47F48EA4F16}"/>
                </a:ext>
              </a:extLst>
            </p:cNvPr>
            <p:cNvSpPr txBox="1"/>
            <p:nvPr/>
          </p:nvSpPr>
          <p:spPr>
            <a:xfrm>
              <a:off x="4446032" y="8763000"/>
              <a:ext cx="3021568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/*! … */</a:t>
              </a:r>
            </a:p>
          </p:txBody>
        </p:sp>
        <p:pic>
          <p:nvPicPr>
            <p:cNvPr id="64" name="Picture 10">
              <a:extLst>
                <a:ext uri="{FF2B5EF4-FFF2-40B4-BE49-F238E27FC236}">
                  <a16:creationId xmlns:a16="http://schemas.microsoft.com/office/drawing/2014/main" id="{DFFE0BF9-1039-46A2-4443-757EEF1FF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458700" y="6870700"/>
              <a:ext cx="7835900" cy="76200"/>
            </a:xfrm>
            <a:prstGeom prst="rect">
              <a:avLst/>
            </a:prstGeom>
          </p:spPr>
        </p:pic>
        <p:pic>
          <p:nvPicPr>
            <p:cNvPr id="65" name="Picture 11">
              <a:extLst>
                <a:ext uri="{FF2B5EF4-FFF2-40B4-BE49-F238E27FC236}">
                  <a16:creationId xmlns:a16="http://schemas.microsoft.com/office/drawing/2014/main" id="{FB04C1A1-5817-AAAF-926F-E1E137BB7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458700" y="8445500"/>
              <a:ext cx="7835900" cy="76200"/>
            </a:xfrm>
            <a:prstGeom prst="rect">
              <a:avLst/>
            </a:prstGeom>
          </p:spPr>
        </p:pic>
        <p:pic>
          <p:nvPicPr>
            <p:cNvPr id="67" name="Picture 10">
              <a:extLst>
                <a:ext uri="{FF2B5EF4-FFF2-40B4-BE49-F238E27FC236}">
                  <a16:creationId xmlns:a16="http://schemas.microsoft.com/office/drawing/2014/main" id="{95A0F7F1-C5AE-2329-3987-FE415D61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24960" t="8333"/>
            <a:stretch>
              <a:fillRect/>
            </a:stretch>
          </p:blipFill>
          <p:spPr>
            <a:xfrm rot="5400000">
              <a:off x="9217025" y="8467725"/>
              <a:ext cx="5880100" cy="69850"/>
            </a:xfrm>
            <a:prstGeom prst="rect">
              <a:avLst/>
            </a:prstGeom>
          </p:spPr>
        </p:pic>
        <p:pic>
          <p:nvPicPr>
            <p:cNvPr id="68" name="Picture 10">
              <a:extLst>
                <a:ext uri="{FF2B5EF4-FFF2-40B4-BE49-F238E27FC236}">
                  <a16:creationId xmlns:a16="http://schemas.microsoft.com/office/drawing/2014/main" id="{2C77EC09-0E6A-CFCD-2AD4-53E969739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</a:blip>
            <a:srcRect l="24960" t="8334" r="63403" b="-8336"/>
            <a:stretch>
              <a:fillRect/>
            </a:stretch>
          </p:blipFill>
          <p:spPr>
            <a:xfrm rot="5400000">
              <a:off x="11697970" y="4807530"/>
              <a:ext cx="911860" cy="76200"/>
            </a:xfrm>
            <a:prstGeom prst="rect">
              <a:avLst/>
            </a:prstGeom>
          </p:spPr>
        </p:pic>
        <p:sp>
          <p:nvSpPr>
            <p:cNvPr id="70" name="TextBox 23">
              <a:extLst>
                <a:ext uri="{FF2B5EF4-FFF2-40B4-BE49-F238E27FC236}">
                  <a16:creationId xmlns:a16="http://schemas.microsoft.com/office/drawing/2014/main" id="{550242D4-5819-5E1A-5C11-72E5A830BFE2}"/>
                </a:ext>
              </a:extLst>
            </p:cNvPr>
            <p:cNvSpPr txBox="1"/>
            <p:nvPr/>
          </p:nvSpPr>
          <p:spPr>
            <a:xfrm>
              <a:off x="12617450" y="5600700"/>
              <a:ext cx="7620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*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이 하나 더 붙은 여러 줄 </a:t>
              </a:r>
              <a:r>
                <a:rPr lang="en-US" altLang="ko-KR" sz="1467" spc="-50" dirty="0" err="1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Doxygen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문서화 주석</a:t>
              </a:r>
              <a:endParaRPr lang="en-US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sp>
          <p:nvSpPr>
            <p:cNvPr id="71" name="TextBox 24">
              <a:extLst>
                <a:ext uri="{FF2B5EF4-FFF2-40B4-BE49-F238E27FC236}">
                  <a16:creationId xmlns:a16="http://schemas.microsoft.com/office/drawing/2014/main" id="{0E164BF5-724B-49DB-97B7-F593148D786A}"/>
                </a:ext>
              </a:extLst>
            </p:cNvPr>
            <p:cNvSpPr txBox="1"/>
            <p:nvPr/>
          </p:nvSpPr>
          <p:spPr>
            <a:xfrm>
              <a:off x="13106400" y="7188200"/>
              <a:ext cx="64770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가 </a:t>
              </a: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3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개인 한 줄 문서화 주석</a:t>
              </a:r>
              <a:endPara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sp>
          <p:nvSpPr>
            <p:cNvPr id="72" name="TextBox 25">
              <a:extLst>
                <a:ext uri="{FF2B5EF4-FFF2-40B4-BE49-F238E27FC236}">
                  <a16:creationId xmlns:a16="http://schemas.microsoft.com/office/drawing/2014/main" id="{5F37AF8B-265F-C17D-83BC-64B780E8A8B4}"/>
                </a:ext>
              </a:extLst>
            </p:cNvPr>
            <p:cNvSpPr txBox="1"/>
            <p:nvPr/>
          </p:nvSpPr>
          <p:spPr>
            <a:xfrm>
              <a:off x="12833350" y="9594850"/>
              <a:ext cx="7188200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!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를</a:t>
              </a: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사용하는 문서화 주석</a:t>
              </a:r>
              <a:endPara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sp>
          <p:nvSpPr>
            <p:cNvPr id="73" name="TextBox 22">
              <a:extLst>
                <a:ext uri="{FF2B5EF4-FFF2-40B4-BE49-F238E27FC236}">
                  <a16:creationId xmlns:a16="http://schemas.microsoft.com/office/drawing/2014/main" id="{DF24B551-2BAC-5B92-8200-48079616B3BD}"/>
                </a:ext>
              </a:extLst>
            </p:cNvPr>
            <p:cNvSpPr txBox="1"/>
            <p:nvPr/>
          </p:nvSpPr>
          <p:spPr>
            <a:xfrm>
              <a:off x="12611100" y="4445000"/>
              <a:ext cx="7581900" cy="698500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867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설명</a:t>
              </a:r>
              <a:endParaRPr lang="en-US" sz="1867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  <p:pic>
          <p:nvPicPr>
            <p:cNvPr id="5" name="Picture 12">
              <a:extLst>
                <a:ext uri="{FF2B5EF4-FFF2-40B4-BE49-F238E27FC236}">
                  <a16:creationId xmlns:a16="http://schemas.microsoft.com/office/drawing/2014/main" id="{9CA17E81-03D9-9D39-EDF9-680EB6614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49352" b="-66667"/>
            <a:stretch>
              <a:fillRect/>
            </a:stretch>
          </p:blipFill>
          <p:spPr>
            <a:xfrm>
              <a:off x="4000500" y="8436610"/>
              <a:ext cx="3968750" cy="127000"/>
            </a:xfrm>
            <a:prstGeom prst="rect">
              <a:avLst/>
            </a:prstGeom>
          </p:spPr>
        </p:pic>
        <p:pic>
          <p:nvPicPr>
            <p:cNvPr id="6" name="Picture 12">
              <a:extLst>
                <a:ext uri="{FF2B5EF4-FFF2-40B4-BE49-F238E27FC236}">
                  <a16:creationId xmlns:a16="http://schemas.microsoft.com/office/drawing/2014/main" id="{F5D0C8AC-0DDC-0541-2F9F-413374B2A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49352" b="-66667"/>
            <a:stretch>
              <a:fillRect/>
            </a:stretch>
          </p:blipFill>
          <p:spPr>
            <a:xfrm>
              <a:off x="4000500" y="6852920"/>
              <a:ext cx="3968750" cy="127000"/>
            </a:xfrm>
            <a:prstGeom prst="rect">
              <a:avLst/>
            </a:prstGeom>
          </p:spPr>
        </p:pic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611438FA-A84A-D21E-9AE7-BD45C6E51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24960" t="8333"/>
            <a:stretch>
              <a:fillRect/>
            </a:stretch>
          </p:blipFill>
          <p:spPr>
            <a:xfrm rot="5400000">
              <a:off x="5330825" y="8467725"/>
              <a:ext cx="5880100" cy="69850"/>
            </a:xfrm>
            <a:prstGeom prst="rect">
              <a:avLst/>
            </a:prstGeom>
          </p:spPr>
        </p:pic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FF7543AC-6026-8E5D-AC02-207B1FEDC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</a:blip>
            <a:srcRect l="24960" t="8334" r="63403" b="-8336"/>
            <a:stretch>
              <a:fillRect/>
            </a:stretch>
          </p:blipFill>
          <p:spPr>
            <a:xfrm rot="5400000">
              <a:off x="7798435" y="4807530"/>
              <a:ext cx="911860" cy="76200"/>
            </a:xfrm>
            <a:prstGeom prst="rect">
              <a:avLst/>
            </a:prstGeom>
          </p:spPr>
        </p:pic>
        <p:sp>
          <p:nvSpPr>
            <p:cNvPr id="10" name="TextBox 22">
              <a:extLst>
                <a:ext uri="{FF2B5EF4-FFF2-40B4-BE49-F238E27FC236}">
                  <a16:creationId xmlns:a16="http://schemas.microsoft.com/office/drawing/2014/main" id="{38B8E277-2ECA-14E4-4D47-5FE7D52B0653}"/>
                </a:ext>
              </a:extLst>
            </p:cNvPr>
            <p:cNvSpPr txBox="1"/>
            <p:nvPr/>
          </p:nvSpPr>
          <p:spPr>
            <a:xfrm>
              <a:off x="8958119" y="4445000"/>
              <a:ext cx="2415827" cy="698500"/>
            </a:xfrm>
            <a:prstGeom prst="rect">
              <a:avLst/>
            </a:prstGeom>
          </p:spPr>
          <p:txBody>
            <a:bodyPr lIns="0" tIns="11853" rIns="0" bIns="118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867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스타일</a:t>
              </a:r>
              <a:endParaRPr lang="en-US" sz="1867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  <p:pic>
          <p:nvPicPr>
            <p:cNvPr id="12" name="Picture 12">
              <a:extLst>
                <a:ext uri="{FF2B5EF4-FFF2-40B4-BE49-F238E27FC236}">
                  <a16:creationId xmlns:a16="http://schemas.microsoft.com/office/drawing/2014/main" id="{CA1ED593-660D-81CF-9C68-7F2AF7969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" r="58266" b="-37334"/>
            <a:stretch>
              <a:fillRect/>
            </a:stretch>
          </p:blipFill>
          <p:spPr>
            <a:xfrm>
              <a:off x="8540750" y="8436610"/>
              <a:ext cx="3270250" cy="104648"/>
            </a:xfrm>
            <a:prstGeom prst="rect">
              <a:avLst/>
            </a:prstGeom>
          </p:spPr>
        </p:pic>
        <p:sp>
          <p:nvSpPr>
            <p:cNvPr id="13" name="TextBox 25">
              <a:extLst>
                <a:ext uri="{FF2B5EF4-FFF2-40B4-BE49-F238E27FC236}">
                  <a16:creationId xmlns:a16="http://schemas.microsoft.com/office/drawing/2014/main" id="{FA17A59B-7BDE-190D-157E-4FA64C62CF5C}"/>
                </a:ext>
              </a:extLst>
            </p:cNvPr>
            <p:cNvSpPr txBox="1"/>
            <p:nvPr/>
          </p:nvSpPr>
          <p:spPr>
            <a:xfrm>
              <a:off x="8860951" y="10350500"/>
              <a:ext cx="2771362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C++ Special Comment</a:t>
              </a:r>
            </a:p>
          </p:txBody>
        </p:sp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D3733205-5F57-D2A0-AEF8-AE4C5BC24493}"/>
                </a:ext>
              </a:extLst>
            </p:cNvPr>
            <p:cNvSpPr txBox="1"/>
            <p:nvPr/>
          </p:nvSpPr>
          <p:spPr>
            <a:xfrm>
              <a:off x="8860951" y="5600700"/>
              <a:ext cx="2771362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Javadoc style</a:t>
              </a:r>
            </a:p>
          </p:txBody>
        </p:sp>
        <p:pic>
          <p:nvPicPr>
            <p:cNvPr id="16" name="Picture 12">
              <a:extLst>
                <a:ext uri="{FF2B5EF4-FFF2-40B4-BE49-F238E27FC236}">
                  <a16:creationId xmlns:a16="http://schemas.microsoft.com/office/drawing/2014/main" id="{F59D992F-AE47-A017-C1B8-61CD73DE8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" r="58266" b="-37334"/>
            <a:stretch>
              <a:fillRect/>
            </a:stretch>
          </p:blipFill>
          <p:spPr>
            <a:xfrm>
              <a:off x="8540750" y="6854952"/>
              <a:ext cx="3270250" cy="104648"/>
            </a:xfrm>
            <a:prstGeom prst="rect">
              <a:avLst/>
            </a:prstGeom>
          </p:spPr>
        </p:pic>
        <p:sp>
          <p:nvSpPr>
            <p:cNvPr id="18" name="TextBox 25">
              <a:extLst>
                <a:ext uri="{FF2B5EF4-FFF2-40B4-BE49-F238E27FC236}">
                  <a16:creationId xmlns:a16="http://schemas.microsoft.com/office/drawing/2014/main" id="{0467AECA-EC2F-8EF9-B059-84D46D0B861A}"/>
                </a:ext>
              </a:extLst>
            </p:cNvPr>
            <p:cNvSpPr txBox="1"/>
            <p:nvPr/>
          </p:nvSpPr>
          <p:spPr>
            <a:xfrm>
              <a:off x="8795637" y="7188200"/>
              <a:ext cx="2771362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C++ Special Comment</a:t>
              </a:r>
            </a:p>
          </p:txBody>
        </p:sp>
        <p:sp>
          <p:nvSpPr>
            <p:cNvPr id="22" name="TextBox 25">
              <a:extLst>
                <a:ext uri="{FF2B5EF4-FFF2-40B4-BE49-F238E27FC236}">
                  <a16:creationId xmlns:a16="http://schemas.microsoft.com/office/drawing/2014/main" id="{75B3FCCE-3010-FBC3-FB35-0CE25A6E9029}"/>
                </a:ext>
              </a:extLst>
            </p:cNvPr>
            <p:cNvSpPr txBox="1"/>
            <p:nvPr/>
          </p:nvSpPr>
          <p:spPr>
            <a:xfrm>
              <a:off x="8780351" y="8763508"/>
              <a:ext cx="2771362" cy="1003300"/>
            </a:xfrm>
            <a:prstGeom prst="rect">
              <a:avLst/>
            </a:prstGeom>
          </p:spPr>
          <p:txBody>
            <a:bodyPr lIns="0" tIns="18627" rIns="0" bIns="18627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Qt style</a:t>
              </a:r>
            </a:p>
          </p:txBody>
        </p:sp>
        <p:pic>
          <p:nvPicPr>
            <p:cNvPr id="23" name="Picture 12">
              <a:extLst>
                <a:ext uri="{FF2B5EF4-FFF2-40B4-BE49-F238E27FC236}">
                  <a16:creationId xmlns:a16="http://schemas.microsoft.com/office/drawing/2014/main" id="{71EEF5D7-B2E3-8489-F5F1-54EA802B4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" r="58266" b="-37334"/>
            <a:stretch>
              <a:fillRect/>
            </a:stretch>
          </p:blipFill>
          <p:spPr>
            <a:xfrm>
              <a:off x="8540750" y="10003282"/>
              <a:ext cx="3270250" cy="10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51683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D0FE-9AB2-C844-38A4-BC0F9A6D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EA680A0-0A43-FC31-9236-141A875C6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905ADDE-B706-FC41-6D0A-07D84AC09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5" y="342900"/>
            <a:ext cx="11309350" cy="6159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300BDA1-EAA3-8064-95B0-E51AB24E7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30300"/>
            <a:ext cx="10680700" cy="8001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033DF49-20F7-F0EE-6CC4-BB67C277F22E}"/>
              </a:ext>
            </a:extLst>
          </p:cNvPr>
          <p:cNvSpPr txBox="1"/>
          <p:nvPr/>
        </p:nvSpPr>
        <p:spPr>
          <a:xfrm>
            <a:off x="1911350" y="1257300"/>
            <a:ext cx="11309350" cy="609600"/>
          </a:xfrm>
          <a:prstGeom prst="rect">
            <a:avLst/>
          </a:prstGeom>
        </p:spPr>
        <p:txBody>
          <a:bodyPr lIns="0" tIns="42334" rIns="0" bIns="42334" rtlCol="0" anchor="ctr"/>
          <a:lstStyle/>
          <a:p>
            <a:pPr>
              <a:lnSpc>
                <a:spcPct val="99600"/>
              </a:lnSpc>
            </a:pPr>
            <a:r>
              <a:rPr lang="ko-KR" altLang="en-US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en-US" altLang="ko-KR" sz="3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주석의</a:t>
            </a:r>
            <a:r>
              <a:rPr lang="en-US" altLang="ko-KR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위치</a:t>
            </a:r>
            <a:endParaRPr lang="en-US" altLang="ko-KR" sz="3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C1BBA88-83AA-889D-F26E-00F6E38ADD67}"/>
              </a:ext>
            </a:extLst>
          </p:cNvPr>
          <p:cNvSpPr txBox="1"/>
          <p:nvPr/>
        </p:nvSpPr>
        <p:spPr>
          <a:xfrm>
            <a:off x="5257800" y="342900"/>
            <a:ext cx="1676400" cy="45085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400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1400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B542D8E8-48C7-542F-3421-4AE975DCA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33" y="914400"/>
            <a:ext cx="946150" cy="1244600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A1617D20-9F05-DF1E-204C-246A48C96E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650" y="2374900"/>
            <a:ext cx="10680700" cy="323850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042661D4-D8AB-6887-C295-B518FC518CCF}"/>
              </a:ext>
            </a:extLst>
          </p:cNvPr>
          <p:cNvSpPr txBox="1"/>
          <p:nvPr/>
        </p:nvSpPr>
        <p:spPr>
          <a:xfrm>
            <a:off x="1193800" y="3333750"/>
            <a:ext cx="9861550" cy="25082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endParaRPr lang="en-US" sz="1533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4425569-3EA7-4A89-4270-851033C74BAF}"/>
              </a:ext>
            </a:extLst>
          </p:cNvPr>
          <p:cNvGrpSpPr/>
          <p:nvPr/>
        </p:nvGrpSpPr>
        <p:grpSpPr>
          <a:xfrm>
            <a:off x="3273441" y="5816600"/>
            <a:ext cx="5640248" cy="393700"/>
            <a:chOff x="6546881" y="11633200"/>
            <a:chExt cx="11280495" cy="787400"/>
          </a:xfrm>
        </p:grpSpPr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ECFAD585-F56D-F441-9599-132C1713B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>
              <a:off x="7553161" y="11633200"/>
              <a:ext cx="447839" cy="330200"/>
            </a:xfrm>
            <a:prstGeom prst="rect">
              <a:avLst/>
            </a:prstGeom>
          </p:spPr>
        </p:pic>
        <p:pic>
          <p:nvPicPr>
            <p:cNvPr id="53" name="Picture 7">
              <a:extLst>
                <a:ext uri="{FF2B5EF4-FFF2-40B4-BE49-F238E27FC236}">
                  <a16:creationId xmlns:a16="http://schemas.microsoft.com/office/drawing/2014/main" id="{C1D04DD3-2983-D173-0073-462A49185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70000"/>
            </a:blip>
            <a:stretch>
              <a:fillRect/>
            </a:stretch>
          </p:blipFill>
          <p:spPr>
            <a:xfrm>
              <a:off x="16306800" y="11633200"/>
              <a:ext cx="447839" cy="330200"/>
            </a:xfrm>
            <a:prstGeom prst="rect">
              <a:avLst/>
            </a:prstGeom>
          </p:spPr>
        </p:pic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DCC279EA-B387-1F58-D696-ED8F3E7D9EE9}"/>
                </a:ext>
              </a:extLst>
            </p:cNvPr>
            <p:cNvSpPr txBox="1"/>
            <p:nvPr/>
          </p:nvSpPr>
          <p:spPr>
            <a:xfrm>
              <a:off x="6546881" y="116840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문서화하려는 코드 요소와 연결되는 위치에 작성한다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488EF155-3734-B012-93A2-1F93D1A83B2E}"/>
              </a:ext>
            </a:extLst>
          </p:cNvPr>
          <p:cNvGrpSpPr/>
          <p:nvPr/>
        </p:nvGrpSpPr>
        <p:grpSpPr>
          <a:xfrm>
            <a:off x="3648457" y="2476500"/>
            <a:ext cx="2388439" cy="2947112"/>
            <a:chOff x="7296913" y="4953000"/>
            <a:chExt cx="4776878" cy="5894224"/>
          </a:xfrm>
        </p:grpSpPr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864C0947-19C3-E663-A03B-24C1989DA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96913" y="5638800"/>
              <a:ext cx="4776878" cy="5208424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FFDBE568-211A-C04D-02C5-421DAB8166C6}"/>
                </a:ext>
              </a:extLst>
            </p:cNvPr>
            <p:cNvGrpSpPr/>
            <p:nvPr/>
          </p:nvGrpSpPr>
          <p:grpSpPr>
            <a:xfrm>
              <a:off x="7526632" y="6995756"/>
              <a:ext cx="4371745" cy="2300646"/>
              <a:chOff x="7611246" y="6736518"/>
              <a:chExt cx="5808237" cy="2575598"/>
            </a:xfrm>
          </p:grpSpPr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57283C20-9694-FEA6-8BE0-C9A981DD00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611246" y="6736518"/>
                <a:ext cx="5808237" cy="2575598"/>
              </a:xfrm>
              <a:prstGeom prst="rect">
                <a:avLst/>
              </a:prstGeom>
            </p:spPr>
          </p:pic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9EC76CC7-8EE5-EA58-DFAB-5450B064EA08}"/>
                  </a:ext>
                </a:extLst>
              </p:cNvPr>
              <p:cNvSpPr/>
              <p:nvPr/>
            </p:nvSpPr>
            <p:spPr>
              <a:xfrm>
                <a:off x="7711140" y="6772697"/>
                <a:ext cx="5623285" cy="1259814"/>
              </a:xfrm>
              <a:prstGeom prst="rect">
                <a:avLst/>
              </a:prstGeom>
              <a:noFill/>
              <a:ln w="28575" cap="flat" cmpd="sng" algn="ctr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 sz="2000" dirty="0"/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F99F944-8263-87AD-8571-3D6C4BBF0A8F}"/>
                </a:ext>
              </a:extLst>
            </p:cNvPr>
            <p:cNvSpPr txBox="1"/>
            <p:nvPr/>
          </p:nvSpPr>
          <p:spPr>
            <a:xfrm>
              <a:off x="8446689" y="4953000"/>
              <a:ext cx="2379230" cy="636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클래스</a:t>
              </a:r>
              <a:endPara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F5FE9E4-55C9-70FA-69D5-3C71303EA1B9}"/>
              </a:ext>
            </a:extLst>
          </p:cNvPr>
          <p:cNvGrpSpPr/>
          <p:nvPr/>
        </p:nvGrpSpPr>
        <p:grpSpPr>
          <a:xfrm>
            <a:off x="6192609" y="2476500"/>
            <a:ext cx="4932591" cy="2947112"/>
            <a:chOff x="12385218" y="4953000"/>
            <a:chExt cx="9865182" cy="5894224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36CB3B8F-169D-CA77-BCFD-4431A716CD1E}"/>
                </a:ext>
              </a:extLst>
            </p:cNvPr>
            <p:cNvGrpSpPr/>
            <p:nvPr/>
          </p:nvGrpSpPr>
          <p:grpSpPr>
            <a:xfrm>
              <a:off x="12385218" y="5638800"/>
              <a:ext cx="4776878" cy="5208424"/>
              <a:chOff x="12385218" y="5638800"/>
              <a:chExt cx="4776878" cy="5208424"/>
            </a:xfrm>
          </p:grpSpPr>
          <p:pic>
            <p:nvPicPr>
              <p:cNvPr id="87" name="그림 86">
                <a:extLst>
                  <a:ext uri="{FF2B5EF4-FFF2-40B4-BE49-F238E27FC236}">
                    <a16:creationId xmlns:a16="http://schemas.microsoft.com/office/drawing/2014/main" id="{2913789E-076F-861B-201F-52D9DEB2C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385218" y="5638800"/>
                <a:ext cx="4776878" cy="5208424"/>
              </a:xfrm>
              <a:prstGeom prst="rect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</p:pic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1D98A38F-F66E-EB60-3FC2-CD3F4DD641DA}"/>
                  </a:ext>
                </a:extLst>
              </p:cNvPr>
              <p:cNvGrpSpPr/>
              <p:nvPr/>
            </p:nvGrpSpPr>
            <p:grpSpPr>
              <a:xfrm>
                <a:off x="12555778" y="6846491"/>
                <a:ext cx="4435757" cy="1764103"/>
                <a:chOff x="13517312" y="6528464"/>
                <a:chExt cx="4876092" cy="1707512"/>
              </a:xfrm>
            </p:grpSpPr>
            <p:pic>
              <p:nvPicPr>
                <p:cNvPr id="60" name="그림 59">
                  <a:extLst>
                    <a:ext uri="{FF2B5EF4-FFF2-40B4-BE49-F238E27FC236}">
                      <a16:creationId xmlns:a16="http://schemas.microsoft.com/office/drawing/2014/main" id="{8FD6E4B2-0383-1107-1B85-8E8D919209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517312" y="6528464"/>
                  <a:ext cx="4876092" cy="1707512"/>
                </a:xfrm>
                <a:prstGeom prst="rect">
                  <a:avLst/>
                </a:prstGeom>
              </p:spPr>
            </p:pic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BAD0043C-7C62-DFFF-15F7-61DF2784DCF1}"/>
                    </a:ext>
                  </a:extLst>
                </p:cNvPr>
                <p:cNvSpPr/>
                <p:nvPr/>
              </p:nvSpPr>
              <p:spPr>
                <a:xfrm>
                  <a:off x="13787589" y="6738871"/>
                  <a:ext cx="3311123" cy="685800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00" dirty="0"/>
                </a:p>
              </p:txBody>
            </p:sp>
          </p:grpSp>
        </p:grp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3B947C5F-B200-CA73-6F5D-1FFF16854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473522" y="5638800"/>
              <a:ext cx="4776878" cy="5208424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A930F3A-E196-9FE7-29B7-AF37B5EA8D4D}"/>
                </a:ext>
              </a:extLst>
            </p:cNvPr>
            <p:cNvSpPr txBox="1"/>
            <p:nvPr/>
          </p:nvSpPr>
          <p:spPr>
            <a:xfrm>
              <a:off x="16105694" y="4953000"/>
              <a:ext cx="2379230" cy="636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변수</a:t>
              </a:r>
              <a:endPara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854F317-4616-0883-C07A-7A2B3E40D066}"/>
              </a:ext>
            </a:extLst>
          </p:cNvPr>
          <p:cNvGrpSpPr/>
          <p:nvPr/>
        </p:nvGrpSpPr>
        <p:grpSpPr>
          <a:xfrm>
            <a:off x="1104304" y="2476500"/>
            <a:ext cx="2485334" cy="3016885"/>
            <a:chOff x="2208608" y="4953000"/>
            <a:chExt cx="4970668" cy="6033770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F2B4407D-C6EB-3F9E-87CB-C4128EDA6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08608" y="5638800"/>
              <a:ext cx="4776878" cy="5208424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04E0831E-36A7-FE00-2F05-DD4F50BA0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90925" y="7057411"/>
              <a:ext cx="4542481" cy="2543789"/>
            </a:xfrm>
            <a:prstGeom prst="rect">
              <a:avLst/>
            </a:prstGeom>
          </p:spPr>
        </p:pic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D5E8AF5-C2C8-B1CF-2FD5-6C63B9C38CFC}"/>
                </a:ext>
              </a:extLst>
            </p:cNvPr>
            <p:cNvSpPr/>
            <p:nvPr/>
          </p:nvSpPr>
          <p:spPr>
            <a:xfrm>
              <a:off x="2430703" y="7057411"/>
              <a:ext cx="4237560" cy="1189669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 sz="2000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1C2C3D6-BF8E-146D-13D2-B77B0C22FBAC}"/>
                </a:ext>
              </a:extLst>
            </p:cNvPr>
            <p:cNvSpPr txBox="1"/>
            <p:nvPr/>
          </p:nvSpPr>
          <p:spPr>
            <a:xfrm>
              <a:off x="3283668" y="4953000"/>
              <a:ext cx="2379230" cy="636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1467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함수</a:t>
              </a:r>
              <a:endParaRPr lang="en-US" altLang="ko-KR" sz="1467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pic>
          <p:nvPicPr>
            <p:cNvPr id="97" name="Picture 10">
              <a:extLst>
                <a:ext uri="{FF2B5EF4-FFF2-40B4-BE49-F238E27FC236}">
                  <a16:creationId xmlns:a16="http://schemas.microsoft.com/office/drawing/2014/main" id="{D7705DDA-1C49-018E-43E4-D7E504CAC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24960" t="8333"/>
            <a:stretch>
              <a:fillRect/>
            </a:stretch>
          </p:blipFill>
          <p:spPr>
            <a:xfrm rot="5400000">
              <a:off x="4204301" y="8011795"/>
              <a:ext cx="5880100" cy="69850"/>
            </a:xfrm>
            <a:prstGeom prst="rect">
              <a:avLst/>
            </a:prstGeom>
          </p:spPr>
        </p:pic>
      </p:grpSp>
      <p:pic>
        <p:nvPicPr>
          <p:cNvPr id="98" name="Picture 10">
            <a:extLst>
              <a:ext uri="{FF2B5EF4-FFF2-40B4-BE49-F238E27FC236}">
                <a16:creationId xmlns:a16="http://schemas.microsoft.com/office/drawing/2014/main" id="{9BBB4CCF-1449-1067-4C39-3FB6AEAC5914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4960" t="8333"/>
          <a:stretch>
            <a:fillRect/>
          </a:stretch>
        </p:blipFill>
        <p:spPr>
          <a:xfrm rot="5400000">
            <a:off x="4648622" y="4005898"/>
            <a:ext cx="2940050" cy="34925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9999AB4-0E27-CDB1-D088-3E50C9EA39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1176" y="3711756"/>
            <a:ext cx="2188294" cy="536394"/>
          </a:xfrm>
          <a:prstGeom prst="rect">
            <a:avLst/>
          </a:prstGeom>
        </p:spPr>
      </p:pic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08F4B4BC-A79B-7098-ADFD-3A49E9CF29FC}"/>
              </a:ext>
            </a:extLst>
          </p:cNvPr>
          <p:cNvSpPr/>
          <p:nvPr/>
        </p:nvSpPr>
        <p:spPr>
          <a:xfrm>
            <a:off x="10102461" y="3795368"/>
            <a:ext cx="937008" cy="354265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489284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265E-071A-B78E-5A8C-041047B8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B214953-7571-7DA7-F24E-5F4466B8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F26DC64-1D66-4E17-6EFF-7E15B33D9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5" y="342900"/>
            <a:ext cx="11309350" cy="6159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C98052C-7BEA-EC01-DBE8-A16F15D45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30300"/>
            <a:ext cx="10680700" cy="8001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1B6E186-8392-C305-D9E6-ED0A26D6F18F}"/>
              </a:ext>
            </a:extLst>
          </p:cNvPr>
          <p:cNvSpPr txBox="1"/>
          <p:nvPr/>
        </p:nvSpPr>
        <p:spPr>
          <a:xfrm>
            <a:off x="1911350" y="1257300"/>
            <a:ext cx="11309350" cy="609600"/>
          </a:xfrm>
          <a:prstGeom prst="rect">
            <a:avLst/>
          </a:prstGeom>
        </p:spPr>
        <p:txBody>
          <a:bodyPr lIns="0" tIns="42334" rIns="0" bIns="42334" rtlCol="0" anchor="ctr"/>
          <a:lstStyle/>
          <a:p>
            <a:pPr>
              <a:lnSpc>
                <a:spcPct val="99600"/>
              </a:lnSpc>
            </a:pPr>
            <a:r>
              <a:rPr lang="ko-KR" altLang="en-US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en-US" altLang="ko-KR" sz="3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주석의 잘못된 예시</a:t>
            </a:r>
            <a:endParaRPr lang="en-US" altLang="ko-KR" sz="3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E71B3AC-3FE0-5FA2-692D-8ECA0A24BE91}"/>
              </a:ext>
            </a:extLst>
          </p:cNvPr>
          <p:cNvSpPr txBox="1"/>
          <p:nvPr/>
        </p:nvSpPr>
        <p:spPr>
          <a:xfrm>
            <a:off x="5257800" y="342900"/>
            <a:ext cx="1676400" cy="45085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400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1400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7C442537-3141-B0C0-2153-40983A4057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33" y="914400"/>
            <a:ext cx="946150" cy="1244600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80B43DE4-759D-80EC-FC52-00CDABCEB9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650" y="2374900"/>
            <a:ext cx="10680700" cy="323850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6AB7555B-6B4E-ED9C-9B65-1E9ACF9D132B}"/>
              </a:ext>
            </a:extLst>
          </p:cNvPr>
          <p:cNvSpPr txBox="1"/>
          <p:nvPr/>
        </p:nvSpPr>
        <p:spPr>
          <a:xfrm>
            <a:off x="1193800" y="3333750"/>
            <a:ext cx="9861550" cy="25082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endParaRPr lang="en-US" sz="1533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32F8A97-233E-DF4D-C8CE-D0911D5F8D84}"/>
              </a:ext>
            </a:extLst>
          </p:cNvPr>
          <p:cNvGrpSpPr/>
          <p:nvPr/>
        </p:nvGrpSpPr>
        <p:grpSpPr>
          <a:xfrm>
            <a:off x="3273441" y="5740400"/>
            <a:ext cx="5640248" cy="469900"/>
            <a:chOff x="6546881" y="11480800"/>
            <a:chExt cx="11280495" cy="939800"/>
          </a:xfrm>
        </p:grpSpPr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4A0BE077-18E6-054E-B032-2073DC15E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>
              <a:off x="6858000" y="11480800"/>
              <a:ext cx="447839" cy="330200"/>
            </a:xfrm>
            <a:prstGeom prst="rect">
              <a:avLst/>
            </a:prstGeom>
          </p:spPr>
        </p:pic>
        <p:pic>
          <p:nvPicPr>
            <p:cNvPr id="53" name="Picture 7">
              <a:extLst>
                <a:ext uri="{FF2B5EF4-FFF2-40B4-BE49-F238E27FC236}">
                  <a16:creationId xmlns:a16="http://schemas.microsoft.com/office/drawing/2014/main" id="{F70B92A5-F155-08E4-F0F1-A1853ED29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70000"/>
            </a:blip>
            <a:stretch>
              <a:fillRect/>
            </a:stretch>
          </p:blipFill>
          <p:spPr>
            <a:xfrm>
              <a:off x="17001961" y="11480800"/>
              <a:ext cx="447839" cy="330200"/>
            </a:xfrm>
            <a:prstGeom prst="rect">
              <a:avLst/>
            </a:prstGeom>
          </p:spPr>
        </p:pic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D776FCD2-4A16-B280-AEB7-38DF376684CA}"/>
                </a:ext>
              </a:extLst>
            </p:cNvPr>
            <p:cNvSpPr txBox="1"/>
            <p:nvPr/>
          </p:nvSpPr>
          <p:spPr>
            <a:xfrm>
              <a:off x="6546881" y="116840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주석은 </a:t>
              </a:r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이 인식할 수 있는 형태로 작성하고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, 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대상과 연결되도록 배치해야 한다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F3EFD4E-58F3-7109-862F-AE70221D38D6}"/>
              </a:ext>
            </a:extLst>
          </p:cNvPr>
          <p:cNvGrpSpPr/>
          <p:nvPr/>
        </p:nvGrpSpPr>
        <p:grpSpPr>
          <a:xfrm>
            <a:off x="5105400" y="2514599"/>
            <a:ext cx="1947596" cy="400110"/>
            <a:chOff x="10228270" y="4904505"/>
            <a:chExt cx="3895192" cy="80021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837078-B989-D358-CF35-F52538BDE1EE}"/>
                </a:ext>
              </a:extLst>
            </p:cNvPr>
            <p:cNvSpPr txBox="1"/>
            <p:nvPr/>
          </p:nvSpPr>
          <p:spPr>
            <a:xfrm>
              <a:off x="10228270" y="4904505"/>
              <a:ext cx="3895192" cy="8002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잘못된 예시</a:t>
              </a:r>
              <a:endParaRPr lang="en-US" altLang="ko-KR" sz="2000" b="1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pic>
          <p:nvPicPr>
            <p:cNvPr id="37" name="그래픽 36" descr="닫기 단색으로 채워진">
              <a:extLst>
                <a:ext uri="{FF2B5EF4-FFF2-40B4-BE49-F238E27FC236}">
                  <a16:creationId xmlns:a16="http://schemas.microsoft.com/office/drawing/2014/main" id="{811AC955-6186-C756-4D25-78E77D1CAE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272052" y="4907280"/>
              <a:ext cx="624548" cy="624548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D0BA8C1-C3DE-367B-2DE8-F0ADA3C30721}"/>
              </a:ext>
            </a:extLst>
          </p:cNvPr>
          <p:cNvGrpSpPr/>
          <p:nvPr/>
        </p:nvGrpSpPr>
        <p:grpSpPr>
          <a:xfrm>
            <a:off x="1790700" y="3027326"/>
            <a:ext cx="2362796" cy="1600200"/>
            <a:chOff x="2209800" y="5900420"/>
            <a:chExt cx="4725592" cy="32004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32509A4-3769-B000-B019-F6B668C98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209800" y="5900420"/>
              <a:ext cx="4725592" cy="3200400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67C1F114-BE53-66AF-DFDD-800C12FFB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64946" y="5913743"/>
              <a:ext cx="4415300" cy="278384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A85DD8A-E339-1C1C-64B1-0410C5CF2BBD}"/>
              </a:ext>
            </a:extLst>
          </p:cNvPr>
          <p:cNvGrpSpPr/>
          <p:nvPr/>
        </p:nvGrpSpPr>
        <p:grpSpPr>
          <a:xfrm>
            <a:off x="5064790" y="3033988"/>
            <a:ext cx="2362796" cy="1600200"/>
            <a:chOff x="11661346" y="5900420"/>
            <a:chExt cx="4725592" cy="32004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A980490-3779-F451-CD2B-31A1D79F9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661346" y="5900420"/>
              <a:ext cx="4725592" cy="3200400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E506E8B-2DE7-5B40-9427-7876CFCD7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790517" y="6098541"/>
              <a:ext cx="4344562" cy="2054860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1D7930-AF50-CE3C-8591-1E2C304DAAE2}"/>
              </a:ext>
            </a:extLst>
          </p:cNvPr>
          <p:cNvGrpSpPr/>
          <p:nvPr/>
        </p:nvGrpSpPr>
        <p:grpSpPr>
          <a:xfrm>
            <a:off x="8338879" y="3072411"/>
            <a:ext cx="2362796" cy="1600200"/>
            <a:chOff x="7727750" y="5798797"/>
            <a:chExt cx="4725592" cy="32004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785DD73-ADA3-61AC-5B22-72A0E0166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727750" y="5798797"/>
              <a:ext cx="4725592" cy="3200400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56E4EA6-5D1A-3C1F-DEC2-ABFAE9C88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18265" y="6086591"/>
              <a:ext cx="4344562" cy="1139086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B0244A9-2D46-0837-5635-2EB7225F62C8}"/>
              </a:ext>
            </a:extLst>
          </p:cNvPr>
          <p:cNvSpPr txBox="1"/>
          <p:nvPr/>
        </p:nvSpPr>
        <p:spPr>
          <a:xfrm>
            <a:off x="1886248" y="4806908"/>
            <a:ext cx="2171700" cy="286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200" b="1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주석을 아래에 작성하는 경우</a:t>
            </a:r>
            <a:endParaRPr lang="en-US" altLang="ko-KR" sz="1200" b="1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EE2A7D-2E2A-A053-B848-64D5FF9A5EC7}"/>
              </a:ext>
            </a:extLst>
          </p:cNvPr>
          <p:cNvSpPr txBox="1"/>
          <p:nvPr/>
        </p:nvSpPr>
        <p:spPr>
          <a:xfrm>
            <a:off x="5160338" y="4806908"/>
            <a:ext cx="2171700" cy="500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200" b="1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원하는 대상의 사이에 다른 코드가 있는 경우</a:t>
            </a:r>
            <a:endParaRPr lang="en-US" altLang="ko-KR" sz="1200" b="1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E5292B-33C9-EB5B-6E48-42DDCF2F0098}"/>
              </a:ext>
            </a:extLst>
          </p:cNvPr>
          <p:cNvSpPr txBox="1"/>
          <p:nvPr/>
        </p:nvSpPr>
        <p:spPr>
          <a:xfrm>
            <a:off x="8434427" y="4806908"/>
            <a:ext cx="2171700" cy="286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1200" b="1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일반 주석을 사용하는 경우</a:t>
            </a:r>
            <a:endParaRPr lang="en-US" altLang="ko-KR" sz="1200" b="1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CF2DFE0-B2D1-C576-CBBD-852352D129B0}"/>
              </a:ext>
            </a:extLst>
          </p:cNvPr>
          <p:cNvSpPr/>
          <p:nvPr/>
        </p:nvSpPr>
        <p:spPr>
          <a:xfrm>
            <a:off x="5160338" y="3128024"/>
            <a:ext cx="2181787" cy="30097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40E89A9-E1CC-4D7D-BC18-DADD4169205D}"/>
              </a:ext>
            </a:extLst>
          </p:cNvPr>
          <p:cNvSpPr/>
          <p:nvPr/>
        </p:nvSpPr>
        <p:spPr>
          <a:xfrm>
            <a:off x="5160338" y="3793471"/>
            <a:ext cx="1545263" cy="30097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C6DE5BA-28D2-C724-083E-EB4A34910E3A}"/>
              </a:ext>
            </a:extLst>
          </p:cNvPr>
          <p:cNvSpPr/>
          <p:nvPr/>
        </p:nvSpPr>
        <p:spPr>
          <a:xfrm>
            <a:off x="1894137" y="3793471"/>
            <a:ext cx="2181787" cy="63909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E675F94-071B-909D-0E99-7FA495109567}"/>
              </a:ext>
            </a:extLst>
          </p:cNvPr>
          <p:cNvSpPr/>
          <p:nvPr/>
        </p:nvSpPr>
        <p:spPr>
          <a:xfrm>
            <a:off x="8445686" y="3238500"/>
            <a:ext cx="2069914" cy="30097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704350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4FD2-EE3F-F6A0-9E84-FE84B224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05953B2-E6B4-790B-8A77-E21090B18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-6350"/>
            <a:ext cx="12204700" cy="68707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B8F7DD3-3163-2719-0B1F-8234791A9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5" y="342900"/>
            <a:ext cx="11309350" cy="6159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94D1F6B-ACBC-3547-835F-368A70887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50" y="1130300"/>
            <a:ext cx="10680700" cy="8001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A64E0573-99C9-E7BD-F165-D2184FD72014}"/>
              </a:ext>
            </a:extLst>
          </p:cNvPr>
          <p:cNvSpPr txBox="1"/>
          <p:nvPr/>
        </p:nvSpPr>
        <p:spPr>
          <a:xfrm>
            <a:off x="1911350" y="1257300"/>
            <a:ext cx="11309350" cy="609600"/>
          </a:xfrm>
          <a:prstGeom prst="rect">
            <a:avLst/>
          </a:prstGeom>
        </p:spPr>
        <p:txBody>
          <a:bodyPr lIns="0" tIns="42334" rIns="0" bIns="42334" rtlCol="0" anchor="ctr"/>
          <a:lstStyle/>
          <a:p>
            <a:pPr>
              <a:lnSpc>
                <a:spcPct val="99600"/>
              </a:lnSpc>
            </a:pPr>
            <a:r>
              <a:rPr lang="ko-KR" altLang="en-US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3333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en-US" altLang="ko-KR" sz="3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주석의 올바른 예시</a:t>
            </a:r>
            <a:endParaRPr lang="en-US" altLang="ko-KR" sz="3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E2F5714-1DDA-395D-1C3B-1339EFB02B6D}"/>
              </a:ext>
            </a:extLst>
          </p:cNvPr>
          <p:cNvSpPr txBox="1"/>
          <p:nvPr/>
        </p:nvSpPr>
        <p:spPr>
          <a:xfrm>
            <a:off x="5257800" y="342900"/>
            <a:ext cx="1676400" cy="450850"/>
          </a:xfrm>
          <a:prstGeom prst="rect">
            <a:avLst/>
          </a:prstGeom>
        </p:spPr>
        <p:txBody>
          <a:bodyPr lIns="0" tIns="17780" rIns="0" bIns="1778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400" spc="-5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1400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1400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6A1D3E31-8FEE-2E0E-B53B-B71B942F8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33" y="914400"/>
            <a:ext cx="946150" cy="1244600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B1094739-F182-C5A8-7CEC-3A271884AF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5650" y="2374900"/>
            <a:ext cx="10680700" cy="323850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A9B85FE1-5A79-BD3B-DD5C-D227F1F22DDC}"/>
              </a:ext>
            </a:extLst>
          </p:cNvPr>
          <p:cNvSpPr txBox="1"/>
          <p:nvPr/>
        </p:nvSpPr>
        <p:spPr>
          <a:xfrm>
            <a:off x="1193800" y="3333750"/>
            <a:ext cx="9861550" cy="25082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endParaRPr lang="en-US" sz="1533" spc="-5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8A4A9B6-ECC1-AAC0-91DA-594863F3D606}"/>
              </a:ext>
            </a:extLst>
          </p:cNvPr>
          <p:cNvGrpSpPr/>
          <p:nvPr/>
        </p:nvGrpSpPr>
        <p:grpSpPr>
          <a:xfrm>
            <a:off x="5101663" y="2503557"/>
            <a:ext cx="1783590" cy="400110"/>
            <a:chOff x="10203326" y="4953000"/>
            <a:chExt cx="3567179" cy="80022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293F60D-7226-2D85-37C2-3C82121C02E3}"/>
                </a:ext>
              </a:extLst>
            </p:cNvPr>
            <p:cNvSpPr txBox="1"/>
            <p:nvPr/>
          </p:nvSpPr>
          <p:spPr>
            <a:xfrm>
              <a:off x="10603750" y="4953000"/>
              <a:ext cx="3166755" cy="800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000" b="1" spc="-5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올바른 예시</a:t>
              </a:r>
              <a:endParaRPr lang="en-US" altLang="ko-KR" sz="2000" b="1" spc="-5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pic>
          <p:nvPicPr>
            <p:cNvPr id="35" name="그래픽 34" descr="배지 체크 표시1 단색으로 채워진">
              <a:extLst>
                <a:ext uri="{FF2B5EF4-FFF2-40B4-BE49-F238E27FC236}">
                  <a16:creationId xmlns:a16="http://schemas.microsoft.com/office/drawing/2014/main" id="{79C9F50D-050B-DE25-3CD4-CF186805EF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203326" y="4968532"/>
              <a:ext cx="624548" cy="624548"/>
            </a:xfrm>
            <a:prstGeom prst="rect">
              <a:avLst/>
            </a:prstGeom>
          </p:spPr>
        </p:pic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C40B692F-9C1A-3E08-8CC8-CFAC0C8B58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048000"/>
            <a:ext cx="2362796" cy="160020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DEB4F3A-91A4-5570-1C5E-764A23DB6A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9350" y="3282035"/>
            <a:ext cx="1938784" cy="107315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187BBDC-5DBE-E506-6C1A-0757612FB0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9921" y="3048000"/>
            <a:ext cx="2362796" cy="160020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A4E85F5-C4D6-3761-A86F-5C7CC60F5A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721" y="3048000"/>
            <a:ext cx="2362796" cy="160020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438C9C06-56E3-3ED4-71A0-8F06A37FC3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1521" y="3048000"/>
            <a:ext cx="2362796" cy="160020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D3A9122-22FC-069F-858F-AF7867FBED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3931" y="3326130"/>
            <a:ext cx="2119643" cy="95758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BAF0C1B-0417-943B-DFCF-EF5D73C084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310" y="3591618"/>
            <a:ext cx="1938536" cy="63820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095C58B-D25B-BE0E-EBEB-2CE0FF13E8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7842" y="3700932"/>
            <a:ext cx="2182206" cy="376242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1FB939B4-3D80-A558-553F-913CE95C4C33}"/>
              </a:ext>
            </a:extLst>
          </p:cNvPr>
          <p:cNvGrpSpPr/>
          <p:nvPr/>
        </p:nvGrpSpPr>
        <p:grpSpPr>
          <a:xfrm>
            <a:off x="3273441" y="5740400"/>
            <a:ext cx="5640248" cy="469900"/>
            <a:chOff x="6546881" y="11480800"/>
            <a:chExt cx="11280495" cy="939800"/>
          </a:xfrm>
        </p:grpSpPr>
        <p:pic>
          <p:nvPicPr>
            <p:cNvPr id="57" name="Picture 6">
              <a:extLst>
                <a:ext uri="{FF2B5EF4-FFF2-40B4-BE49-F238E27FC236}">
                  <a16:creationId xmlns:a16="http://schemas.microsoft.com/office/drawing/2014/main" id="{487A6302-B464-9638-5B7F-992ADC9E8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70000"/>
            </a:blip>
            <a:stretch>
              <a:fillRect/>
            </a:stretch>
          </p:blipFill>
          <p:spPr>
            <a:xfrm>
              <a:off x="6858000" y="11480800"/>
              <a:ext cx="447839" cy="330200"/>
            </a:xfrm>
            <a:prstGeom prst="rect">
              <a:avLst/>
            </a:prstGeom>
          </p:spPr>
        </p:pic>
        <p:pic>
          <p:nvPicPr>
            <p:cNvPr id="58" name="Picture 7">
              <a:extLst>
                <a:ext uri="{FF2B5EF4-FFF2-40B4-BE49-F238E27FC236}">
                  <a16:creationId xmlns:a16="http://schemas.microsoft.com/office/drawing/2014/main" id="{E9B4C89F-9A42-EED5-5701-1B15B770C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70000"/>
            </a:blip>
            <a:stretch>
              <a:fillRect/>
            </a:stretch>
          </p:blipFill>
          <p:spPr>
            <a:xfrm>
              <a:off x="17001961" y="11480800"/>
              <a:ext cx="447839" cy="330200"/>
            </a:xfrm>
            <a:prstGeom prst="rect">
              <a:avLst/>
            </a:prstGeom>
          </p:spPr>
        </p:pic>
        <p:sp>
          <p:nvSpPr>
            <p:cNvPr id="59" name="TextBox 12">
              <a:extLst>
                <a:ext uri="{FF2B5EF4-FFF2-40B4-BE49-F238E27FC236}">
                  <a16:creationId xmlns:a16="http://schemas.microsoft.com/office/drawing/2014/main" id="{D45CF4D3-0AD2-60BF-6A4C-5C50FC62E928}"/>
                </a:ext>
              </a:extLst>
            </p:cNvPr>
            <p:cNvSpPr txBox="1"/>
            <p:nvPr/>
          </p:nvSpPr>
          <p:spPr>
            <a:xfrm>
              <a:off x="6546881" y="116840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주석은 </a:t>
              </a:r>
              <a:r>
                <a:rPr lang="en-US" altLang="ko-KR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이 인식할 수 있는 형태로 작성하고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, 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대상과 연결되도록 배치해야 한다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0DFDDA5-303F-A616-2040-DEC76DEB75D5}"/>
              </a:ext>
            </a:extLst>
          </p:cNvPr>
          <p:cNvSpPr/>
          <p:nvPr/>
        </p:nvSpPr>
        <p:spPr>
          <a:xfrm>
            <a:off x="1099147" y="3216155"/>
            <a:ext cx="2029460" cy="594835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9680280-450C-611B-A881-F833D1CA6311}"/>
              </a:ext>
            </a:extLst>
          </p:cNvPr>
          <p:cNvSpPr/>
          <p:nvPr/>
        </p:nvSpPr>
        <p:spPr>
          <a:xfrm>
            <a:off x="3848521" y="3326130"/>
            <a:ext cx="2076638" cy="484860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E2CD1C3-411F-3A01-404A-1D8DDC9A5D5A}"/>
              </a:ext>
            </a:extLst>
          </p:cNvPr>
          <p:cNvSpPr/>
          <p:nvPr/>
        </p:nvSpPr>
        <p:spPr>
          <a:xfrm>
            <a:off x="10165358" y="3764062"/>
            <a:ext cx="947563" cy="235169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CC5D91A-2CAB-E594-087D-EA216E532C4B}"/>
              </a:ext>
            </a:extLst>
          </p:cNvPr>
          <p:cNvSpPr/>
          <p:nvPr/>
        </p:nvSpPr>
        <p:spPr>
          <a:xfrm>
            <a:off x="6439321" y="3528118"/>
            <a:ext cx="1524000" cy="346372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29950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5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필수 명령어 ① </a:t>
            </a:r>
            <a:br>
              <a:rPr lang="en-US" altLang="ko-KR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</a:b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(</a:t>
            </a:r>
            <a:r>
              <a:rPr lang="ko-KR" altLang="en-US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설명 관련</a:t>
            </a: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)</a:t>
            </a:r>
            <a:endParaRPr lang="ko-KR" altLang="en-US" sz="5300" b="1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  <a:cs typeface="Microsoft Himalaya" panose="01010100010101010101" pitchFamily="2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7488" y="5202238"/>
            <a:ext cx="9144000" cy="1655762"/>
          </a:xfrm>
        </p:spPr>
        <p:txBody>
          <a:bodyPr/>
          <a:lstStyle/>
          <a:p>
            <a:r>
              <a:rPr lang="ko-KR" altLang="en-US" dirty="0"/>
              <a:t>현주</a:t>
            </a:r>
          </a:p>
        </p:txBody>
      </p:sp>
    </p:spTree>
    <p:extLst>
      <p:ext uri="{BB962C8B-B14F-4D97-AF65-F5344CB8AC3E}">
        <p14:creationId xmlns:p14="http://schemas.microsoft.com/office/powerpoint/2010/main" val="5455812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558800"/>
            <a:ext cx="10845800" cy="317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73100" y="1314450"/>
            <a:ext cx="8432800" cy="2114550"/>
          </a:xfrm>
          <a:prstGeom prst="rect">
            <a:avLst/>
          </a:prstGeom>
        </p:spPr>
        <p:txBody>
          <a:bodyPr lIns="0" tIns="50376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8300" b="1" dirty="0" err="1">
                <a:solidFill>
                  <a:srgbClr val="3452F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ExtraBold"/>
              </a:rPr>
              <a:t>Doxygen</a:t>
            </a:r>
            <a:r>
              <a:rPr lang="en-US" altLang="ko-KR" sz="5750" b="1" dirty="0">
                <a:solidFill>
                  <a:srgbClr val="59595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ExtraBold"/>
              </a:rPr>
              <a:t>(</a:t>
            </a:r>
            <a:r>
              <a:rPr lang="ko-KR" altLang="en-US" sz="5750" b="1" dirty="0" err="1">
                <a:solidFill>
                  <a:srgbClr val="59595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ExtraBold"/>
              </a:rPr>
              <a:t>독시젠</a:t>
            </a:r>
            <a:r>
              <a:rPr lang="en-US" altLang="ko-KR" sz="5750" b="1" dirty="0">
                <a:solidFill>
                  <a:srgbClr val="59595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ExtraBold"/>
              </a:rPr>
              <a:t>)</a:t>
            </a:r>
            <a:endParaRPr lang="en-US" sz="5750" b="1" dirty="0">
              <a:solidFill>
                <a:srgbClr val="595959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Pretendard ExtraBold"/>
            </a:endParaRPr>
          </a:p>
          <a:p>
            <a:pPr lvl="0">
              <a:lnSpc>
                <a:spcPct val="102089"/>
              </a:lnSpc>
            </a:pPr>
            <a:r>
              <a:rPr lang="ko-KR" altLang="en-US" sz="4800" b="1" dirty="0">
                <a:solidFill>
                  <a:srgbClr val="3452F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ExtraBold"/>
              </a:rPr>
              <a:t>특수 명령어</a:t>
            </a:r>
            <a:r>
              <a:rPr lang="ko-KR" altLang="en-US" sz="4800" b="1" dirty="0">
                <a:solidFill>
                  <a:srgbClr val="59595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ExtraBold"/>
              </a:rPr>
              <a:t>로 </a:t>
            </a:r>
            <a:r>
              <a:rPr lang="ko-KR" altLang="en-US" sz="4800" b="1" dirty="0">
                <a:solidFill>
                  <a:srgbClr val="3452F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ExtraBold"/>
              </a:rPr>
              <a:t>주석 </a:t>
            </a:r>
            <a:r>
              <a:rPr lang="ko-KR" altLang="en-US" sz="4800" b="1" dirty="0">
                <a:solidFill>
                  <a:srgbClr val="59595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ExtraBold"/>
              </a:rPr>
              <a:t>작성하기</a:t>
            </a:r>
            <a:endParaRPr lang="en-US" sz="4800" b="1" dirty="0">
              <a:solidFill>
                <a:srgbClr val="595959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Pretendard 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92150" y="914400"/>
            <a:ext cx="4292600" cy="323850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78787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Regular"/>
              </a:rPr>
              <a:t>2026 </a:t>
            </a:r>
            <a:r>
              <a:rPr lang="ko-KR" altLang="en-US" sz="1733" b="1" cap="all" dirty="0">
                <a:solidFill>
                  <a:srgbClr val="78787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Regular"/>
              </a:rPr>
              <a:t>레퍼런스</a:t>
            </a:r>
            <a:endParaRPr lang="en-US" sz="1733" b="1" cap="all" dirty="0">
              <a:solidFill>
                <a:srgbClr val="787878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207250" y="5448300"/>
            <a:ext cx="429895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5329"/>
              </a:lnSpc>
            </a:pPr>
            <a:r>
              <a:rPr lang="en-US" sz="2200" b="1" dirty="0">
                <a:solidFill>
                  <a:srgbClr val="59595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Bold"/>
              </a:rPr>
              <a:t>202317067 </a:t>
            </a:r>
            <a:r>
              <a:rPr lang="ko-KR" altLang="en-US" sz="2200" b="1" dirty="0">
                <a:solidFill>
                  <a:srgbClr val="595959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Pretendard Bold"/>
              </a:rPr>
              <a:t>이현주</a:t>
            </a:r>
            <a:endParaRPr lang="en-US" sz="2200" b="1" dirty="0">
              <a:solidFill>
                <a:srgbClr val="595959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Pretendard 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5404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73100" y="952500"/>
            <a:ext cx="752475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4000" b="1" dirty="0" err="1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목차</a:t>
            </a:r>
            <a:endParaRPr lang="en-US" sz="40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673100" y="1866901"/>
            <a:ext cx="318135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85800" y="2044701"/>
            <a:ext cx="1257300" cy="323850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2476501"/>
            <a:ext cx="294005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1865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좋은 주석 작성 원칙</a:t>
            </a:r>
            <a:endParaRPr lang="en-US" sz="1865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2901951"/>
            <a:ext cx="30988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altLang="ko-KR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Google C++ Style Guide</a:t>
            </a:r>
            <a:r>
              <a:rPr lang="ko-KR" altLang="en-US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를 기준으로 함수</a:t>
            </a:r>
            <a:r>
              <a:rPr lang="en-US" altLang="ko-KR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/</a:t>
            </a:r>
            <a:r>
              <a:rPr lang="ko-KR" altLang="en-US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클래스 주석 작성법에 대해 알아보자</a:t>
            </a:r>
            <a:r>
              <a:rPr lang="en-US" altLang="ko-KR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  <a:endParaRPr lang="en-US" sz="1533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8337550" y="1866901"/>
            <a:ext cx="3181350" cy="25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350250" y="2044701"/>
            <a:ext cx="1257300" cy="323850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50250" y="2476501"/>
            <a:ext cx="294005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2000" b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@brief</a:t>
            </a:r>
            <a:endParaRPr lang="en-US" altLang="ko-KR" sz="20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50250" y="2901951"/>
            <a:ext cx="30988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및 클래스에서의 사용법을 알아보자</a:t>
            </a:r>
            <a:r>
              <a:rPr lang="en-US" altLang="ko-KR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4508500" y="1866901"/>
            <a:ext cx="3181350" cy="25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514850" y="2044701"/>
            <a:ext cx="1257300" cy="323850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4850" y="2476501"/>
            <a:ext cx="294005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1865" b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Special</a:t>
            </a:r>
            <a:r>
              <a:rPr lang="ko-KR" altLang="en-US" sz="1865" b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 </a:t>
            </a:r>
            <a:r>
              <a:rPr lang="en-US" altLang="ko-KR" sz="1865" b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command</a:t>
            </a:r>
            <a:endParaRPr lang="en-US" altLang="ko-KR" sz="1865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21200" y="2901950"/>
            <a:ext cx="30988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1533" b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특수 명령이 무엇인지 알아보자</a:t>
            </a:r>
            <a:r>
              <a:rPr lang="en-US" altLang="ko-KR" sz="1533" b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  <a:endParaRPr lang="en-US" altLang="ko-KR" sz="1533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673100" y="3956051"/>
            <a:ext cx="3181350" cy="25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85800" y="4133851"/>
            <a:ext cx="1257300" cy="323850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" y="4565651"/>
            <a:ext cx="294005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18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@details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" y="4997451"/>
            <a:ext cx="30988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및 클래스에서의 사용법을 알아보자</a:t>
            </a:r>
            <a:r>
              <a:rPr lang="en-US" altLang="ko-KR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8337550" y="3956051"/>
            <a:ext cx="3181350" cy="25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8350250" y="4133851"/>
            <a:ext cx="1257300" cy="323850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50250" y="4565651"/>
            <a:ext cx="294005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18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@date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50250" y="4997451"/>
            <a:ext cx="30988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25329"/>
              </a:lnSpc>
            </a:pPr>
            <a:r>
              <a:rPr lang="ko-KR" altLang="en-US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및 클래스에서의 사용법을 알아보자</a:t>
            </a:r>
            <a:r>
              <a:rPr lang="en-US" altLang="ko-KR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sz="1533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0800000">
            <a:off x="4508500" y="3956051"/>
            <a:ext cx="3181350" cy="254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4514850" y="4133851"/>
            <a:ext cx="1257300" cy="323850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14850" y="4565651"/>
            <a:ext cx="294005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18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@author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21200" y="4997451"/>
            <a:ext cx="3098800" cy="58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및 클래스에서의 사용법을 알아보자</a:t>
            </a:r>
            <a:r>
              <a:rPr lang="en-US" altLang="ko-KR" sz="1533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F290C-798C-0F22-5E9F-51C0D50E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91B3159-C624-6979-65D4-02036452A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1981200"/>
            <a:ext cx="361950" cy="36195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B159B9B-2521-238E-ABE0-B5C9A0B1C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8B353BC-CFAF-F27B-2CD6-352B5891A331}"/>
              </a:ext>
            </a:extLst>
          </p:cNvPr>
          <p:cNvSpPr txBox="1"/>
          <p:nvPr/>
        </p:nvSpPr>
        <p:spPr>
          <a:xfrm>
            <a:off x="685800" y="965200"/>
            <a:ext cx="753110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altLang="ko-KR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01. </a:t>
            </a:r>
            <a:r>
              <a:rPr lang="ko-KR" altLang="en-US" sz="34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좋은 주석 작성 원칙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3BC8985-B1E1-7AA1-F2E6-14FC757C3879}"/>
              </a:ext>
            </a:extLst>
          </p:cNvPr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16FED49-3B13-7A06-E2F4-40A26CCE33F4}"/>
              </a:ext>
            </a:extLst>
          </p:cNvPr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03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D3CCADF5-BEA5-A95E-060E-A0BCAE2BF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C3D350A-A813-7DFA-F330-47BF391A4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4000052" y="4019100"/>
            <a:ext cx="4211387" cy="31312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501D9546-6B4C-4A2A-4F72-FD44A4BE41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673100" y="1905001"/>
            <a:ext cx="10845800" cy="254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ABFA8133-A8D2-7076-69F1-C80871D021E6}"/>
              </a:ext>
            </a:extLst>
          </p:cNvPr>
          <p:cNvSpPr txBox="1"/>
          <p:nvPr/>
        </p:nvSpPr>
        <p:spPr>
          <a:xfrm>
            <a:off x="736600" y="2032000"/>
            <a:ext cx="279400" cy="247650"/>
          </a:xfrm>
          <a:prstGeom prst="rect">
            <a:avLst/>
          </a:prstGeom>
        </p:spPr>
        <p:txBody>
          <a:bodyPr lIns="0" tIns="1669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314" b="1" cap="all" dirty="0">
                <a:solidFill>
                  <a:srgbClr val="FFFFFF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03CF4C-F251-084B-9F12-AD565AB8F89B}"/>
              </a:ext>
            </a:extLst>
          </p:cNvPr>
          <p:cNvSpPr txBox="1"/>
          <p:nvPr/>
        </p:nvSpPr>
        <p:spPr>
          <a:xfrm>
            <a:off x="685800" y="2381250"/>
            <a:ext cx="45593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함수 주석</a:t>
            </a:r>
            <a:endParaRPr lang="en-US" sz="1867" b="1" dirty="0">
              <a:solidFill>
                <a:srgbClr val="3452F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E7A0DA0-2689-A632-A927-F87ED7E6202C}"/>
              </a:ext>
            </a:extLst>
          </p:cNvPr>
          <p:cNvSpPr txBox="1"/>
          <p:nvPr/>
        </p:nvSpPr>
        <p:spPr>
          <a:xfrm>
            <a:off x="685800" y="2819400"/>
            <a:ext cx="4978400" cy="1644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선언의 주석은 </a:t>
            </a:r>
            <a:r>
              <a:rPr lang="ko-KR" altLang="en-US" sz="1600" b="1" u="sng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함수를 사용하는 방법을 설명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하도록 한다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거의 모든 함수 선언에는 함수가 무엇을 하는지</a:t>
            </a:r>
            <a:r>
              <a:rPr lang="en-US" altLang="ko-KR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 </a:t>
            </a: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어떻게 사용하는지에 대한 주석이 있어야 한다</a:t>
            </a:r>
            <a:r>
              <a:rPr lang="en-US" altLang="ko-KR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</a:t>
            </a:r>
            <a:endParaRPr lang="en-US" altLang="ko-KR" sz="1400" b="1" dirty="0">
              <a:solidFill>
                <a:srgbClr val="B9B9B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정의의 주석은 </a:t>
            </a:r>
            <a:r>
              <a:rPr lang="ko-KR" altLang="en-US" sz="1600" b="1" u="sng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함수가 어떻게 동작하는지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를 설명하도록 한다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어떤 방식으로 구현했는지</a:t>
            </a:r>
            <a:r>
              <a:rPr lang="en-US" altLang="ko-KR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 </a:t>
            </a: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왜 그렇게 구현했는지</a:t>
            </a:r>
            <a:r>
              <a:rPr lang="en-US" altLang="ko-KR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 </a:t>
            </a: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특별한 구현상의 이유에 대해 작성하도록 한다</a:t>
            </a:r>
            <a:r>
              <a:rPr lang="en-US" altLang="ko-KR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구현에 대한 주석은 정의 부분에서 설명하도록 한다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altLang="ko-KR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D25E5D3A-23CF-1AB6-5C03-92DA685FE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1981200"/>
            <a:ext cx="361950" cy="36195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907BD147-0DD0-1D75-9144-6B8E2291B3B8}"/>
              </a:ext>
            </a:extLst>
          </p:cNvPr>
          <p:cNvSpPr txBox="1"/>
          <p:nvPr/>
        </p:nvSpPr>
        <p:spPr>
          <a:xfrm>
            <a:off x="6464300" y="2032000"/>
            <a:ext cx="279400" cy="247650"/>
          </a:xfrm>
          <a:prstGeom prst="rect">
            <a:avLst/>
          </a:prstGeom>
        </p:spPr>
        <p:txBody>
          <a:bodyPr lIns="0" tIns="1669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314" b="1" cap="all" dirty="0">
                <a:solidFill>
                  <a:srgbClr val="FFFFFF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E83BB77-1E03-E187-7903-6DE1237D73A8}"/>
              </a:ext>
            </a:extLst>
          </p:cNvPr>
          <p:cNvSpPr txBox="1"/>
          <p:nvPr/>
        </p:nvSpPr>
        <p:spPr>
          <a:xfrm>
            <a:off x="6419850" y="2381250"/>
            <a:ext cx="4559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클래스 주석</a:t>
            </a:r>
            <a:endParaRPr lang="en-US" sz="1867" b="1" dirty="0">
              <a:solidFill>
                <a:srgbClr val="3452F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Bold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9A3982B-D0BA-90AC-28BF-89F1D3A4029D}"/>
              </a:ext>
            </a:extLst>
          </p:cNvPr>
          <p:cNvSpPr txBox="1"/>
          <p:nvPr/>
        </p:nvSpPr>
        <p:spPr>
          <a:xfrm>
            <a:off x="6419850" y="2838450"/>
            <a:ext cx="4978400" cy="3143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명확하지 않은 모든 클래스나 구조체 선언에는 </a:t>
            </a:r>
            <a:r>
              <a:rPr lang="ko-KR" altLang="en-US" sz="1600" b="1" u="sng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무엇을 위한 클래스인지 설명해주는 주석이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있어야 한다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언제 사용하는 클래스인지</a:t>
            </a:r>
            <a:r>
              <a:rPr lang="en-US" altLang="ko-KR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</a:t>
            </a: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어떻게 사용하는 클래스인지</a:t>
            </a:r>
            <a:r>
              <a:rPr lang="en-US" altLang="ko-KR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올바르게 사용하기 위해 알아야 할 추가 사항이 있는지 등에 대한 내용이 포함되면 좋은 주석이라 볼 수 있다</a:t>
            </a:r>
            <a:r>
              <a:rPr lang="en-US" altLang="ko-KR" sz="14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인터페이스를 설명하는 내용은 클래스 선언부에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구현 방법은 구현부에 작성하는 것을 권장한다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  <a:endParaRPr lang="en-US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002784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1981200"/>
            <a:ext cx="361950" cy="3619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800" y="965200"/>
            <a:ext cx="8274132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altLang="ko-KR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02. </a:t>
            </a:r>
            <a:r>
              <a:rPr lang="en-US" altLang="ko-KR" sz="34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Special Command(</a:t>
            </a:r>
            <a:r>
              <a:rPr lang="ko-KR" altLang="en-US" sz="34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특수 명령어</a:t>
            </a:r>
            <a:r>
              <a:rPr lang="en-US" altLang="ko-KR" sz="34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)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04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4000052" y="4019100"/>
            <a:ext cx="4211387" cy="31312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673100" y="1905001"/>
            <a:ext cx="108458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36600" y="2032000"/>
            <a:ext cx="279400" cy="247650"/>
          </a:xfrm>
          <a:prstGeom prst="rect">
            <a:avLst/>
          </a:prstGeom>
        </p:spPr>
        <p:txBody>
          <a:bodyPr lIns="0" tIns="1669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314" b="1" cap="all" dirty="0">
                <a:solidFill>
                  <a:srgbClr val="FFFFFF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2381250"/>
            <a:ext cx="45593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특수 명령어란</a:t>
            </a:r>
            <a:r>
              <a:rPr lang="en-US" altLang="ko-KR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?</a:t>
            </a:r>
            <a:endParaRPr lang="en-US" sz="1867" b="1" dirty="0">
              <a:solidFill>
                <a:srgbClr val="3452F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85800" y="2838450"/>
            <a:ext cx="4978400" cy="1644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1600" b="1" dirty="0" err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Doxygen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이 문서화 정보를 특별하게 처리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(\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또는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@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로 시작하여 인식되도록 함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)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하도록 하는 명령어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en-US" sz="16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Ex) \brief, @brief </a:t>
            </a:r>
            <a:r>
              <a:rPr lang="ko-KR" altLang="en-US" sz="16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등</a:t>
            </a:r>
            <a:endParaRPr lang="en-US" sz="1600" b="1" dirty="0">
              <a:solidFill>
                <a:srgbClr val="B9B9B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850" y="1981200"/>
            <a:ext cx="361950" cy="36195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464300" y="2032000"/>
            <a:ext cx="279400" cy="247650"/>
          </a:xfrm>
          <a:prstGeom prst="rect">
            <a:avLst/>
          </a:prstGeom>
        </p:spPr>
        <p:txBody>
          <a:bodyPr lIns="0" tIns="16692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314" b="1" cap="all" dirty="0">
                <a:solidFill>
                  <a:srgbClr val="FFFFFF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9850" y="2381250"/>
            <a:ext cx="4559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특수 명령어 사용 규칙</a:t>
            </a:r>
            <a:endParaRPr lang="en-US" sz="1867" b="1" dirty="0">
              <a:solidFill>
                <a:srgbClr val="3452F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419850" y="2838450"/>
            <a:ext cx="4978400" cy="3143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1. 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모든 명령어는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\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또는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로 시작한다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     </a:t>
            </a:r>
            <a:r>
              <a:rPr lang="en-US" sz="1400" b="1" dirty="0" err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Doxygen</a:t>
            </a:r>
            <a:r>
              <a:rPr 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문서에서 사용되는 모든 명령어는 백슬래시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(\) </a:t>
            </a:r>
          </a:p>
          <a:p>
            <a:pPr lvl="0" algn="l">
              <a:lnSpc>
                <a:spcPct val="125329"/>
              </a:lnSpc>
            </a:pP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     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또는 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at-sign(@)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으로 시작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 </a:t>
            </a:r>
          </a:p>
          <a:p>
            <a:pPr lvl="0" algn="l">
              <a:lnSpc>
                <a:spcPct val="12532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2. 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일부 명령어는 하나 이상의 인자를 가진다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>
              <a:lnSpc>
                <a:spcPct val="12532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    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일부 명령어는 하나 이상의 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argument(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인자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)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를 가지며 그</a:t>
            </a:r>
            <a:endParaRPr lang="en-US" altLang="ko-KR" sz="14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>
              <a:lnSpc>
                <a:spcPct val="125329"/>
              </a:lnSpc>
            </a:pP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     인자는 특정한 범위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(range)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를 가진다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 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즉 </a:t>
            </a:r>
            <a:r>
              <a:rPr lang="en-US" altLang="ko-KR" sz="1400" b="1" dirty="0" err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Doxygen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명령어</a:t>
            </a:r>
            <a:endParaRPr lang="en-US" altLang="ko-KR" sz="14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>
              <a:lnSpc>
                <a:spcPct val="125329"/>
              </a:lnSpc>
            </a:pP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     에서 인자를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작성할 때 어떤 종류의 괄호를 </a:t>
            </a:r>
            <a:r>
              <a:rPr lang="ko-KR" altLang="en-US" sz="1400" b="1" dirty="0" err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사용하느냐에</a:t>
            </a:r>
            <a:endParaRPr lang="en-US" altLang="ko-KR" sz="14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>
              <a:lnSpc>
                <a:spcPct val="125329"/>
              </a:lnSpc>
            </a:pP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     따라 그 인자가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</a:t>
            </a:r>
            <a:r>
              <a:rPr lang="ko-KR" altLang="en-US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어디까지 이어지는지가 결정된다</a:t>
            </a:r>
            <a:r>
              <a:rPr lang="en-US" altLang="ko-KR" sz="14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3. 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인식하지 못하는 명령어는 일반적인 텍스트로 처리한다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sz="12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BAED34E2-4366-96F1-5926-C320D903257F}"/>
              </a:ext>
            </a:extLst>
          </p:cNvPr>
          <p:cNvSpPr txBox="1"/>
          <p:nvPr/>
        </p:nvSpPr>
        <p:spPr>
          <a:xfrm>
            <a:off x="673100" y="4337050"/>
            <a:ext cx="4533900" cy="3492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en-US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Section indicators(</a:t>
            </a:r>
            <a:r>
              <a:rPr lang="ko-KR" altLang="en-US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문단형 명령어</a:t>
            </a:r>
            <a:r>
              <a:rPr lang="en-US" altLang="ko-KR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)</a:t>
            </a:r>
            <a:r>
              <a:rPr lang="ko-KR" altLang="en-US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란</a:t>
            </a:r>
            <a:r>
              <a:rPr lang="en-US" altLang="ko-KR" sz="18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Bold"/>
              </a:rPr>
              <a:t>?</a:t>
            </a:r>
            <a:endParaRPr lang="en-US" sz="1867" b="1" dirty="0">
              <a:solidFill>
                <a:srgbClr val="3452F0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Bold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380CB867-CB6D-53E5-DB04-A04192A445AA}"/>
              </a:ext>
            </a:extLst>
          </p:cNvPr>
          <p:cNvSpPr txBox="1"/>
          <p:nvPr/>
        </p:nvSpPr>
        <p:spPr>
          <a:xfrm>
            <a:off x="670145" y="4740174"/>
            <a:ext cx="4978400" cy="16446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여러 종류의 </a:t>
            </a:r>
            <a:r>
              <a:rPr 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Special commands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중 하나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문서의 특정 내용을 구분하거나 설명 정보를 추가하는 명령어들을 제공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>
              <a:lnSpc>
                <a:spcPct val="125329"/>
              </a:lnSpc>
            </a:pPr>
            <a:r>
              <a:rPr lang="ko-KR" altLang="en-US" sz="1600" b="1" dirty="0" err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들여쓰기되어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표시되는 특징이 있음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  <a:endParaRPr lang="en-US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>
              <a:lnSpc>
                <a:spcPct val="125329"/>
              </a:lnSpc>
            </a:pPr>
            <a:r>
              <a:rPr lang="en-US" sz="16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Ex)\author, \date </a:t>
            </a:r>
            <a:r>
              <a:rPr lang="ko-KR" altLang="en-US" sz="16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등</a:t>
            </a:r>
            <a:endParaRPr lang="en-US" sz="1600" b="1" dirty="0">
              <a:solidFill>
                <a:srgbClr val="B9B9B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73100" y="800100"/>
            <a:ext cx="10189236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 algn="l">
              <a:lnSpc>
                <a:spcPct val="102089"/>
              </a:lnSpc>
            </a:pPr>
            <a:r>
              <a:rPr lang="en-US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02-2-2 </a:t>
            </a:r>
            <a:r>
              <a:rPr lang="ko-KR" altLang="en-US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일부 명령어는 하나 이상의 인자를 가진다 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73100" y="1504950"/>
            <a:ext cx="8679555" cy="30955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5329"/>
              </a:lnSpc>
            </a:pPr>
            <a:r>
              <a:rPr lang="ko-KR" altLang="en-US" sz="1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괄호에 따라 달라지는 인자의 범위</a:t>
            </a:r>
            <a:r>
              <a:rPr lang="en-US" altLang="ko-KR" sz="1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(</a:t>
            </a:r>
            <a:r>
              <a:rPr lang="ko-KR" altLang="en-US" sz="1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괄호를 확인하여 명령어 사용의 구성 요소를 파악할 수 있다</a:t>
            </a:r>
            <a:r>
              <a:rPr lang="en-US" altLang="ko-KR" sz="1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.)</a:t>
            </a:r>
            <a:endParaRPr lang="en-US" sz="1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05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79450" y="234950"/>
            <a:ext cx="427990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02. Special command(</a:t>
            </a: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특수 명령어</a:t>
            </a:r>
            <a:r>
              <a:rPr lang="en-US" altLang="ko-KR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)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B64F8B3-D9A7-B41C-F191-1A39D3106348}"/>
              </a:ext>
            </a:extLst>
          </p:cNvPr>
          <p:cNvGrpSpPr/>
          <p:nvPr/>
        </p:nvGrpSpPr>
        <p:grpSpPr>
          <a:xfrm>
            <a:off x="777111" y="2048695"/>
            <a:ext cx="10614790" cy="3672656"/>
            <a:chOff x="1554221" y="4097389"/>
            <a:chExt cx="21877185" cy="8005711"/>
          </a:xfrm>
        </p:grpSpPr>
        <p:sp>
          <p:nvSpPr>
            <p:cNvPr id="6" name="TextBox 6"/>
            <p:cNvSpPr txBox="1"/>
            <p:nvPr/>
          </p:nvSpPr>
          <p:spPr>
            <a:xfrm>
              <a:off x="1554221" y="4097389"/>
              <a:ext cx="4607907" cy="571788"/>
            </a:xfrm>
            <a:prstGeom prst="rect">
              <a:avLst/>
            </a:prstGeom>
          </p:spPr>
          <p:txBody>
            <a:bodyPr lIns="0" tIns="22013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b="1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&lt;&gt; </a:t>
              </a:r>
              <a:r>
                <a:rPr lang="ko-KR" altLang="en-US" b="1" cap="all" dirty="0" err="1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꺾쇠괄호가</a:t>
              </a:r>
              <a:r>
                <a:rPr lang="ko-KR" altLang="en-US" b="1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 사용되는 경우</a:t>
              </a:r>
              <a:endParaRPr lang="en-US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54221" y="5287943"/>
              <a:ext cx="4607908" cy="505513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5329"/>
                </a:lnSpc>
              </a:pPr>
              <a:r>
                <a:rPr 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&lt;argument&gt;</a:t>
              </a:r>
            </a:p>
            <a:p>
              <a:pPr lvl="0" algn="l">
                <a:lnSpc>
                  <a:spcPct val="125329"/>
                </a:lnSpc>
              </a:pPr>
              <a:r>
                <a:rPr lang="ko-KR" altLang="en-US" b="1" dirty="0" err="1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꺾쇠괄호가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 사용되면 해당 인자는 하나의 단어로 인식된다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 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하나의 단어를 인자로 사용하고 싶을 때 사용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</a:t>
              </a:r>
              <a:endParaRPr lang="en-US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endParaRPr>
            </a:p>
          </p:txBody>
        </p: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 flipV="1">
              <a:off x="3254870" y="8441924"/>
              <a:ext cx="6936796" cy="70321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7386752" y="4097389"/>
              <a:ext cx="4607907" cy="571788"/>
            </a:xfrm>
            <a:prstGeom prst="rect">
              <a:avLst/>
            </a:prstGeom>
          </p:spPr>
          <p:txBody>
            <a:bodyPr lIns="0" tIns="22013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b="1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 () </a:t>
              </a:r>
              <a:r>
                <a:rPr lang="ko-KR" altLang="en-US" b="1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소괄호가 사용되는 경우</a:t>
              </a:r>
              <a:endParaRPr lang="en-US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5619" y="5287943"/>
              <a:ext cx="4670177" cy="505513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5329"/>
                </a:lnSpc>
              </a:pPr>
              <a:r>
                <a:rPr 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(argument)</a:t>
              </a:r>
            </a:p>
            <a:p>
              <a:pPr lvl="0" algn="l">
                <a:lnSpc>
                  <a:spcPct val="125329"/>
                </a:lnSpc>
              </a:pP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소괄호가 사용되면 해당 인자는 그 명령어가 발견된 줄의 끝까지 이어진다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 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현재 줄에서 명령어 뒤에 이어지는 내용 전체가 그 인자의 범위가 된다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</a:t>
              </a:r>
              <a:endParaRPr lang="en-US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endParaRPr>
            </a:p>
          </p:txBody>
        </p:sp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 flipV="1">
              <a:off x="9014755" y="8441924"/>
              <a:ext cx="6936796" cy="70321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13146638" y="4097389"/>
              <a:ext cx="4597530" cy="571788"/>
            </a:xfrm>
            <a:prstGeom prst="rect">
              <a:avLst/>
            </a:prstGeom>
          </p:spPr>
          <p:txBody>
            <a:bodyPr lIns="0" tIns="22013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b="1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{} </a:t>
              </a:r>
              <a:r>
                <a:rPr lang="ko-KR" altLang="en-US" b="1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중괄호가 사용되는 경우</a:t>
              </a:r>
              <a:endParaRPr lang="en-US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157016" y="5275598"/>
              <a:ext cx="4597530" cy="52110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5329"/>
                </a:lnSpc>
              </a:pPr>
              <a:r>
                <a:rPr 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{argument}</a:t>
              </a:r>
            </a:p>
            <a:p>
              <a:pPr lvl="0" algn="l">
                <a:lnSpc>
                  <a:spcPct val="125329"/>
                </a:lnSpc>
              </a:pP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중괄호가 사용되면 해당 인자는 다음 문단까지 이어진다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 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문단의 구분은 빈 줄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, section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 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indicator(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섹션 지시기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)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로 한다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 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이 때 명령어와 시작 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{ 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사이에는 공백이 없어야 한다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</a:t>
              </a:r>
            </a:p>
          </p:txBody>
        </p:sp>
        <p:pic>
          <p:nvPicPr>
            <p:cNvPr id="24" name="Picture 11">
              <a:extLst>
                <a:ext uri="{FF2B5EF4-FFF2-40B4-BE49-F238E27FC236}">
                  <a16:creationId xmlns:a16="http://schemas.microsoft.com/office/drawing/2014/main" id="{A3CC4B86-D0C1-A5B4-B067-A88C67A0E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 flipV="1">
              <a:off x="14743500" y="8599540"/>
              <a:ext cx="6936799" cy="70321"/>
            </a:xfrm>
            <a:prstGeom prst="rect">
              <a:avLst/>
            </a:prstGeom>
          </p:spPr>
        </p:pic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C5934335-7C36-8EF3-CB22-69F7D10DCF4F}"/>
                </a:ext>
              </a:extLst>
            </p:cNvPr>
            <p:cNvSpPr txBox="1"/>
            <p:nvPr/>
          </p:nvSpPr>
          <p:spPr>
            <a:xfrm>
              <a:off x="18833876" y="4097389"/>
              <a:ext cx="4597530" cy="571788"/>
            </a:xfrm>
            <a:prstGeom prst="rect">
              <a:avLst/>
            </a:prstGeom>
          </p:spPr>
          <p:txBody>
            <a:bodyPr lIns="0" tIns="22013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b="1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[] </a:t>
              </a:r>
              <a:r>
                <a:rPr lang="ko-KR" altLang="en-US" b="1" cap="all" dirty="0">
                  <a:solidFill>
                    <a:srgbClr val="FFFFFF"/>
                  </a:solidFill>
                  <a:highlight>
                    <a:srgbClr val="3452F0"/>
                  </a:highlight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대괄호가 사용되는 경우</a:t>
              </a:r>
              <a:endParaRPr lang="en-US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endParaRPr>
            </a:p>
          </p:txBody>
        </p:sp>
        <p:sp>
          <p:nvSpPr>
            <p:cNvPr id="28" name="TextBox 13">
              <a:extLst>
                <a:ext uri="{FF2B5EF4-FFF2-40B4-BE49-F238E27FC236}">
                  <a16:creationId xmlns:a16="http://schemas.microsoft.com/office/drawing/2014/main" id="{8726FA04-4849-9146-0E19-5F555538AFFF}"/>
                </a:ext>
              </a:extLst>
            </p:cNvPr>
            <p:cNvSpPr txBox="1"/>
            <p:nvPr/>
          </p:nvSpPr>
          <p:spPr>
            <a:xfrm>
              <a:off x="18833876" y="5275598"/>
              <a:ext cx="4597530" cy="521107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5329"/>
                </a:lnSpc>
              </a:pPr>
              <a:r>
                <a:rPr 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&lt;argument&gt;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 </a:t>
              </a:r>
              <a:r>
                <a:rPr 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[option]</a:t>
              </a:r>
            </a:p>
            <a:p>
              <a:pPr lvl="0" algn="l">
                <a:lnSpc>
                  <a:spcPct val="125329"/>
                </a:lnSpc>
              </a:pP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대괄호가 사용되면 해당 인자는 선택적이라는 의미다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 </a:t>
              </a:r>
            </a:p>
            <a:p>
              <a:pPr lvl="0" algn="l">
                <a:lnSpc>
                  <a:spcPct val="125329"/>
                </a:lnSpc>
              </a:pP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단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, </a:t>
              </a:r>
              <a:r>
                <a:rPr lang="ko-KR" altLang="en-US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예외적으로 대괄호가 따옴표 안에 있다면 이는 대괄호 자체가 명령어 인자의 필수적인 부분으로 취급된다</a:t>
              </a:r>
              <a:r>
                <a:rPr lang="en-US" altLang="ko-KR" b="1" dirty="0">
                  <a:solidFill>
                    <a:srgbClr val="595959"/>
                  </a:solidFill>
                  <a:latin typeface="HY중고딕" panose="02030600000101010101" pitchFamily="18" charset="-127"/>
                  <a:ea typeface="HY중고딕" panose="02030600000101010101" pitchFamily="18" charset="-127"/>
                  <a:cs typeface="Pretendard Regular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73100" y="932920"/>
            <a:ext cx="760730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03. </a:t>
            </a:r>
            <a:r>
              <a:rPr lang="en-US" sz="34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@brief(\brief)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06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79450" y="234950"/>
            <a:ext cx="427990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03 @brief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62601" y="2097122"/>
            <a:ext cx="2934723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 </a:t>
            </a: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및 클래스 에서의 사용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E6D3EE6A-3D6C-3EA4-7126-9EACEF4DD9CB}"/>
              </a:ext>
            </a:extLst>
          </p:cNvPr>
          <p:cNvSpPr txBox="1"/>
          <p:nvPr/>
        </p:nvSpPr>
        <p:spPr>
          <a:xfrm>
            <a:off x="697734" y="2095500"/>
            <a:ext cx="2264141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 @brief </a:t>
            </a: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명령어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5F34F232-7186-BC2A-7DC1-40102621A5C5}"/>
              </a:ext>
            </a:extLst>
          </p:cNvPr>
          <p:cNvSpPr txBox="1"/>
          <p:nvPr/>
        </p:nvSpPr>
        <p:spPr>
          <a:xfrm>
            <a:off x="707588" y="2551289"/>
            <a:ext cx="4059621" cy="235937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1600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@brief { brief description }</a:t>
            </a:r>
          </a:p>
          <a:p>
            <a:pPr lvl="0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문서화 대상에 대한 간단한 설명을 작성할 때 사용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여러 줄에 걸쳐 작성할 수 있지만 가능한 한 짧고 간결하게 작성하는 것이 권장됨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@brief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의 설명은 빈 줄이나 다른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sectioning command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가 나타나면 종료됨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하나의 문서화 블록 안에 여러 개의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@brief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가 있다면 하나의 설명으로 </a:t>
            </a:r>
            <a:r>
              <a:rPr lang="ko-KR" altLang="en-US" sz="1600" b="1" dirty="0" err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합쳐짐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altLang="ko-KR" sz="12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r>
              <a:rPr lang="en-US" altLang="ko-KR" sz="12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@short</a:t>
            </a:r>
            <a:r>
              <a:rPr lang="ko-KR" altLang="en-US" sz="12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는</a:t>
            </a:r>
            <a:r>
              <a:rPr lang="en-US" altLang="ko-KR" sz="12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 @brief</a:t>
            </a:r>
            <a:r>
              <a:rPr lang="ko-KR" altLang="en-US" sz="12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와 동일한 기능을 수행하기도 한다</a:t>
            </a:r>
            <a:r>
              <a:rPr lang="en-US" altLang="ko-KR" sz="12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5914AF48-CDE8-450E-B02E-9E80830ED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73100" y="1821746"/>
            <a:ext cx="4286250" cy="26811"/>
          </a:xfrm>
          <a:prstGeom prst="rect">
            <a:avLst/>
          </a:prstGeom>
        </p:spPr>
      </p:pic>
      <p:pic>
        <p:nvPicPr>
          <p:cNvPr id="46" name="그림 45" descr="The provided text is a snippet of C++ code, specifically a simple class named `Calculator` with two public member functions, `add` and `multiply`, which respectively perform addition and multiplication of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108027DD-D581-B972-81E9-F70C51A21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3230" y="2472592"/>
            <a:ext cx="2777171" cy="2988096"/>
          </a:xfrm>
          <a:prstGeom prst="rect">
            <a:avLst/>
          </a:prstGeom>
        </p:spPr>
      </p:pic>
      <p:pic>
        <p:nvPicPr>
          <p:cNvPr id="48" name="그림 47" descr="Calculator&#10;&#10;AI 생성 콘텐츠는 정확하지 않을 수 있습니다.">
            <a:extLst>
              <a:ext uri="{FF2B5EF4-FFF2-40B4-BE49-F238E27FC236}">
                <a16:creationId xmlns:a16="http://schemas.microsoft.com/office/drawing/2014/main" id="{3CCC67E5-1626-C6C0-0DE7-CC7D55E267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441"/>
          <a:stretch>
            <a:fillRect/>
          </a:stretch>
        </p:blipFill>
        <p:spPr>
          <a:xfrm>
            <a:off x="8483592" y="2472593"/>
            <a:ext cx="2792899" cy="298809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B1EE0-B581-11D5-4E67-3F559FB6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223435A-54DA-E38B-6DFA-2D9FAFAC6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332A1673-78F7-EBDA-3DB8-63E339AB70BA}"/>
              </a:ext>
            </a:extLst>
          </p:cNvPr>
          <p:cNvSpPr txBox="1"/>
          <p:nvPr/>
        </p:nvSpPr>
        <p:spPr>
          <a:xfrm>
            <a:off x="673100" y="932920"/>
            <a:ext cx="760730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04. </a:t>
            </a:r>
            <a:r>
              <a:rPr lang="en-US" sz="34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@details(\details)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EFB2BCF-40C7-83B0-6FB8-7D62DFD4EF64}"/>
              </a:ext>
            </a:extLst>
          </p:cNvPr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FF4FD0-71F4-1945-C0DD-803518A5EBF7}"/>
              </a:ext>
            </a:extLst>
          </p:cNvPr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07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913C2558-9502-762F-3B8B-C3602D526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BDA2E673-3797-84D4-D09C-190B86E7D995}"/>
              </a:ext>
            </a:extLst>
          </p:cNvPr>
          <p:cNvSpPr txBox="1"/>
          <p:nvPr/>
        </p:nvSpPr>
        <p:spPr>
          <a:xfrm>
            <a:off x="679450" y="234950"/>
            <a:ext cx="427990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04 @details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F739F43-C5F6-AD13-70B8-3AA050AC98BF}"/>
              </a:ext>
            </a:extLst>
          </p:cNvPr>
          <p:cNvSpPr txBox="1"/>
          <p:nvPr/>
        </p:nvSpPr>
        <p:spPr>
          <a:xfrm>
            <a:off x="5562601" y="2095500"/>
            <a:ext cx="2934723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 </a:t>
            </a: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및 클래스 에서의 사용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F6B8D7A6-CE75-C938-DB7C-4855B1E5E1DE}"/>
              </a:ext>
            </a:extLst>
          </p:cNvPr>
          <p:cNvSpPr txBox="1"/>
          <p:nvPr/>
        </p:nvSpPr>
        <p:spPr>
          <a:xfrm>
            <a:off x="697734" y="2095500"/>
            <a:ext cx="2264141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 @details </a:t>
            </a: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명령어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750DDACB-1F26-C8F2-6974-FF02B4D28618}"/>
              </a:ext>
            </a:extLst>
          </p:cNvPr>
          <p:cNvSpPr txBox="1"/>
          <p:nvPr/>
        </p:nvSpPr>
        <p:spPr>
          <a:xfrm>
            <a:off x="707588" y="2551289"/>
            <a:ext cx="4059621" cy="235937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1600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@details { detailed description }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문서화 대상에 대한 상세한 설명을 작성할 때 사용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@brief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보다 자세한 설명을 작성할 때 사용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여러 문단에 걸쳐 긴 설명을 작성할 수 있음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문서화 대상의 동작 원리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사용 방법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주의사항 등을 자유롭게 기술할 수 있음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하나의 문서화 블록 안에 여러 개의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@details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가 존재하면 하나의 상세 설명으로 이어져 처리됨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  <a:endParaRPr lang="en-US" altLang="ko-KR" sz="1200" b="1" dirty="0">
              <a:solidFill>
                <a:srgbClr val="B9B9B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altLang="ko-KR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altLang="ko-KR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902706FE-A2AD-9513-577C-A314422F3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85800" y="1819756"/>
            <a:ext cx="4604230" cy="28800"/>
          </a:xfrm>
          <a:prstGeom prst="rect">
            <a:avLst/>
          </a:prstGeom>
        </p:spPr>
      </p:pic>
      <p:pic>
        <p:nvPicPr>
          <p:cNvPr id="46" name="그림 45" descr="The provided text is a snippet of C++ code, specifically a simple class named `Calculator` with two public member functions, `add` and `multiply`, which respectively perform addition and multiplication of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1A42ADC2-C560-7088-A10E-8DEB76F56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3230" y="2460205"/>
            <a:ext cx="2777171" cy="2988096"/>
          </a:xfrm>
          <a:prstGeom prst="rect">
            <a:avLst/>
          </a:prstGeom>
        </p:spPr>
      </p:pic>
      <p:pic>
        <p:nvPicPr>
          <p:cNvPr id="12" name="그림 11" descr="This image is a code snippet in C++, containing a function for adding two integers and a class for simple arithmetic operations.&#10;&#10;AI 생성 콘텐츠는 정확하지 않을 수 있습니다.">
            <a:extLst>
              <a:ext uri="{FF2B5EF4-FFF2-40B4-BE49-F238E27FC236}">
                <a16:creationId xmlns:a16="http://schemas.microsoft.com/office/drawing/2014/main" id="{74874E53-6236-9A50-62A0-804AC66C3B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3592" y="2460204"/>
            <a:ext cx="2792899" cy="29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865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3F9DC-FFD7-20C2-0C05-7C51868CF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68D5B43-68A2-C895-9C74-1438C2071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7ECDC611-9317-1849-5DE8-84060F5833F0}"/>
              </a:ext>
            </a:extLst>
          </p:cNvPr>
          <p:cNvSpPr txBox="1"/>
          <p:nvPr/>
        </p:nvSpPr>
        <p:spPr>
          <a:xfrm>
            <a:off x="673100" y="932920"/>
            <a:ext cx="760730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05. </a:t>
            </a:r>
            <a:r>
              <a:rPr lang="en-US" sz="34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@author(\author)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202D098-0043-3B5B-6C42-561A63636B71}"/>
              </a:ext>
            </a:extLst>
          </p:cNvPr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6AB49C-D191-5C86-64B2-EA7F9C5253C9}"/>
              </a:ext>
            </a:extLst>
          </p:cNvPr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08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BB7EC082-7A2F-5264-7720-386337292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B3609CA2-F458-2E4E-505A-F25D55208A7E}"/>
              </a:ext>
            </a:extLst>
          </p:cNvPr>
          <p:cNvSpPr txBox="1"/>
          <p:nvPr/>
        </p:nvSpPr>
        <p:spPr>
          <a:xfrm>
            <a:off x="679450" y="234950"/>
            <a:ext cx="427990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05 @author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2068C0-7D38-9B4B-E370-AA3D16C272B0}"/>
              </a:ext>
            </a:extLst>
          </p:cNvPr>
          <p:cNvSpPr txBox="1"/>
          <p:nvPr/>
        </p:nvSpPr>
        <p:spPr>
          <a:xfrm>
            <a:off x="5562601" y="2089234"/>
            <a:ext cx="2934723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 </a:t>
            </a: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및 클래스 에서의 사용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B3B1E9A5-D819-5962-9008-624CC70FE3A8}"/>
              </a:ext>
            </a:extLst>
          </p:cNvPr>
          <p:cNvSpPr txBox="1"/>
          <p:nvPr/>
        </p:nvSpPr>
        <p:spPr>
          <a:xfrm>
            <a:off x="697734" y="2095500"/>
            <a:ext cx="2264141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 @author </a:t>
            </a: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명령어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FD8A50F6-5206-FA95-6822-A84D809D490D}"/>
              </a:ext>
            </a:extLst>
          </p:cNvPr>
          <p:cNvSpPr txBox="1"/>
          <p:nvPr/>
        </p:nvSpPr>
        <p:spPr>
          <a:xfrm>
            <a:off x="707588" y="2551290"/>
            <a:ext cx="4251763" cy="298809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1600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@author { list of authors }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문서화 대상의 작성자 정보를 기록하는 명령어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특별한 내부 구조가 없으며 문단 내부에는 모든 시각적 강조 명령어 사용이 가능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연속 사용된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@author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명령은 하나의 문단으로 </a:t>
            </a:r>
            <a:r>
              <a:rPr lang="ko-KR" altLang="en-US" sz="1600" b="1" dirty="0" err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합쳐짐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.(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각 작성자에 대한 설명은 새로운 줄에서 시작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.)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하나의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@author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안에서 여러 명의 작성자를 언급하는 것도 가능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@author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명령어는 빈 줄을 만났을 때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다른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sectioning command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를 만났을 때 종료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1200" b="1" dirty="0">
                <a:solidFill>
                  <a:srgbClr val="B9B9B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(\author = \authors)</a:t>
            </a:r>
            <a:endParaRPr lang="en-US" altLang="ko-KR" sz="1600" b="1" dirty="0">
              <a:solidFill>
                <a:srgbClr val="B9B9B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  <a:p>
            <a:pPr lvl="0" algn="l">
              <a:lnSpc>
                <a:spcPct val="125329"/>
              </a:lnSpc>
            </a:pPr>
            <a:endParaRPr lang="en-US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58808A32-E022-049F-1A71-83BFEE17B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53571" y="1819756"/>
            <a:ext cx="4604230" cy="28800"/>
          </a:xfrm>
          <a:prstGeom prst="rect">
            <a:avLst/>
          </a:prstGeom>
        </p:spPr>
      </p:pic>
      <p:pic>
        <p:nvPicPr>
          <p:cNvPr id="46" name="그림 45" descr="The provided text is a snippet of C++ code, specifically a simple class named `Calculator` with two public member functions, `add` and `multiply`, which respectively perform addition and multiplication of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2DDED503-5276-3025-5E97-02E984C33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390" y="2464704"/>
            <a:ext cx="2777171" cy="2988096"/>
          </a:xfrm>
          <a:prstGeom prst="rect">
            <a:avLst/>
          </a:prstGeom>
        </p:spPr>
      </p:pic>
      <p:pic>
        <p:nvPicPr>
          <p:cNvPr id="11" name="그림 10" descr="The image shows a snippet of C++ code with a class named `Calculator` containing two methods: `add` for addition and `multiply` for multiplication.&#10;&#10;AI 생성 콘텐츠는 정확하지 않을 수 있습니다.">
            <a:extLst>
              <a:ext uri="{FF2B5EF4-FFF2-40B4-BE49-F238E27FC236}">
                <a16:creationId xmlns:a16="http://schemas.microsoft.com/office/drawing/2014/main" id="{3995E508-0CC7-E729-3B15-1218ABC0C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323" y="2464704"/>
            <a:ext cx="2780278" cy="29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017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9BB7-7A31-32BA-97D5-FDAE36B7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E7E8121-B5A6-0BF5-6CC2-E29C93A61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9121DAD-F670-2E95-F1D5-CA259CC23BEE}"/>
              </a:ext>
            </a:extLst>
          </p:cNvPr>
          <p:cNvSpPr txBox="1"/>
          <p:nvPr/>
        </p:nvSpPr>
        <p:spPr>
          <a:xfrm>
            <a:off x="673100" y="932920"/>
            <a:ext cx="760730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>
              <a:lnSpc>
                <a:spcPct val="102089"/>
              </a:lnSpc>
            </a:pPr>
            <a:r>
              <a:rPr lang="en-US" altLang="ko-KR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06. </a:t>
            </a:r>
            <a:r>
              <a:rPr lang="en-US" sz="3467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@date(\date)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3A79DD0-0578-6608-12CC-68B877821F0D}"/>
              </a:ext>
            </a:extLst>
          </p:cNvPr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680E66E-90C4-1713-6A03-4BCA37C2D76D}"/>
              </a:ext>
            </a:extLst>
          </p:cNvPr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09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7F6A7EBF-E1DF-A2FA-F820-0D4DAAD14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B33EDAC2-E355-7A7A-1F76-C4ED204E33EB}"/>
              </a:ext>
            </a:extLst>
          </p:cNvPr>
          <p:cNvSpPr txBox="1"/>
          <p:nvPr/>
        </p:nvSpPr>
        <p:spPr>
          <a:xfrm>
            <a:off x="679450" y="234950"/>
            <a:ext cx="427990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06 @date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60094F8-D066-A69C-4DE1-0084E1A05AD2}"/>
              </a:ext>
            </a:extLst>
          </p:cNvPr>
          <p:cNvSpPr txBox="1"/>
          <p:nvPr/>
        </p:nvSpPr>
        <p:spPr>
          <a:xfrm>
            <a:off x="5561579" y="2097506"/>
            <a:ext cx="2934723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 </a:t>
            </a: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및 클래스 에서의 사용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AA90F5A8-2DD5-AC17-9D42-A4E8588BF5E4}"/>
              </a:ext>
            </a:extLst>
          </p:cNvPr>
          <p:cNvSpPr txBox="1"/>
          <p:nvPr/>
        </p:nvSpPr>
        <p:spPr>
          <a:xfrm>
            <a:off x="697734" y="2095500"/>
            <a:ext cx="2264141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 @date </a:t>
            </a: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명령어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36223234-B12A-CDC4-8391-82AC2FDE1166}"/>
              </a:ext>
            </a:extLst>
          </p:cNvPr>
          <p:cNvSpPr txBox="1"/>
          <p:nvPr/>
        </p:nvSpPr>
        <p:spPr>
          <a:xfrm>
            <a:off x="707588" y="2551290"/>
            <a:ext cx="4251763" cy="310587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altLang="ko-KR" sz="1600" b="1" dirty="0">
                <a:solidFill>
                  <a:srgbClr val="3452F0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@date { date description }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작성 날짜를 기록하는 명령어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특별한 내부구조가 없으며 문단 내부에서 모든 시각적 강조 명령어 사용이 가능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연속 사용된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@date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명령은 하나의 문단으로 </a:t>
            </a:r>
            <a:r>
              <a:rPr lang="ko-KR" altLang="en-US" sz="1600" b="1" dirty="0" err="1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합쳐짐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.(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각 날짜에 대한 설명은 새로운 줄에서 시작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.)</a:t>
            </a:r>
          </a:p>
          <a:p>
            <a:pPr lvl="0" algn="l">
              <a:lnSpc>
                <a:spcPct val="12532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하나의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@date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 안에서 여러 개의 날짜 언급도 가능함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@date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명령은 빈 줄을 만났을 때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다른 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sectioning command</a:t>
            </a:r>
            <a:r>
              <a:rPr lang="ko-KR" alt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를 만났을 때 종료</a:t>
            </a:r>
            <a:r>
              <a:rPr lang="en-US" altLang="ko-KR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.</a:t>
            </a:r>
          </a:p>
          <a:p>
            <a:pPr lvl="0" algn="l">
              <a:lnSpc>
                <a:spcPct val="125329"/>
              </a:lnSpc>
            </a:pPr>
            <a:endParaRPr lang="en-US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F7F7DE06-CFBF-B382-2360-2ED4B5C7F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73100" y="1821745"/>
            <a:ext cx="4622800" cy="28916"/>
          </a:xfrm>
          <a:prstGeom prst="rect">
            <a:avLst/>
          </a:prstGeom>
        </p:spPr>
      </p:pic>
      <p:pic>
        <p:nvPicPr>
          <p:cNvPr id="46" name="그림 45" descr="The provided text is a snippet of C++ code, specifically a simple class named `Calculator` with two public member functions, `add` and `multiply`, which respectively perform addition and multiplication of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15AB7806-52B2-1EC8-D279-0205D380B4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1" y="2472976"/>
            <a:ext cx="2777171" cy="2988096"/>
          </a:xfrm>
          <a:prstGeom prst="rect">
            <a:avLst/>
          </a:prstGeom>
        </p:spPr>
      </p:pic>
      <p:pic>
        <p:nvPicPr>
          <p:cNvPr id="11" name="그림 10" descr="The image displays a snippet of a C++ source file, `doxygen_test.cpp`, which includes a simple `Calculator` class with two member functions: `add` for summing two integers, and `multiply` for multiplying two integers.&#10;&#10;AI 생성 콘텐츠는 정확하지 않을 수 있습니다.">
            <a:extLst>
              <a:ext uri="{FF2B5EF4-FFF2-40B4-BE49-F238E27FC236}">
                <a16:creationId xmlns:a16="http://schemas.microsoft.com/office/drawing/2014/main" id="{23C22892-6661-FFCF-88CA-1D3AE1F28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2" y="2472976"/>
            <a:ext cx="2781299" cy="29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525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1BC4E-8FE6-9244-4244-B615AAAA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50750FE-BEF0-ACBC-FFE6-9B001B81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246B143F-3B7D-286D-817A-0A1D1463AE1F}"/>
              </a:ext>
            </a:extLst>
          </p:cNvPr>
          <p:cNvSpPr txBox="1"/>
          <p:nvPr/>
        </p:nvSpPr>
        <p:spPr>
          <a:xfrm>
            <a:off x="673100" y="932920"/>
            <a:ext cx="760730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>
              <a:lnSpc>
                <a:spcPct val="102089"/>
              </a:lnSpc>
            </a:pPr>
            <a:r>
              <a:rPr lang="ko-KR" altLang="en-US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문서화 결과 확인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4D2811F-9647-9377-D844-72044CD8B753}"/>
              </a:ext>
            </a:extLst>
          </p:cNvPr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A5DBB60-AA19-E46B-133B-C318F81825D1}"/>
              </a:ext>
            </a:extLst>
          </p:cNvPr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10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F098B287-5D76-B552-80D5-3877395D3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sp>
        <p:nvSpPr>
          <p:cNvPr id="39" name="TextBox 6">
            <a:extLst>
              <a:ext uri="{FF2B5EF4-FFF2-40B4-BE49-F238E27FC236}">
                <a16:creationId xmlns:a16="http://schemas.microsoft.com/office/drawing/2014/main" id="{A843FB1A-F89F-2F3C-98E0-72C257838986}"/>
              </a:ext>
            </a:extLst>
          </p:cNvPr>
          <p:cNvSpPr txBox="1"/>
          <p:nvPr/>
        </p:nvSpPr>
        <p:spPr>
          <a:xfrm>
            <a:off x="697734" y="2095500"/>
            <a:ext cx="2264141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함수 주석 문서화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303358FF-8BD4-BA8D-9C0A-80C0D8C0B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73100" y="1821745"/>
            <a:ext cx="4622800" cy="28916"/>
          </a:xfrm>
          <a:prstGeom prst="rect">
            <a:avLst/>
          </a:prstGeom>
        </p:spPr>
      </p:pic>
      <p:pic>
        <p:nvPicPr>
          <p:cNvPr id="5" name="그림 4" descr="The image shows a simplified interface for a Doxygen-generated documentation page, displaying a list of classes and file members, including a link to a function named `add()` in `doxygen_test.cpp`.&#10;&#10;AI 생성 콘텐츠는 정확하지 않을 수 있습니다.">
            <a:extLst>
              <a:ext uri="{FF2B5EF4-FFF2-40B4-BE49-F238E27FC236}">
                <a16:creationId xmlns:a16="http://schemas.microsoft.com/office/drawing/2014/main" id="{AF1899CA-6B69-70FB-D847-8EB77735C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34" y="2612943"/>
            <a:ext cx="5290317" cy="2073904"/>
          </a:xfrm>
          <a:prstGeom prst="rect">
            <a:avLst/>
          </a:prstGeom>
        </p:spPr>
      </p:pic>
      <p:pic>
        <p:nvPicPr>
          <p:cNvPr id="7" name="그림 6" descr="add&#10;&#10;AI 생성 콘텐츠는 정확하지 않을 수 있습니다.">
            <a:extLst>
              <a:ext uri="{FF2B5EF4-FFF2-40B4-BE49-F238E27FC236}">
                <a16:creationId xmlns:a16="http://schemas.microsoft.com/office/drawing/2014/main" id="{6236F746-8449-C008-2F14-69026B62D5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326" y="1106854"/>
            <a:ext cx="4622800" cy="486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456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3C66-08C2-BEB3-A991-382F4E3C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B4C19FD-7390-7156-6F88-DEFA28A5C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BA979A85-95BB-DDC5-E548-DC16264F875A}"/>
              </a:ext>
            </a:extLst>
          </p:cNvPr>
          <p:cNvSpPr txBox="1"/>
          <p:nvPr/>
        </p:nvSpPr>
        <p:spPr>
          <a:xfrm>
            <a:off x="673100" y="932920"/>
            <a:ext cx="760730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>
              <a:lnSpc>
                <a:spcPct val="102089"/>
              </a:lnSpc>
            </a:pPr>
            <a:r>
              <a:rPr lang="ko-KR" altLang="en-US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문서화 결과 확인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223670D-D7B2-670B-A358-19C63AA11877}"/>
              </a:ext>
            </a:extLst>
          </p:cNvPr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260C22-9027-780E-6D39-888D36C5C80F}"/>
              </a:ext>
            </a:extLst>
          </p:cNvPr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11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847AADF6-59BB-00EA-EABF-3C26C89CA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sp>
        <p:nvSpPr>
          <p:cNvPr id="39" name="TextBox 6">
            <a:extLst>
              <a:ext uri="{FF2B5EF4-FFF2-40B4-BE49-F238E27FC236}">
                <a16:creationId xmlns:a16="http://schemas.microsoft.com/office/drawing/2014/main" id="{33B644FD-3209-F4D6-4EDB-816F42DDD061}"/>
              </a:ext>
            </a:extLst>
          </p:cNvPr>
          <p:cNvSpPr txBox="1"/>
          <p:nvPr/>
        </p:nvSpPr>
        <p:spPr>
          <a:xfrm>
            <a:off x="697734" y="2095500"/>
            <a:ext cx="2264141" cy="341842"/>
          </a:xfrm>
          <a:prstGeom prst="rect">
            <a:avLst/>
          </a:prstGeom>
        </p:spPr>
        <p:txBody>
          <a:bodyPr lIns="0" tIns="220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733" b="1" cap="all" dirty="0">
                <a:solidFill>
                  <a:srgbClr val="FFFFFF"/>
                </a:solidFill>
                <a:highlight>
                  <a:srgbClr val="3452F0"/>
                </a:highlight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클래스 주석 문서화</a:t>
            </a:r>
            <a:endParaRPr lang="en-US" sz="1733" b="1" cap="all" dirty="0">
              <a:solidFill>
                <a:srgbClr val="FFFFFF"/>
              </a:solidFill>
              <a:highlight>
                <a:srgbClr val="3452F0"/>
              </a:highlight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5283A7B1-7BD0-9053-768F-34A0B35AF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73100" y="1821745"/>
            <a:ext cx="4622800" cy="28916"/>
          </a:xfrm>
          <a:prstGeom prst="rect">
            <a:avLst/>
          </a:prstGeom>
        </p:spPr>
      </p:pic>
      <p:pic>
        <p:nvPicPr>
          <p:cNvPr id="5" name="그림 4" descr="The image is a user interface displaying a webpage for a software documentation system, featuring a navigation bar and a list of classes such as 'Calculator' with a brief description in Korean.&#10;&#10;AI 생성 콘텐츠는 정확하지 않을 수 있습니다.">
            <a:extLst>
              <a:ext uri="{FF2B5EF4-FFF2-40B4-BE49-F238E27FC236}">
                <a16:creationId xmlns:a16="http://schemas.microsoft.com/office/drawing/2014/main" id="{5D274704-D0C1-C0CE-644D-A734A4347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091" y="2682181"/>
            <a:ext cx="5410409" cy="1650133"/>
          </a:xfrm>
          <a:prstGeom prst="rect">
            <a:avLst/>
          </a:prstGeom>
        </p:spPr>
      </p:pic>
      <p:pic>
        <p:nvPicPr>
          <p:cNvPr id="16" name="그림 15" descr="The image displays a webpage layout with a navigation bar including sections for 'Main Page', 'Class Index', and a searchable 'Calculator' feature.&#10;&#10;AI 생성 콘텐츠는 정확하지 않을 수 있습니다.">
            <a:extLst>
              <a:ext uri="{FF2B5EF4-FFF2-40B4-BE49-F238E27FC236}">
                <a16:creationId xmlns:a16="http://schemas.microsoft.com/office/drawing/2014/main" id="{9BD5B0E2-A4C1-D3C6-1230-0702E528D6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66" y="4452963"/>
            <a:ext cx="3445084" cy="1243300"/>
          </a:xfrm>
          <a:prstGeom prst="rect">
            <a:avLst/>
          </a:prstGeom>
        </p:spPr>
      </p:pic>
      <p:pic>
        <p:nvPicPr>
          <p:cNvPr id="18" name="그림 17" descr="The image shows a webpage interface with a navigation bar and a list of documented class members, including a multiplication function in a calculator class.&#10;&#10;AI 생성 콘텐츠는 정확하지 않을 수 있습니다.">
            <a:extLst>
              <a:ext uri="{FF2B5EF4-FFF2-40B4-BE49-F238E27FC236}">
                <a16:creationId xmlns:a16="http://schemas.microsoft.com/office/drawing/2014/main" id="{F82F2198-F8BB-3551-8F33-702752162D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294" y="4452963"/>
            <a:ext cx="3445084" cy="1243300"/>
          </a:xfrm>
          <a:prstGeom prst="rect">
            <a:avLst/>
          </a:prstGeom>
        </p:spPr>
      </p:pic>
      <p:pic>
        <p:nvPicPr>
          <p:cNvPr id="20" name="그림 19" descr="multiply&#10;&#10;AI 생성 콘텐츠는 정확하지 않을 수 있습니다.">
            <a:extLst>
              <a:ext uri="{FF2B5EF4-FFF2-40B4-BE49-F238E27FC236}">
                <a16:creationId xmlns:a16="http://schemas.microsoft.com/office/drawing/2014/main" id="{BA3EC27B-E3DD-CE02-DC7D-5E6CB221C0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6103" y="1337408"/>
            <a:ext cx="4387855" cy="424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661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54750"/>
            <a:ext cx="10845800" cy="317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73100" y="1079500"/>
            <a:ext cx="7486650" cy="635000"/>
          </a:xfrm>
          <a:prstGeom prst="rect">
            <a:avLst/>
          </a:prstGeom>
        </p:spPr>
        <p:txBody>
          <a:bodyPr lIns="0" tIns="37422" rIns="0" bIns="0" rtlCol="0" anchor="t"/>
          <a:lstStyle/>
          <a:p>
            <a:pPr lvl="0" algn="l">
              <a:lnSpc>
                <a:spcPct val="102089"/>
              </a:lnSpc>
            </a:pPr>
            <a:r>
              <a:rPr lang="ko-KR" altLang="en-US" sz="3467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ExtraBold"/>
              </a:rPr>
              <a:t>참조 문헌</a:t>
            </a:r>
            <a:endParaRPr lang="en-US" sz="3467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Extra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7945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333" b="1" cap="all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레퍼런스</a:t>
            </a:r>
            <a:endParaRPr lang="en-US" sz="1333" b="1" cap="all" dirty="0">
              <a:solidFill>
                <a:srgbClr val="787878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007600" y="6407150"/>
            <a:ext cx="1504950" cy="2540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333" b="1" dirty="0">
                <a:solidFill>
                  <a:srgbClr val="787878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</a:rPr>
              <a:t>Page 12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" y="628650"/>
            <a:ext cx="10845800" cy="3175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673100" y="2012950"/>
            <a:ext cx="10642600" cy="609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25329"/>
              </a:lnSpc>
            </a:pPr>
            <a:r>
              <a:rPr 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  <a:hlinkClick r:id="" action="ppaction://noaction"/>
              </a:rPr>
              <a:t>https://google.github.io/styleguide/cppguide.html#Class_Comments</a:t>
            </a:r>
          </a:p>
          <a:p>
            <a:pPr lvl="0">
              <a:lnSpc>
                <a:spcPct val="125329"/>
              </a:lnSpc>
            </a:pPr>
            <a:r>
              <a:rPr 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  <a:hlinkClick r:id="" action="ppaction://noaction"/>
              </a:rPr>
              <a:t>https://google.github.io/styleguide/cppguide.html#Function_Comments</a:t>
            </a:r>
          </a:p>
          <a:p>
            <a:pPr lvl="0">
              <a:lnSpc>
                <a:spcPct val="125329"/>
              </a:lnSpc>
            </a:pPr>
            <a:r>
              <a:rPr lang="en-US" sz="1600" b="1" dirty="0">
                <a:solidFill>
                  <a:srgbClr val="595959"/>
                </a:solidFill>
                <a:latin typeface="HY중고딕" panose="02030600000101010101" pitchFamily="18" charset="-127"/>
                <a:ea typeface="HY중고딕" panose="02030600000101010101" pitchFamily="18" charset="-127"/>
                <a:cs typeface="Pretendard Regular"/>
                <a:hlinkClick r:id="" action="ppaction://noaction"/>
              </a:rPr>
              <a:t>https://www.doxygen.nl/manual/commands.html</a:t>
            </a:r>
            <a:endParaRPr lang="en-US" sz="1600" b="1" dirty="0">
              <a:solidFill>
                <a:srgbClr val="595959"/>
              </a:solidFill>
              <a:latin typeface="HY중고딕" panose="02030600000101010101" pitchFamily="18" charset="-127"/>
              <a:ea typeface="HY중고딕" panose="02030600000101010101" pitchFamily="18" charset="-127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7531467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6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필수 명령어 ② </a:t>
            </a:r>
            <a:br>
              <a:rPr lang="en-US" altLang="ko-KR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</a:b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(</a:t>
            </a:r>
            <a:r>
              <a:rPr lang="ko-KR" altLang="en-US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입출력 관련</a:t>
            </a: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)</a:t>
            </a:r>
            <a:endParaRPr lang="ko-KR" altLang="en-US" sz="5300" b="1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  <a:cs typeface="Microsoft Himalaya" panose="01010100010101010101" pitchFamily="2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7488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현창</a:t>
            </a:r>
          </a:p>
        </p:txBody>
      </p:sp>
    </p:spTree>
    <p:extLst>
      <p:ext uri="{BB962C8B-B14F-4D97-AF65-F5344CB8AC3E}">
        <p14:creationId xmlns:p14="http://schemas.microsoft.com/office/powerpoint/2010/main" val="7485036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필수 </a:t>
            </a:r>
            <a:r>
              <a:rPr lang="en-US" sz="42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명령어</a:t>
            </a:r>
            <a:r>
              <a:rPr lang="en-US" sz="42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 </a:t>
            </a:r>
            <a:endParaRPr lang="en-US" sz="42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입출력 관련 </a:t>
            </a:r>
            <a:r>
              <a:rPr lang="en-US" sz="1900" dirty="0" err="1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명령어</a:t>
            </a:r>
            <a:r>
              <a:rPr lang="en-US" sz="1900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  @param, @return</a:t>
            </a:r>
            <a:endParaRPr lang="en-US" sz="19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8229600" cy="0"/>
          </a:xfrm>
          <a:prstGeom prst="line">
            <a:avLst/>
          </a:prstGeom>
          <a:noFill/>
          <a:ln w="1270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함수에 무엇을 넣고, 무엇을 </a:t>
            </a:r>
            <a:r>
              <a:rPr lang="en-US" sz="1350" dirty="0" err="1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돌려받는지</a:t>
            </a:r>
            <a:r>
              <a:rPr lang="en-US" sz="13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실무</a:t>
            </a:r>
            <a:r>
              <a:rPr lang="en-US" sz="13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 문서에서 가장 먼저 눈이 가는 두 </a:t>
            </a:r>
            <a:r>
              <a:rPr lang="en-US" sz="1350" dirty="0" err="1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줄이다</a:t>
            </a:r>
            <a:r>
              <a:rPr lang="en-US" sz="13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35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265105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451281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입력과 출력, 이 두 가지만 알아도 함수를 호출할 수 있</a:t>
            </a:r>
            <a:r>
              <a:rPr lang="ko-KR" altLang="en-US" sz="13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습니다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22876" y="3265716"/>
            <a:ext cx="274320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22876" y="3265716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function()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40280" y="3791496"/>
            <a:ext cx="2482596" cy="0"/>
          </a:xfrm>
          <a:prstGeom prst="line">
            <a:avLst/>
          </a:prstGeom>
          <a:noFill/>
          <a:ln w="19050">
            <a:solidFill>
              <a:srgbClr val="1F5C5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40280" y="2854236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@param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40280" y="4390428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들어가는 값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66076" y="3791496"/>
            <a:ext cx="2482596" cy="0"/>
          </a:xfrm>
          <a:prstGeom prst="line">
            <a:avLst/>
          </a:prstGeom>
          <a:noFill/>
          <a:ln w="19050">
            <a:solidFill>
              <a:srgbClr val="8A5A2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66076" y="2854236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A2B"/>
                </a:solidFill>
                <a:latin typeface="+mj-ea"/>
                <a:ea typeface="+mj-ea"/>
                <a:cs typeface="Courier New" pitchFamily="34" charset="-120"/>
              </a:rPr>
              <a:t>@return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66076" y="4390428"/>
            <a:ext cx="2482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나오는 값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" y="5048796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647C107A-2FE6-0986-CFC4-F7182B3DA235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4EF30E6C-65B1-F6BC-FB42-5C020A2EF80B}"/>
              </a:ext>
            </a:extLst>
          </p:cNvPr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dirty="0">
                <a:solidFill>
                  <a:srgbClr val="222222"/>
                </a:solidFill>
                <a:latin typeface="+mn-ea"/>
                <a:cs typeface="Cambria" pitchFamily="34" charset="-120"/>
              </a:rPr>
              <a:t>함수는 자판기입니다</a:t>
            </a:r>
            <a:r>
              <a:rPr lang="en-US" altLang="ko-KR" sz="2800" dirty="0">
                <a:solidFill>
                  <a:srgbClr val="222222"/>
                </a:solidFill>
                <a:latin typeface="+mn-ea"/>
                <a:cs typeface="Cambria" pitchFamily="34" charset="-120"/>
              </a:rPr>
              <a:t>.</a:t>
            </a:r>
            <a:endParaRPr lang="en-US" altLang="ko-KR" sz="2800" dirty="0">
              <a:latin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990C10-2676-1CEF-C288-8E3788DE3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08" y="1320965"/>
            <a:ext cx="5144262" cy="485045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C644542-E580-C123-0D9E-4B8B24407CA8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D6376-E437-A45D-5043-A9FBCE9F28E6}"/>
              </a:ext>
            </a:extLst>
          </p:cNvPr>
          <p:cNvSpPr txBox="1"/>
          <p:nvPr/>
        </p:nvSpPr>
        <p:spPr>
          <a:xfrm>
            <a:off x="530273" y="687417"/>
            <a:ext cx="486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+mj-ea"/>
                <a:ea typeface="+mj-ea"/>
              </a:rPr>
              <a:t>독시젠</a:t>
            </a:r>
            <a:r>
              <a:rPr lang="ko-KR" altLang="en-US" b="1" dirty="0">
                <a:latin typeface="+mj-ea"/>
                <a:ea typeface="+mj-ea"/>
              </a:rPr>
              <a:t> 구현 </a:t>
            </a:r>
            <a:r>
              <a:rPr lang="en-US" altLang="ko-KR" b="1" dirty="0">
                <a:latin typeface="+mj-ea"/>
                <a:ea typeface="+mj-ea"/>
              </a:rPr>
              <a:t>@param,@return </a:t>
            </a:r>
            <a:r>
              <a:rPr lang="ko-KR" altLang="en-US" b="1" dirty="0">
                <a:latin typeface="+mj-ea"/>
                <a:ea typeface="+mj-ea"/>
              </a:rPr>
              <a:t>설정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3AFB7-C794-D2E1-B624-F8B19496A3B4}"/>
              </a:ext>
            </a:extLst>
          </p:cNvPr>
          <p:cNvSpPr txBox="1"/>
          <p:nvPr/>
        </p:nvSpPr>
        <p:spPr>
          <a:xfrm>
            <a:off x="6026332" y="160952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WARN_IF_UNDOCUMENTED</a:t>
            </a:r>
            <a:endParaRPr lang="en-US" altLang="ko-KR" b="1" dirty="0"/>
          </a:p>
          <a:p>
            <a:r>
              <a:rPr lang="ko-KR" altLang="ko-KR" dirty="0"/>
              <a:t>아예 설명이 하나도 없는 함수/변수가 있으면 경고</a:t>
            </a:r>
            <a:endParaRPr lang="en-US" altLang="ko-KR" dirty="0"/>
          </a:p>
          <a:p>
            <a:endParaRPr lang="en-US" altLang="ko-KR" b="1" dirty="0"/>
          </a:p>
          <a:p>
            <a:r>
              <a:rPr lang="ko-KR" altLang="ko-KR" b="1" dirty="0"/>
              <a:t>WARN_IF_DOC_ERROR</a:t>
            </a:r>
            <a:r>
              <a:rPr lang="en-US" altLang="ko-KR" b="1" dirty="0"/>
              <a:t> </a:t>
            </a:r>
          </a:p>
          <a:p>
            <a:r>
              <a:rPr lang="ko-KR" altLang="ko-KR" dirty="0"/>
              <a:t>@param에 존재하지 않는 매개변수를 적었거나, 문법을 잘못 썼을 때 경고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b="1" dirty="0"/>
              <a:t>WARN_IF_INCOMPLETE_DOC</a:t>
            </a:r>
            <a:endParaRPr lang="en-US" altLang="ko-KR" b="1" dirty="0"/>
          </a:p>
          <a:p>
            <a:pPr fontAlgn="ctr"/>
            <a:r>
              <a:rPr lang="ko-KR" altLang="ko-KR" dirty="0"/>
              <a:t>매개변수가 3개인데 2개만 @param 썼을 때처럼, 일부만 빠뜨렸을 때 경고</a:t>
            </a:r>
            <a:endParaRPr lang="en-US" altLang="ko-KR" dirty="0"/>
          </a:p>
          <a:p>
            <a:pPr fontAlgn="ctr"/>
            <a:endParaRPr lang="en-US" altLang="ko-KR" dirty="0"/>
          </a:p>
          <a:p>
            <a:pPr fontAlgn="ctr"/>
            <a:r>
              <a:rPr lang="ko-KR" altLang="ko-KR" b="1" dirty="0"/>
              <a:t>WARN_NO_PARAMDOC</a:t>
            </a:r>
          </a:p>
          <a:p>
            <a:pPr fontAlgn="ctr"/>
            <a:r>
              <a:rPr lang="ko-KR" altLang="ko-KR" dirty="0"/>
              <a:t>@param·@return을 아예 통째로 안 썼을 때 경고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7064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param — 문법과 규칙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함수의 각 매개변수를 설명하는 태그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@param  </a:t>
            </a:r>
            <a:r>
              <a:rPr lang="en-US" sz="1600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[방향]  이름  설명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예)  @param[in]  count  </a:t>
            </a:r>
            <a:r>
              <a:rPr lang="en-US" sz="1300" dirty="0" err="1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처리할</a:t>
            </a: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항목</a:t>
            </a: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개수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작성 규칙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매개변수 개수만큼 @param을 반복해서 작성한다.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6941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선언 순서와 동일한 순서로 작성한다.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이름은 실제 매개변수명과 정확히 일치해야 인식된다.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방향 지정자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[in]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입력 전용 — 함수 안에서 값을 읽기만 함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3694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[out]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72400" y="36941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출력 전용 — 함수 안에서 값이 채워져서 나감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0965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[in,out]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0" y="40965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입출력 겸용 — 들어간 값을 함수가 수정해서 내보냄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7240" y="4709160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267737AA-482A-EC01-AD8F-AC1833D5F196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777240" y="1669869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@param 예제 — 실제 결과 화면</a:t>
            </a:r>
            <a:endParaRPr lang="en-US" sz="2700" dirty="0">
              <a:latin typeface="+mj-ea"/>
              <a:ea typeface="+mj-ea"/>
            </a:endParaRPr>
          </a:p>
        </p:txBody>
      </p:sp>
      <p:pic>
        <p:nvPicPr>
          <p:cNvPr id="10" name="Image 0" descr="/home/claude/pptx_proj5/assets/trim_sum_array_s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298" y="1874520"/>
            <a:ext cx="4339244" cy="1828800"/>
          </a:xfrm>
          <a:prstGeom prst="rect">
            <a:avLst/>
          </a:prstGeom>
        </p:spPr>
      </p:pic>
      <p:pic>
        <p:nvPicPr>
          <p:cNvPr id="12" name="Image 1" descr="/home/claude/pptx_proj5/assets/trim_sum_ar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298" y="4306824"/>
            <a:ext cx="3646714" cy="19202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085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arr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452360" y="2341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[in] — 읽기만 하는 배열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452360" y="2744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size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7452360" y="3000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[in] — 배열 길이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452360" y="3402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5C56"/>
                </a:solidFill>
                <a:latin typeface="+mj-ea"/>
                <a:ea typeface="+mj-ea"/>
                <a:cs typeface="Courier New" pitchFamily="34" charset="-120"/>
              </a:rPr>
              <a:t>isValid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452360" y="3658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[out] — 함수가 채워서 돌려줌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452360" y="4106528"/>
            <a:ext cx="393192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F3EEC8F4-F85D-4B73-EE04-A204D741C664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4C1F3FE-004A-BA4F-64CA-266966091ED4}"/>
              </a:ext>
            </a:extLst>
          </p:cNvPr>
          <p:cNvSpPr/>
          <p:nvPr/>
        </p:nvSpPr>
        <p:spPr>
          <a:xfrm>
            <a:off x="0" y="37216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Doxygen이 생성한 문서 화면</a:t>
            </a:r>
            <a:endParaRPr lang="en-US" sz="950" dirty="0">
              <a:latin typeface="+mj-ea"/>
              <a:ea typeface="+mj-ea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A75A13B1-E0C9-094F-E54A-8C7976BCA792}"/>
              </a:ext>
            </a:extLst>
          </p:cNvPr>
          <p:cNvCxnSpPr/>
          <p:nvPr/>
        </p:nvCxnSpPr>
        <p:spPr>
          <a:xfrm>
            <a:off x="3074126" y="402336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@return — 문법과 규칙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3533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함수가 돌려주는 반환값을 설명하는 태그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A2B"/>
                </a:solidFill>
                <a:latin typeface="+mj-ea"/>
                <a:ea typeface="+mj-ea"/>
                <a:cs typeface="Courier New" pitchFamily="34" charset="-120"/>
              </a:rPr>
              <a:t>@return  </a:t>
            </a:r>
            <a:r>
              <a:rPr lang="en-US" sz="1600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설명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8"/>
                </a:solidFill>
                <a:latin typeface="+mj-ea"/>
                <a:ea typeface="+mj-ea"/>
                <a:cs typeface="Courier New" pitchFamily="34" charset="-120"/>
              </a:rPr>
              <a:t>예)  @return  성공 시 0, 실패 시 음수 에러 코드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2743200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작성 규칙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2B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함수당 딱 한 번만 작성한다 (반환값은 하나이므로).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6941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2B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반환 타입이 void 이면 @return을 생략한다.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A5A2B"/>
                </a:solidFill>
                <a:latin typeface="+mj-ea"/>
                <a:ea typeface="+mj-ea"/>
                <a:cs typeface="Calibri" pitchFamily="34" charset="-120"/>
              </a:rPr>
              <a:t>· </a:t>
            </a:r>
            <a:r>
              <a:rPr lang="en-US" sz="12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정상값뿐 아니라 실패·예외 케이스도 함께 명시한다.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좋은 예 vs 아쉬운 예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33101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5C56"/>
                </a:solidFill>
                <a:latin typeface="+mj-ea"/>
                <a:ea typeface="+mj-ea"/>
                <a:cs typeface="Calibri" pitchFamily="34" charset="-120"/>
              </a:rPr>
              <a:t>좋은 예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@return  성공하면 true, 배열이 비어 있으면 false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3858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어떤 조건에서 어떤 값인지 구체적으로 설명한다.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4251960"/>
            <a:ext cx="5120640" cy="0"/>
          </a:xfrm>
          <a:prstGeom prst="line">
            <a:avLst/>
          </a:prstGeom>
          <a:noFill/>
          <a:ln w="6350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43708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아쉬운 예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46268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ourier New" pitchFamily="34" charset="-120"/>
              </a:rPr>
              <a:t>@return  결과값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49194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무엇을 의미하는 결과인지 알 수 없다.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7240" y="5394960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240" y="553212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다음 장에서 성공·실패 케이스가 있는 함수로, @return이 실제 화면에 어떻게 나오는지 확인한다.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B4ED2D01-7929-9F6A-1ED3-9A405E6D727B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7724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@return </a:t>
            </a:r>
            <a:r>
              <a:rPr lang="en-US" sz="27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예제</a:t>
            </a: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 —</a:t>
            </a:r>
            <a:r>
              <a:rPr lang="en-US" sz="2700" b="1" dirty="0" err="1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실제</a:t>
            </a:r>
            <a:r>
              <a:rPr lang="en-US" sz="2700" b="1" dirty="0">
                <a:solidFill>
                  <a:srgbClr val="222222"/>
                </a:solidFill>
                <a:latin typeface="+mj-ea"/>
                <a:ea typeface="+mj-ea"/>
                <a:cs typeface="Cambria" pitchFamily="34" charset="-120"/>
              </a:rPr>
              <a:t> 결과 화면</a:t>
            </a:r>
            <a:endParaRPr lang="en-US" sz="2700" dirty="0">
              <a:latin typeface="+mj-ea"/>
              <a:ea typeface="+mj-ea"/>
            </a:endParaRPr>
          </a:p>
        </p:txBody>
      </p:sp>
      <p:pic>
        <p:nvPicPr>
          <p:cNvPr id="10" name="Image 0" descr="/home/claude/pptx_proj5/assets/trim_divide_s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924" y="1874520"/>
            <a:ext cx="3511992" cy="1691640"/>
          </a:xfrm>
          <a:prstGeom prst="rect">
            <a:avLst/>
          </a:prstGeom>
        </p:spPr>
      </p:pic>
      <p:pic>
        <p:nvPicPr>
          <p:cNvPr id="12" name="Image 1" descr="/home/claude/pptx_proj5/assets/trim_div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5592" y="4389120"/>
            <a:ext cx="3014385" cy="18687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0" y="372160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5B58"/>
                </a:solidFill>
                <a:latin typeface="+mj-ea"/>
                <a:ea typeface="+mj-ea"/>
                <a:cs typeface="Calibri" pitchFamily="34" charset="-120"/>
              </a:rPr>
              <a:t>Doxygen이 생성한 문서 화면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452360" y="2240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"나눗셈 결과를 돌려주는데, 0으로 나누면 INT_MIN이라는 특별한 값을 돌려준다"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성공·실패</a:t>
            </a: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 두 경우를 </a:t>
            </a:r>
            <a:r>
              <a:rPr lang="en-US" sz="1150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모두</a:t>
            </a:r>
            <a:r>
              <a:rPr lang="en-US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적었</a:t>
            </a:r>
            <a:r>
              <a:rPr lang="ko-KR" altLang="en-US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습니다</a:t>
            </a:r>
            <a:r>
              <a:rPr lang="en-US" altLang="ko-KR" sz="1150" dirty="0">
                <a:solidFill>
                  <a:srgbClr val="222222"/>
                </a:solidFill>
                <a:latin typeface="+mj-ea"/>
                <a:ea typeface="+mj-ea"/>
                <a:cs typeface="Calibri" pitchFamily="34" charset="-120"/>
              </a:rPr>
              <a:t>.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452360" y="3429000"/>
            <a:ext cx="3931920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9410DE1-7C66-B44D-7CD7-5B2A68AA607C}"/>
              </a:ext>
            </a:extLst>
          </p:cNvPr>
          <p:cNvCxnSpPr/>
          <p:nvPr/>
        </p:nvCxnSpPr>
        <p:spPr>
          <a:xfrm>
            <a:off x="3074126" y="4023360"/>
            <a:ext cx="0" cy="36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0">
            <a:extLst>
              <a:ext uri="{FF2B5EF4-FFF2-40B4-BE49-F238E27FC236}">
                <a16:creationId xmlns:a16="http://schemas.microsoft.com/office/drawing/2014/main" id="{67CFBBD4-A6E0-F9D8-EFDB-6C3182CA59D8}"/>
              </a:ext>
            </a:extLst>
          </p:cNvPr>
          <p:cNvSpPr/>
          <p:nvPr/>
        </p:nvSpPr>
        <p:spPr>
          <a:xfrm>
            <a:off x="351608" y="6435634"/>
            <a:ext cx="10909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kern="0" spc="200" dirty="0">
                <a:solidFill>
                  <a:srgbClr val="5B5B58"/>
                </a:solidFill>
                <a:latin typeface="+mj-ea"/>
                <a:cs typeface="Calibri" pitchFamily="34" charset="-120"/>
              </a:rPr>
              <a:t>PART 06</a:t>
            </a:r>
            <a:endParaRPr lang="en-US" altLang="ko-KR" sz="1200" dirty="0">
              <a:latin typeface="+mj-ea"/>
            </a:endParaRPr>
          </a:p>
          <a:p>
            <a:pPr marL="0" indent="0">
              <a:buNone/>
            </a:pP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0A88A15-3CA1-E819-BB22-C53FC6BBE2AE}"/>
              </a:ext>
            </a:extLst>
          </p:cNvPr>
          <p:cNvSpPr/>
          <p:nvPr/>
        </p:nvSpPr>
        <p:spPr>
          <a:xfrm>
            <a:off x="777240" y="1669869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8163F023-B932-973F-8998-E34E01025695}"/>
              </a:ext>
            </a:extLst>
          </p:cNvPr>
          <p:cNvSpPr/>
          <p:nvPr/>
        </p:nvSpPr>
        <p:spPr>
          <a:xfrm>
            <a:off x="777240" y="6299226"/>
            <a:ext cx="10634472" cy="0"/>
          </a:xfrm>
          <a:prstGeom prst="line">
            <a:avLst/>
          </a:prstGeom>
          <a:noFill/>
          <a:ln w="9525">
            <a:solidFill>
              <a:srgbClr val="D8D6D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7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유용한 부가 명령어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7488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창록</a:t>
            </a:r>
          </a:p>
        </p:txBody>
      </p:sp>
    </p:spTree>
    <p:extLst>
      <p:ext uri="{BB962C8B-B14F-4D97-AF65-F5344CB8AC3E}">
        <p14:creationId xmlns:p14="http://schemas.microsoft.com/office/powerpoint/2010/main" val="21310886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7A67B4-8591-1050-F224-772FC4012BF5}"/>
              </a:ext>
            </a:extLst>
          </p:cNvPr>
          <p:cNvSpPr txBox="1"/>
          <p:nvPr/>
        </p:nvSpPr>
        <p:spPr>
          <a:xfrm>
            <a:off x="2980403" y="2844225"/>
            <a:ext cx="6231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독시젠에</a:t>
            </a:r>
            <a:r>
              <a:rPr kumimoji="1" lang="ko-KR" altLang="en-US" sz="3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사용되는 유용한 부가 명령어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51D62-BB6E-178B-1476-C186F5C82635}"/>
              </a:ext>
            </a:extLst>
          </p:cNvPr>
          <p:cNvSpPr txBox="1"/>
          <p:nvPr/>
        </p:nvSpPr>
        <p:spPr>
          <a:xfrm>
            <a:off x="128954" y="6377353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202507021</a:t>
            </a:r>
            <a:r>
              <a:rPr kumimoji="1" lang="ko-KR" altLang="en-US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강창록</a:t>
            </a:r>
          </a:p>
        </p:txBody>
      </p:sp>
    </p:spTree>
    <p:extLst>
      <p:ext uri="{BB962C8B-B14F-4D97-AF65-F5344CB8AC3E}">
        <p14:creationId xmlns:p14="http://schemas.microsoft.com/office/powerpoint/2010/main" val="15245206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AD5B9F-E855-4D64-0FF4-CD2B41B54D6D}"/>
              </a:ext>
            </a:extLst>
          </p:cNvPr>
          <p:cNvSpPr txBox="1"/>
          <p:nvPr/>
        </p:nvSpPr>
        <p:spPr>
          <a:xfrm>
            <a:off x="269630" y="181690"/>
            <a:ext cx="42082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@note &amp; @warning</a:t>
            </a:r>
            <a:endParaRPr kumimoji="1" lang="ko-KR" altLang="en-US" sz="3200" b="1" dirty="0">
              <a:solidFill>
                <a:srgbClr val="00B0F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12B60-01A3-17BF-CEE9-6B3D4D55149F}"/>
              </a:ext>
            </a:extLst>
          </p:cNvPr>
          <p:cNvSpPr txBox="1"/>
          <p:nvPr/>
        </p:nvSpPr>
        <p:spPr>
          <a:xfrm>
            <a:off x="269630" y="1055076"/>
            <a:ext cx="795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@note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사용자에게 참고할 만한 추가적인 정보를 제공하거나 주의를 줄 때 사용합니다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55360-935C-34BF-65AA-A2B696EE4505}"/>
              </a:ext>
            </a:extLst>
          </p:cNvPr>
          <p:cNvSpPr txBox="1"/>
          <p:nvPr/>
        </p:nvSpPr>
        <p:spPr>
          <a:xfrm>
            <a:off x="269630" y="1713019"/>
            <a:ext cx="949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@warning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부작용이나 주의가 필요한 중요한 내용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위험 요소 등을 사전에 알리고 경고할 때 사용합니다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804AE0-F97B-B4F5-A240-C8E0C411D3EC}"/>
              </a:ext>
            </a:extLst>
          </p:cNvPr>
          <p:cNvSpPr txBox="1"/>
          <p:nvPr/>
        </p:nvSpPr>
        <p:spPr>
          <a:xfrm>
            <a:off x="269630" y="2370962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 예시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FDB573-C717-9494-9785-55CA02A0E076}"/>
              </a:ext>
            </a:extLst>
          </p:cNvPr>
          <p:cNvSpPr txBox="1"/>
          <p:nvPr/>
        </p:nvSpPr>
        <p:spPr>
          <a:xfrm>
            <a:off x="269630" y="3977785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결과 화면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314F39B-5C81-6F38-A2EE-0A67668B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409" y="3977785"/>
            <a:ext cx="7489347" cy="278717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4F881C9-0549-0C6B-5879-2D1161731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30" y="2709516"/>
            <a:ext cx="7772400" cy="77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376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AAFF7A-2E1D-D796-9130-D7E6B4437175}"/>
              </a:ext>
            </a:extLst>
          </p:cNvPr>
          <p:cNvSpPr txBox="1"/>
          <p:nvPr/>
        </p:nvSpPr>
        <p:spPr>
          <a:xfrm>
            <a:off x="269630" y="181690"/>
            <a:ext cx="3398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@see &amp; @</a:t>
            </a:r>
            <a:r>
              <a:rPr kumimoji="1" lang="en-US" altLang="ko-KR" sz="3200" b="1" dirty="0" err="1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todo</a:t>
            </a:r>
            <a:endParaRPr kumimoji="1" lang="ko-KR" altLang="en-US" sz="3200" b="1" dirty="0">
              <a:solidFill>
                <a:srgbClr val="00B0F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A56B1-FE08-4E27-612D-DBFC64B23402}"/>
              </a:ext>
            </a:extLst>
          </p:cNvPr>
          <p:cNvSpPr txBox="1"/>
          <p:nvPr/>
        </p:nvSpPr>
        <p:spPr>
          <a:xfrm>
            <a:off x="269630" y="1055076"/>
            <a:ext cx="996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@see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관련된 다른 함수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클래스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,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파일 또는 외부 웹사이트 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URL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을 참조할 수 있게 하이퍼링크를 생성해줍니다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E7C96-37B2-0F00-6204-3642C40E1185}"/>
              </a:ext>
            </a:extLst>
          </p:cNvPr>
          <p:cNvSpPr txBox="1"/>
          <p:nvPr/>
        </p:nvSpPr>
        <p:spPr>
          <a:xfrm>
            <a:off x="269630" y="1713019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</a:t>
            </a:r>
            <a:r>
              <a:rPr kumimoji="1" lang="en-US" altLang="ko-KR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todo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: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앞으로 해야 할 작업 혹은 개선 사항 등 프로젝트 관리에 도움이 되는 명령어입니다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99655-5AA0-AC0A-3C5F-6EF337F91D37}"/>
              </a:ext>
            </a:extLst>
          </p:cNvPr>
          <p:cNvSpPr txBox="1"/>
          <p:nvPr/>
        </p:nvSpPr>
        <p:spPr>
          <a:xfrm>
            <a:off x="269630" y="2235316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 예시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B2628-2F89-9659-E41B-D0E6B48AB2DE}"/>
              </a:ext>
            </a:extLst>
          </p:cNvPr>
          <p:cNvSpPr txBox="1"/>
          <p:nvPr/>
        </p:nvSpPr>
        <p:spPr>
          <a:xfrm>
            <a:off x="269630" y="4247414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결과 화면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D5F95D3-A698-E53B-AC6D-516039D6E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0" y="4577267"/>
            <a:ext cx="7772400" cy="20990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A90459D-6088-1821-52C0-19B660F12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70" y="4582746"/>
            <a:ext cx="3253997" cy="209356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C7F0338-D246-DA2B-1AA7-0A2761E31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630" y="2573870"/>
            <a:ext cx="7772400" cy="140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109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748ED-B433-F8BC-BAFB-9315825C75DF}"/>
              </a:ext>
            </a:extLst>
          </p:cNvPr>
          <p:cNvSpPr txBox="1"/>
          <p:nvPr/>
        </p:nvSpPr>
        <p:spPr>
          <a:xfrm>
            <a:off x="269630" y="181690"/>
            <a:ext cx="4485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@code ~ @</a:t>
            </a:r>
            <a:r>
              <a:rPr kumimoji="1" lang="en-US" altLang="ko-KR" sz="3200" b="1" dirty="0" err="1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endcode</a:t>
            </a:r>
            <a:endParaRPr kumimoji="1" lang="ko-KR" altLang="en-US" sz="3200" b="1" dirty="0">
              <a:solidFill>
                <a:srgbClr val="00B0F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5D8A8-1D53-9687-6622-0BEBF02E6622}"/>
              </a:ext>
            </a:extLst>
          </p:cNvPr>
          <p:cNvSpPr txBox="1"/>
          <p:nvPr/>
        </p:nvSpPr>
        <p:spPr>
          <a:xfrm>
            <a:off x="269630" y="1090245"/>
            <a:ext cx="110081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@code ~ @</a:t>
            </a:r>
            <a:r>
              <a:rPr kumimoji="1" lang="en-US" altLang="ko-KR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endcode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문서 안에 실제 코드 예제를 깔끔하게 정리하여 보여주기 위할 때 사용합니다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</a:p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		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       코드 블록 시작과 끝을 명확히 지정하며 구문 강조를 지원하기 때문에 직관적으로 이해하기 좋음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!!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F44225-624E-345F-226F-CDD1ADFB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0" y="2492131"/>
            <a:ext cx="4076700" cy="393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B6332D-016B-0BB6-F472-9F047A17367B}"/>
              </a:ext>
            </a:extLst>
          </p:cNvPr>
          <p:cNvSpPr txBox="1"/>
          <p:nvPr/>
        </p:nvSpPr>
        <p:spPr>
          <a:xfrm>
            <a:off x="269630" y="2153577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 예시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EE5A5A-B28F-5E19-A67E-127995F65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893" y="3247693"/>
            <a:ext cx="7303477" cy="31814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6B4995-6E4D-A057-9050-B0E1803A8E12}"/>
              </a:ext>
            </a:extLst>
          </p:cNvPr>
          <p:cNvSpPr txBox="1"/>
          <p:nvPr/>
        </p:nvSpPr>
        <p:spPr>
          <a:xfrm>
            <a:off x="4618893" y="2909139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결과 화면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12899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BDC17D-A251-2E77-D70A-BA551AC2BEF6}"/>
              </a:ext>
            </a:extLst>
          </p:cNvPr>
          <p:cNvSpPr txBox="1"/>
          <p:nvPr/>
        </p:nvSpPr>
        <p:spPr>
          <a:xfrm>
            <a:off x="269630" y="181690"/>
            <a:ext cx="50241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@file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&amp;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@date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@brief</a:t>
            </a:r>
            <a:endParaRPr kumimoji="1" lang="ko-KR" altLang="en-US" sz="3200" b="1" dirty="0">
              <a:solidFill>
                <a:srgbClr val="00B0F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D35E2-C43E-0D44-8275-C94756697E73}"/>
              </a:ext>
            </a:extLst>
          </p:cNvPr>
          <p:cNvSpPr txBox="1"/>
          <p:nvPr/>
        </p:nvSpPr>
        <p:spPr>
          <a:xfrm>
            <a:off x="269630" y="1055076"/>
            <a:ext cx="504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@file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소스 파일에 대한 설명을 작성할 때 사용됩니다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102CD3-9D67-F40A-6E94-FDB18264BF2E}"/>
              </a:ext>
            </a:extLst>
          </p:cNvPr>
          <p:cNvSpPr txBox="1"/>
          <p:nvPr/>
        </p:nvSpPr>
        <p:spPr>
          <a:xfrm>
            <a:off x="269630" y="1713019"/>
            <a:ext cx="4499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@date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작성일 또는 최종 수정일을 기록합니다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6D49AF-E2BC-8B62-E8AE-0941FD065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0" y="4421502"/>
            <a:ext cx="5826370" cy="1583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44E28A-B4AC-63DC-9948-E075EA6FD0A8}"/>
              </a:ext>
            </a:extLst>
          </p:cNvPr>
          <p:cNvSpPr txBox="1"/>
          <p:nvPr/>
        </p:nvSpPr>
        <p:spPr>
          <a:xfrm>
            <a:off x="269630" y="4082948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사용 예시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B4C2F8-F974-F4CD-BA4E-A0977B494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039" y="3699795"/>
            <a:ext cx="3853961" cy="2304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2D7D2A-B069-5745-140A-CB438842B511}"/>
              </a:ext>
            </a:extLst>
          </p:cNvPr>
          <p:cNvSpPr txBox="1"/>
          <p:nvPr/>
        </p:nvSpPr>
        <p:spPr>
          <a:xfrm>
            <a:off x="6814039" y="3361241"/>
            <a:ext cx="1096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결과 화면 </a:t>
            </a:r>
            <a:r>
              <a:rPr kumimoji="1" lang="en-US" altLang="ko-KR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:</a:t>
            </a:r>
            <a:r>
              <a:rPr kumimoji="1" lang="ko-KR" altLang="en-US" sz="1600" b="1" dirty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9E986-46FA-2DB4-F57F-5DE495876E82}"/>
              </a:ext>
            </a:extLst>
          </p:cNvPr>
          <p:cNvSpPr txBox="1"/>
          <p:nvPr/>
        </p:nvSpPr>
        <p:spPr>
          <a:xfrm>
            <a:off x="269630" y="2370962"/>
            <a:ext cx="5671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@brief : </a:t>
            </a:r>
            <a:r>
              <a:rPr kumimoji="1"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한 줄로 요약된 간단한 설명 작성을 위해 사용합니다</a:t>
            </a:r>
            <a:r>
              <a:rPr kumimoji="1"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.</a:t>
            </a:r>
            <a:endParaRPr kumimoji="1"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374015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7AA3AF-0452-48D1-3A4D-D885BAFF837A}"/>
              </a:ext>
            </a:extLst>
          </p:cNvPr>
          <p:cNvSpPr txBox="1"/>
          <p:nvPr/>
        </p:nvSpPr>
        <p:spPr>
          <a:xfrm>
            <a:off x="269630" y="181690"/>
            <a:ext cx="1455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</a:t>
            </a:r>
            <a:r>
              <a:rPr kumimoji="1" lang="ko-KR" altLang="en-US" sz="3200" b="1" dirty="0">
                <a:solidFill>
                  <a:srgbClr val="00B0F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그 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4033A1-4697-ED5E-B7BD-06DCEE78F192}"/>
              </a:ext>
            </a:extLst>
          </p:cNvPr>
          <p:cNvSpPr txBox="1"/>
          <p:nvPr/>
        </p:nvSpPr>
        <p:spPr>
          <a:xfrm>
            <a:off x="269630" y="989202"/>
            <a:ext cx="7863050" cy="63283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def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매크로</a:t>
            </a:r>
            <a:r>
              <a:rPr lang="en-US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C/C++ #define)</a:t>
            </a:r>
            <a:r>
              <a:rPr lang="ko-KR" altLang="en-US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설명할 때 사용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en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fn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특정 함수에 대한 설명을 별도로 분리하여 작성할 때 사용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@struct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구조체를 지정하여 설명할 때 사용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@class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클래스를 지정하여 설명할 때 사용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param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함수의 매개변수(인자)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설명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return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(또는 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returns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함수의 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반환값이나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리턴 타입을 설명합니다.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retval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특정 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반환값에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대한 구체적인 의미를 개별적으로 설명할 때 사용합니다.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exception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(또는 @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throws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함수에서 발생할 수 있는 예외(</a:t>
            </a:r>
            <a:r>
              <a:rPr lang="ko-KR" altLang="ko-KR" sz="16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Exception</a:t>
            </a:r>
            <a:r>
              <a:rPr lang="ko-KR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상황을 명시합니다.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kumimoji="0" lang="ko-KR" altLang="ko-KR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author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코드의 작성자 이름을 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기입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kumimoji="0" lang="ko-KR" altLang="ko-KR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version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해당 코드의 현재 버전을 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명시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kumimoji="0" lang="ko-KR" altLang="ko-KR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since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해당 기능이 처음 도입된 버전을 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명시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@</a:t>
            </a:r>
            <a:r>
              <a:rPr kumimoji="0" lang="ko-KR" altLang="ko-KR" sz="160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copyright</a:t>
            </a:r>
            <a:r>
              <a:rPr kumimoji="0" lang="ko-KR" alt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0" lang="ko-KR" altLang="ko-KR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저작권 정보를 표시</a:t>
            </a: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등등 </a:t>
            </a:r>
            <a:r>
              <a:rPr lang="en-US" altLang="ko-KR" sz="16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…</a:t>
            </a:r>
            <a:endParaRPr kumimoji="0" lang="ko-KR" altLang="ko-KR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kumimoji="1" lang="en-US" altLang="ko-KR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kumimoji="1" lang="ko-KR" altLang="en-US" sz="16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96085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EDC259-094D-6F5E-B8BC-BE663329CB18}"/>
              </a:ext>
            </a:extLst>
          </p:cNvPr>
          <p:cNvSpPr txBox="1"/>
          <p:nvPr/>
        </p:nvSpPr>
        <p:spPr>
          <a:xfrm>
            <a:off x="5118007" y="3136612"/>
            <a:ext cx="1955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2506735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8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다이어그램 자동 생성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종현</a:t>
            </a:r>
          </a:p>
        </p:txBody>
      </p:sp>
    </p:spTree>
    <p:extLst>
      <p:ext uri="{BB962C8B-B14F-4D97-AF65-F5344CB8AC3E}">
        <p14:creationId xmlns:p14="http://schemas.microsoft.com/office/powerpoint/2010/main" val="9683190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5BBB0-EAF1-5110-CC3A-0227FBCE24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Doxygen</a:t>
            </a:r>
            <a:r>
              <a:rPr lang="en-US" altLang="ko-KR" dirty="0"/>
              <a:t> </a:t>
            </a:r>
            <a:r>
              <a:rPr lang="ko-KR" altLang="en-US" dirty="0"/>
              <a:t>다이어그램 설정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98BE72-9B10-8F41-36B9-F602C12F3D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202307018 </a:t>
            </a:r>
            <a:r>
              <a:rPr lang="ko-KR" altLang="en-US" dirty="0"/>
              <a:t>김종현</a:t>
            </a:r>
          </a:p>
        </p:txBody>
      </p:sp>
    </p:spTree>
    <p:extLst>
      <p:ext uri="{BB962C8B-B14F-4D97-AF65-F5344CB8AC3E}">
        <p14:creationId xmlns:p14="http://schemas.microsoft.com/office/powerpoint/2010/main" val="39756611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029E2-691E-6F23-0823-B9DEF9AE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81A67-9715-A157-FAB5-365301B7B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1466850"/>
            <a:ext cx="10515600" cy="5026025"/>
          </a:xfrm>
        </p:spPr>
        <p:txBody>
          <a:bodyPr numCol="2">
            <a:noAutofit/>
          </a:bodyPr>
          <a:lstStyle/>
          <a:p>
            <a:pPr marL="514350" indent="-514350">
              <a:buAutoNum type="arabicPeriod"/>
            </a:pPr>
            <a:r>
              <a:rPr lang="en-US" altLang="ko-KR" sz="2400" dirty="0"/>
              <a:t>Wizard </a:t>
            </a:r>
            <a:r>
              <a:rPr lang="ko-KR" altLang="en-US" sz="2400" dirty="0"/>
              <a:t>설정</a:t>
            </a:r>
            <a:endParaRPr lang="en-US" altLang="ko-KR" sz="24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다이어그램 종류 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en-US" altLang="ko-KR" sz="1800" dirty="0" err="1"/>
              <a:t>Graphviz</a:t>
            </a:r>
            <a:r>
              <a:rPr lang="en-US" altLang="ko-KR" sz="1800" dirty="0"/>
              <a:t> </a:t>
            </a:r>
            <a:r>
              <a:rPr lang="ko-KR" altLang="en-US" sz="1800" dirty="0"/>
              <a:t>패키지의 </a:t>
            </a:r>
            <a:r>
              <a:rPr lang="en-US" altLang="ko-KR" sz="1800" dirty="0"/>
              <a:t>dot</a:t>
            </a:r>
            <a:r>
              <a:rPr lang="ko-KR" altLang="en-US" sz="1800" dirty="0"/>
              <a:t>툴을 사용할 경우 세부 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514350" indent="-514350">
              <a:buAutoNum type="arabicPeriod"/>
            </a:pPr>
            <a:r>
              <a:rPr lang="en-US" altLang="ko-KR" sz="2400" dirty="0" err="1"/>
              <a:t>Expart</a:t>
            </a:r>
            <a:r>
              <a:rPr lang="en-US" altLang="ko-KR" sz="2400" dirty="0"/>
              <a:t> </a:t>
            </a:r>
            <a:r>
              <a:rPr lang="ko-KR" altLang="en-US" sz="2400" dirty="0"/>
              <a:t>설정</a:t>
            </a:r>
            <a:endParaRPr lang="en-US" altLang="ko-KR" sz="2400" dirty="0"/>
          </a:p>
          <a:p>
            <a:pPr marL="971550" lvl="1" indent="-514350">
              <a:buAutoNum type="arabicPeriod"/>
            </a:pPr>
            <a:r>
              <a:rPr lang="en-US" altLang="ko-KR" sz="1800" dirty="0"/>
              <a:t>dot</a:t>
            </a:r>
            <a:r>
              <a:rPr lang="ko-KR" altLang="en-US" sz="1800" dirty="0"/>
              <a:t> 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그래프 스타일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그래프 생성</a:t>
            </a:r>
            <a:r>
              <a:rPr lang="en-US" altLang="ko-KR" sz="1800" dirty="0"/>
              <a:t>1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UML </a:t>
            </a:r>
            <a:r>
              <a:rPr lang="ko-KR" altLang="en-US" sz="1800" dirty="0"/>
              <a:t>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기타 설정</a:t>
            </a:r>
            <a:r>
              <a:rPr lang="en-US" altLang="ko-KR" sz="1800" dirty="0"/>
              <a:t>1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include,</a:t>
            </a:r>
            <a:r>
              <a:rPr lang="ko-KR" altLang="en-US" sz="1800" dirty="0"/>
              <a:t> </a:t>
            </a:r>
            <a:r>
              <a:rPr lang="en-US" altLang="ko-KR" sz="1800" dirty="0"/>
              <a:t>included</a:t>
            </a:r>
            <a:r>
              <a:rPr lang="ko-KR" altLang="en-US" sz="1800" dirty="0"/>
              <a:t> 그래프 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en-US" altLang="ko-KR" sz="1800" dirty="0"/>
              <a:t>call, caller </a:t>
            </a:r>
            <a:r>
              <a:rPr lang="ko-KR" altLang="en-US" sz="1800" dirty="0"/>
              <a:t>그래프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그래프 생성</a:t>
            </a:r>
            <a:r>
              <a:rPr lang="en-US" altLang="ko-KR" sz="1800" dirty="0"/>
              <a:t>2</a:t>
            </a:r>
          </a:p>
          <a:p>
            <a:pPr marL="971550" lvl="1" indent="-514350">
              <a:buAutoNum type="arabicPeriod"/>
            </a:pPr>
            <a:r>
              <a:rPr lang="ko-KR" altLang="en-US" sz="1800" dirty="0"/>
              <a:t>그래프 이미지 설정</a:t>
            </a:r>
          </a:p>
          <a:p>
            <a:pPr marL="971550" lvl="1" indent="-514350">
              <a:buAutoNum type="arabicPeriod"/>
            </a:pPr>
            <a:r>
              <a:rPr lang="ko-KR" altLang="en-US" sz="1800" dirty="0"/>
              <a:t>경로 설정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DIA </a:t>
            </a:r>
            <a:r>
              <a:rPr lang="ko-KR" altLang="en-US" sz="1800" dirty="0"/>
              <a:t>설정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PLANTUML </a:t>
            </a:r>
            <a:r>
              <a:rPr lang="ko-KR" altLang="en-US" sz="1800" dirty="0"/>
              <a:t>설정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MERMAID </a:t>
            </a:r>
            <a:r>
              <a:rPr lang="ko-KR" altLang="en-US" sz="1800" dirty="0"/>
              <a:t>설정</a:t>
            </a:r>
          </a:p>
          <a:p>
            <a:pPr marL="971550" lvl="1" indent="-514350">
              <a:buAutoNum type="arabicPeriod"/>
            </a:pPr>
            <a:r>
              <a:rPr lang="ko-KR" altLang="en-US" sz="1800" dirty="0"/>
              <a:t>기타 설정</a:t>
            </a:r>
            <a:r>
              <a:rPr lang="en-US" altLang="ko-KR" sz="1800" dirty="0"/>
              <a:t>2</a:t>
            </a:r>
          </a:p>
          <a:p>
            <a:pPr marL="971550" lvl="1" indent="-514350">
              <a:buAutoNum type="arabicPeriod"/>
            </a:pPr>
            <a:r>
              <a:rPr lang="en-US" altLang="ko-KR" sz="1800" dirty="0" err="1"/>
              <a:t>msc</a:t>
            </a:r>
            <a:r>
              <a:rPr lang="en-US" altLang="ko-KR" sz="1800" dirty="0"/>
              <a:t> </a:t>
            </a:r>
            <a:r>
              <a:rPr lang="ko-KR" altLang="en-US" sz="1800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36145756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E8D0E-A5DA-74A0-83F2-9BFED242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54AD6-66E8-273E-942D-4353008B5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5048339" cy="4767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Wizard</a:t>
            </a:r>
            <a:r>
              <a:rPr lang="ko-KR" altLang="en-US" sz="2400" dirty="0"/>
              <a:t>은 빠른 설정을 하는 탭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ko-KR" sz="2400" dirty="0"/>
              <a:t>가장 핵심적이고 자주 쓰이는</a:t>
            </a:r>
            <a:r>
              <a:rPr lang="en-US" altLang="ko-KR" sz="2400" dirty="0"/>
              <a:t> </a:t>
            </a:r>
            <a:r>
              <a:rPr lang="ko-KR" altLang="en-US" sz="2400" dirty="0"/>
              <a:t>필수 옵션들만 모아놓은 탭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빠르고 간단하게 만들 때나 </a:t>
            </a:r>
            <a:r>
              <a:rPr lang="en-US" altLang="ko-KR" sz="2400" dirty="0"/>
              <a:t>Expert </a:t>
            </a:r>
            <a:r>
              <a:rPr lang="ko-KR" altLang="en-US" sz="2400" dirty="0"/>
              <a:t>설정을 하기 전에 간단한 설정을 하는 용도로 사용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EFCC2F-B28F-EB33-DD25-AC84EC902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327026"/>
            <a:ext cx="6380164" cy="5713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AA8412-6E4A-53C4-8C23-41F424CEC7AE}"/>
              </a:ext>
            </a:extLst>
          </p:cNvPr>
          <p:cNvSpPr txBox="1"/>
          <p:nvPr/>
        </p:nvSpPr>
        <p:spPr>
          <a:xfrm>
            <a:off x="7968854" y="6181726"/>
            <a:ext cx="17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Wizard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설정 창</a:t>
            </a:r>
          </a:p>
        </p:txBody>
      </p:sp>
    </p:spTree>
    <p:extLst>
      <p:ext uri="{BB962C8B-B14F-4D97-AF65-F5344CB8AC3E}">
        <p14:creationId xmlns:p14="http://schemas.microsoft.com/office/powerpoint/2010/main" val="21575227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B832-D6B7-9925-0457-4EBA51C1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C027C-87C3-A9BD-C429-555CBED4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다이어그램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3712F-2FC7-C46F-4C8A-2FF7366D9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6" y="1409700"/>
            <a:ext cx="5476874" cy="4767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No diagrams</a:t>
            </a:r>
            <a:br>
              <a:rPr lang="en-US" altLang="ko-KR" sz="2400" dirty="0"/>
            </a:br>
            <a:r>
              <a:rPr lang="en-US" altLang="ko-KR" sz="2000" dirty="0"/>
              <a:t>-</a:t>
            </a:r>
            <a:r>
              <a:rPr lang="ko-KR" altLang="ko-KR" sz="2000" dirty="0"/>
              <a:t>모든 그래프를 생성하지 않음. (문서 생성 속도가 가장 빠름)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Text only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Use built-in class diagram generator</a:t>
            </a:r>
            <a:br>
              <a:rPr lang="en-US" altLang="ko-KR" sz="2400" dirty="0"/>
            </a:br>
            <a:r>
              <a:rPr lang="en-US" altLang="ko-KR" sz="2000" dirty="0"/>
              <a:t>-</a:t>
            </a:r>
            <a:r>
              <a:rPr lang="ko-KR" altLang="ko-KR" sz="2000" dirty="0" err="1"/>
              <a:t>Doxygen</a:t>
            </a:r>
            <a:r>
              <a:rPr lang="ko-KR" altLang="ko-KR" sz="2000" dirty="0"/>
              <a:t> 내장 </a:t>
            </a:r>
            <a:r>
              <a:rPr lang="ko-KR" altLang="ko-KR" sz="2000" dirty="0" err="1"/>
              <a:t>생성기</a:t>
            </a:r>
            <a:r>
              <a:rPr lang="ko-KR" altLang="ko-KR" sz="2000" dirty="0"/>
              <a:t> 사용. 별도 프로그램 설치 없이 기본 클래스 상속도만 간단하게 표시.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Use dot tool from the</a:t>
            </a:r>
            <a:r>
              <a:rPr lang="ko-KR" altLang="en-US" sz="2400" dirty="0"/>
              <a:t> </a:t>
            </a:r>
            <a:r>
              <a:rPr lang="en-US" altLang="ko-KR" sz="2400" dirty="0" err="1"/>
              <a:t>GraphViz</a:t>
            </a:r>
            <a:r>
              <a:rPr lang="en-US" altLang="ko-KR" sz="2400" dirty="0"/>
              <a:t> package</a:t>
            </a:r>
            <a:br>
              <a:rPr lang="en-US" altLang="ko-KR" sz="2400" dirty="0"/>
            </a:br>
            <a:r>
              <a:rPr lang="en-US" altLang="ko-KR" sz="2000" dirty="0"/>
              <a:t>-</a:t>
            </a:r>
            <a:r>
              <a:rPr lang="ko-KR" altLang="en-US" sz="2000" dirty="0"/>
              <a:t>외부 툴인 </a:t>
            </a:r>
            <a:r>
              <a:rPr lang="en-US" altLang="ko-KR" sz="2000" dirty="0" err="1"/>
              <a:t>GraphcViz</a:t>
            </a:r>
            <a:r>
              <a:rPr lang="ko-KR" altLang="en-US" sz="2000" dirty="0"/>
              <a:t>를 사용</a:t>
            </a:r>
            <a:r>
              <a:rPr lang="en-US" altLang="ko-KR" sz="2000" dirty="0"/>
              <a:t>(</a:t>
            </a:r>
            <a:r>
              <a:rPr lang="ko-KR" altLang="en-US" sz="2000" dirty="0"/>
              <a:t>별도 설치 필요</a:t>
            </a:r>
            <a:r>
              <a:rPr lang="en-US" altLang="ko-KR" sz="2000" dirty="0"/>
              <a:t>). </a:t>
            </a:r>
            <a:r>
              <a:rPr lang="ko-KR" altLang="en-US" sz="2000" dirty="0"/>
              <a:t>다양한 고품질 그래프를 생성 가능</a:t>
            </a:r>
            <a:r>
              <a:rPr lang="en-US" altLang="ko-KR" sz="2000" dirty="0"/>
              <a:t>.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D43801-74B6-F759-F7E1-CA18037F8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3001"/>
            <a:ext cx="6032726" cy="540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43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0A76-8294-DCFA-42E1-AB7C670D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D56F9-BEBD-3A33-91EA-A13605BD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다이어그램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5413D6-D1F5-3622-FB75-76FD7B8E9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6" y="1143001"/>
            <a:ext cx="5476874" cy="46547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No diagrams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Text only</a:t>
            </a:r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br>
              <a:rPr lang="en-US" altLang="ko-KR" sz="2400" dirty="0"/>
            </a:b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88F67-3BA7-A1AB-2C52-04922AD26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1346"/>
            <a:ext cx="8990114" cy="18590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587BE3-0071-1A4F-929F-5E247EAB5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83473"/>
            <a:ext cx="8990114" cy="207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590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4538-03A5-7197-0ADF-BDD75A8E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56189-AAFB-8F04-25A2-EB92F56A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다이어그램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D629DB-F371-C913-1B6B-6431B81F0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6" y="1316268"/>
            <a:ext cx="5476874" cy="4767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Use built-in class diagram generator</a:t>
            </a:r>
            <a:br>
              <a:rPr lang="en-US" altLang="ko-KR" sz="2400" dirty="0"/>
            </a:br>
            <a:endParaRPr lang="ko-KR" altLang="en-US" sz="2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4CFD578-FC78-E56F-83D0-2E13CC3EE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2888"/>
            <a:ext cx="9685859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832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FCA56-5622-C5D9-695D-4DE123F4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997BF-2507-8618-7A06-10E7A885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다이어그램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822576-57DE-1992-9509-45988A19F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6" y="1316268"/>
            <a:ext cx="6962774" cy="4767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Use dot tool from the</a:t>
            </a:r>
            <a:r>
              <a:rPr lang="ko-KR" altLang="en-US" sz="2400" dirty="0"/>
              <a:t> </a:t>
            </a:r>
            <a:r>
              <a:rPr lang="en-US" altLang="ko-KR" sz="2400" dirty="0" err="1"/>
              <a:t>GraphViz</a:t>
            </a:r>
            <a:r>
              <a:rPr lang="en-US" altLang="ko-KR" sz="2400" dirty="0"/>
              <a:t> package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1D41A4-2644-3A65-70B3-E186F11F3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6" y="2158264"/>
            <a:ext cx="11068836" cy="288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25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681D-AE08-20E2-15BD-DAECED7E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10998-2A52-79F7-E382-73D547431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13EF0-C0C7-36A8-5ED7-0A773B290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409700"/>
            <a:ext cx="4981575" cy="476726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Use dot tool from the</a:t>
            </a:r>
            <a:r>
              <a:rPr lang="ko-KR" altLang="en-US" sz="2400" dirty="0"/>
              <a:t> </a:t>
            </a:r>
            <a:r>
              <a:rPr lang="en-US" altLang="ko-KR" sz="2400" dirty="0" err="1"/>
              <a:t>GraphViz</a:t>
            </a:r>
            <a:r>
              <a:rPr lang="en-US" altLang="ko-KR" sz="2400" dirty="0"/>
              <a:t> package </a:t>
            </a:r>
            <a:r>
              <a:rPr lang="ko-KR" altLang="en-US" sz="2400" dirty="0"/>
              <a:t>설정을 켰을 때 사용 </a:t>
            </a:r>
            <a:br>
              <a:rPr lang="en-US" altLang="ko-KR" sz="2400" dirty="0"/>
            </a:br>
            <a:r>
              <a:rPr lang="ko-KR" altLang="en-US" sz="2400" dirty="0"/>
              <a:t>가능</a:t>
            </a:r>
            <a:endParaRPr lang="en-US" altLang="ko-KR" sz="2400" dirty="0"/>
          </a:p>
          <a:p>
            <a:r>
              <a:rPr lang="en-US" altLang="ko-KR" sz="2400" dirty="0" err="1"/>
              <a:t>Graphviz</a:t>
            </a:r>
            <a:r>
              <a:rPr lang="en-US" altLang="ko-KR" sz="2400" dirty="0"/>
              <a:t> </a:t>
            </a:r>
            <a:r>
              <a:rPr lang="ko-KR" altLang="en-US" sz="2400" dirty="0"/>
              <a:t>패키지의 </a:t>
            </a:r>
            <a:r>
              <a:rPr lang="en-US" altLang="ko-KR" sz="2400" dirty="0"/>
              <a:t>dot</a:t>
            </a:r>
            <a:r>
              <a:rPr lang="ko-KR" altLang="en-US" sz="2400" dirty="0"/>
              <a:t>툴을 사용해 다양한 고품질 그래프를 생성할 수 있음</a:t>
            </a:r>
            <a:endParaRPr lang="en-US" altLang="ko-KR" sz="2400" dirty="0"/>
          </a:p>
          <a:p>
            <a:r>
              <a:rPr lang="ko-KR" altLang="en-US" sz="2400" dirty="0"/>
              <a:t>설정을 켰을 때 선택할 수 있는 여러 가지 세부 옵션이 있음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2DEA92-54D0-92D6-D353-3EC169296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83910"/>
            <a:ext cx="6351591" cy="56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438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0B9EC-3556-9F5D-6D13-78CA1BB6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4DE92-4585-A4CF-5B31-632A1C91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0632A-0A20-AFED-4292-594B666F4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409700"/>
            <a:ext cx="4981575" cy="476726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Use dot tool from the</a:t>
            </a:r>
            <a:r>
              <a:rPr lang="ko-KR" altLang="en-US" sz="2400" dirty="0"/>
              <a:t> </a:t>
            </a:r>
            <a:r>
              <a:rPr lang="en-US" altLang="ko-KR" sz="2400" dirty="0" err="1"/>
              <a:t>GraphViz</a:t>
            </a:r>
            <a:r>
              <a:rPr lang="en-US" altLang="ko-KR" sz="2400" dirty="0"/>
              <a:t> package </a:t>
            </a:r>
            <a:r>
              <a:rPr lang="ko-KR" altLang="en-US" sz="2400" dirty="0"/>
              <a:t>설정을 켰을 때 사용 </a:t>
            </a:r>
            <a:br>
              <a:rPr lang="en-US" altLang="ko-KR" sz="2400" dirty="0"/>
            </a:br>
            <a:r>
              <a:rPr lang="ko-KR" altLang="en-US" sz="2400" dirty="0"/>
              <a:t>가능</a:t>
            </a:r>
            <a:endParaRPr lang="en-US" altLang="ko-KR" sz="2400" dirty="0"/>
          </a:p>
          <a:p>
            <a:r>
              <a:rPr lang="en-US" altLang="ko-KR" sz="2400" dirty="0" err="1"/>
              <a:t>Graphviz</a:t>
            </a:r>
            <a:r>
              <a:rPr lang="en-US" altLang="ko-KR" sz="2400" dirty="0"/>
              <a:t> </a:t>
            </a:r>
            <a:r>
              <a:rPr lang="ko-KR" altLang="en-US" sz="2400" dirty="0"/>
              <a:t>패키지의 </a:t>
            </a:r>
            <a:r>
              <a:rPr lang="en-US" altLang="ko-KR" sz="2400" dirty="0"/>
              <a:t>dot</a:t>
            </a:r>
            <a:r>
              <a:rPr lang="ko-KR" altLang="en-US" sz="2400" dirty="0"/>
              <a:t>툴을 사용해 다양한 고품질 그래프를 생성할 수 있음</a:t>
            </a:r>
            <a:endParaRPr lang="en-US" altLang="ko-KR" sz="2400" dirty="0"/>
          </a:p>
          <a:p>
            <a:r>
              <a:rPr lang="ko-KR" altLang="en-US" sz="2400" dirty="0"/>
              <a:t>설정을 켰을 때 선택할 수 있는 여러 가지 세부 옵션이 있음</a:t>
            </a:r>
            <a:endParaRPr lang="en-US" altLang="ko-KR" sz="2400" dirty="0"/>
          </a:p>
          <a:p>
            <a:r>
              <a:rPr lang="ko-KR" altLang="en-US" sz="2400" dirty="0"/>
              <a:t>세부 옵션에 대한 정확하고 자세한 정보와 이미지는 </a:t>
            </a:r>
            <a:r>
              <a:rPr lang="en-US" altLang="ko-KR" sz="2400" dirty="0"/>
              <a:t>Expert </a:t>
            </a:r>
            <a:r>
              <a:rPr lang="ko-KR" altLang="en-US" sz="2400" dirty="0"/>
              <a:t>파트의 클래스 생성 부분 참고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0B7207-82BD-157B-2976-F1F24C49F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83910"/>
            <a:ext cx="6351591" cy="56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403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6B1B-23FD-35B3-5819-B08A03F3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12184-4A3E-9693-0AC3-628A9C467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3FA396-7F79-1D6C-A6C1-EA878C313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5181600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Class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diagrams</a:t>
            </a:r>
            <a:r>
              <a:rPr lang="en-US" altLang="ko-KR" sz="2000" dirty="0"/>
              <a:t> : </a:t>
            </a:r>
            <a:r>
              <a:rPr lang="ko-KR" altLang="ko-KR" sz="2000" dirty="0"/>
              <a:t>클래스 간의 상속</a:t>
            </a:r>
            <a:r>
              <a:rPr lang="en-US" altLang="ko-KR" sz="2000" dirty="0"/>
              <a:t> </a:t>
            </a:r>
            <a:r>
              <a:rPr lang="ko-KR" altLang="ko-KR" sz="2000" dirty="0"/>
              <a:t>관계도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Collaboration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diagrams</a:t>
            </a:r>
            <a:r>
              <a:rPr lang="ko-KR" altLang="ko-KR" sz="2000" dirty="0"/>
              <a:t> : 클래스 내부 </a:t>
            </a:r>
            <a:br>
              <a:rPr lang="en-US" altLang="ko-KR" sz="2000" dirty="0"/>
            </a:br>
            <a:r>
              <a:rPr lang="ko-KR" altLang="ko-KR" sz="2000" dirty="0"/>
              <a:t>멤버 변수로 포함된 다른 클래스 간의 </a:t>
            </a:r>
            <a:br>
              <a:rPr lang="en-US" altLang="ko-KR" sz="2000" dirty="0"/>
            </a:br>
            <a:r>
              <a:rPr lang="ko-KR" altLang="ko-KR" sz="2000" dirty="0"/>
              <a:t>연관/포함 관계도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Overall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class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hierarchy</a:t>
            </a:r>
            <a:r>
              <a:rPr lang="ko-KR" altLang="ko-KR" sz="2000" dirty="0"/>
              <a:t> : 프로젝트 전체 </a:t>
            </a:r>
            <a:br>
              <a:rPr lang="en-US" altLang="ko-KR" sz="2000" dirty="0"/>
            </a:br>
            <a:r>
              <a:rPr lang="ko-KR" altLang="ko-KR" sz="2000" dirty="0"/>
              <a:t>클래스의 트리 구조 계층도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E11930-CEAE-AFC9-9B48-A496B3A00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83910"/>
            <a:ext cx="6351591" cy="56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4812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B4BC1-31DE-6AAC-44BC-321C175B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8595A-D7DA-AF0C-4696-1BD11CC3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A48F4A-52AB-CB4E-F7D1-84CEAF68B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5181600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Include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dependency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en-US" altLang="ko-KR" sz="2000" dirty="0"/>
              <a:t> </a:t>
            </a:r>
            <a:r>
              <a:rPr lang="ko-KR" altLang="ko-KR" sz="2000" dirty="0"/>
              <a:t>: 해당 </a:t>
            </a:r>
            <a:br>
              <a:rPr lang="en-US" altLang="ko-KR" sz="2000" dirty="0"/>
            </a:br>
            <a:r>
              <a:rPr lang="ko-KR" altLang="ko-KR" sz="2000" dirty="0"/>
              <a:t>파일이 어떤 헤더 파일들을 #include 하고 </a:t>
            </a:r>
            <a:br>
              <a:rPr lang="en-US" altLang="ko-KR" sz="2000" dirty="0"/>
            </a:br>
            <a:r>
              <a:rPr lang="ko-KR" altLang="ko-KR" sz="2000" dirty="0"/>
              <a:t>있는지 나타내는 그래프</a:t>
            </a:r>
            <a:endParaRPr lang="ko-KR" altLang="en-US" sz="2000" dirty="0"/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Included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dependency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en-US" altLang="ko-KR" sz="2000" dirty="0"/>
              <a:t> </a:t>
            </a:r>
            <a:r>
              <a:rPr lang="ko-KR" altLang="ko-KR" sz="2000" dirty="0"/>
              <a:t>: 해당 헤더 파일이 어떤 다른 파일들에 의해 #include 되었는지 </a:t>
            </a:r>
            <a:r>
              <a:rPr lang="ko-KR" altLang="en-US" sz="2000" dirty="0" err="1"/>
              <a:t>나타내는</a:t>
            </a:r>
            <a:r>
              <a:rPr lang="ko-KR" altLang="ko-KR" sz="2000" dirty="0" err="1"/>
              <a:t>그래프</a:t>
            </a:r>
            <a:endParaRPr lang="ko-KR" altLang="ko-KR" sz="2000" dirty="0"/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Call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ko-KR" altLang="ko-KR" sz="2000" dirty="0"/>
              <a:t> : 특정 함수 내부에서 </a:t>
            </a:r>
            <a:br>
              <a:rPr lang="en-US" altLang="ko-KR" sz="2000" dirty="0"/>
            </a:br>
            <a:r>
              <a:rPr lang="ko-KR" altLang="ko-KR" sz="2000" dirty="0"/>
              <a:t>호출하는 다른 함수들의 흐름도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Called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ko-KR" altLang="ko-KR" sz="2000" dirty="0"/>
              <a:t> : 특정 함수를 호출하고 있는 다른 함수들의 역방향 흐름도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681473-6F8E-7D1D-64D1-6715097D1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83910"/>
            <a:ext cx="6351591" cy="56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46923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0AF5-872B-7590-592F-6C0FCA83B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5306A-E82D-20AE-0336-D83CEEFD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662906-43C7-ACC9-DEA2-21300EF58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09700"/>
            <a:ext cx="11506199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Class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diagrams</a:t>
            </a:r>
            <a:r>
              <a:rPr lang="en-US" altLang="ko-KR" sz="2000" dirty="0"/>
              <a:t> : </a:t>
            </a:r>
            <a:r>
              <a:rPr lang="ko-KR" altLang="ko-KR" sz="2000" dirty="0"/>
              <a:t>클래스 간의 상속</a:t>
            </a:r>
            <a:r>
              <a:rPr lang="en-US" altLang="ko-KR" sz="2000" dirty="0"/>
              <a:t> </a:t>
            </a:r>
            <a:r>
              <a:rPr lang="ko-KR" altLang="ko-KR" sz="2000" dirty="0"/>
              <a:t>관계도</a:t>
            </a:r>
            <a:r>
              <a:rPr lang="en-US" altLang="ko-KR" sz="2000" dirty="0"/>
              <a:t>(</a:t>
            </a:r>
            <a:r>
              <a:rPr lang="ko-KR" altLang="en-US" sz="2000" dirty="0"/>
              <a:t>클래스 목록에서 각각의 클래스 창으로 이동하면 확인 가능</a:t>
            </a:r>
            <a:r>
              <a:rPr lang="en-US" altLang="ko-KR" sz="2000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E5AB7B-BB14-78F3-EAB7-F2628DE73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83" y="2754997"/>
            <a:ext cx="10961131" cy="291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2758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82AA-A90D-E8FE-7DA5-5C8B86879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35807-D48A-C9C9-65F1-153B822B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AA2C85-6BE3-0948-3319-6F71CD680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130617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Collaboration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diagrams</a:t>
            </a:r>
            <a:r>
              <a:rPr lang="ko-KR" altLang="ko-KR" sz="2000" dirty="0"/>
              <a:t> : 클래스 내부 멤버 변수로 포함된 다른 클래스 간의</a:t>
            </a:r>
            <a:r>
              <a:rPr lang="en-US" altLang="ko-KR" sz="2000" dirty="0"/>
              <a:t> </a:t>
            </a:r>
            <a:r>
              <a:rPr lang="ko-KR" altLang="ko-KR" sz="2000" dirty="0"/>
              <a:t>연관/포함 관계도</a:t>
            </a:r>
            <a:r>
              <a:rPr lang="en-US" altLang="ko-KR" sz="2000" dirty="0"/>
              <a:t> (</a:t>
            </a:r>
            <a:r>
              <a:rPr lang="ko-KR" altLang="en-US" sz="2000" dirty="0"/>
              <a:t>클래스 목록에서 각각의 클래스 창으로 이동하면 확인 가능</a:t>
            </a:r>
            <a:r>
              <a:rPr lang="en-US" altLang="ko-KR" sz="2000" dirty="0"/>
              <a:t>)</a:t>
            </a:r>
            <a:endParaRPr lang="ko-KR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2FA7B5-DBE2-A70B-7C95-838F196A4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05125"/>
            <a:ext cx="10587083" cy="215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38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65ED-636B-5CE0-D09B-5CBAB8F0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2446A-F9DC-33AD-7592-4D65E5431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A68408-2FAE-FEF9-5951-EE6460DD2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086802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Overall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class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hierarchy</a:t>
            </a:r>
            <a:r>
              <a:rPr lang="ko-KR" altLang="ko-KR" sz="2000" dirty="0"/>
              <a:t> : 프로젝트 전체</a:t>
            </a:r>
            <a:r>
              <a:rPr lang="en-US" altLang="ko-KR" sz="2000" dirty="0"/>
              <a:t> </a:t>
            </a:r>
            <a:r>
              <a:rPr lang="ko-KR" altLang="ko-KR" sz="2000" dirty="0"/>
              <a:t>클래스의 트리 구조 계층도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8B951E-4600-AECA-B6F9-BD8C95942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71" y="1985600"/>
            <a:ext cx="9418704" cy="445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6133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FB40-58E6-AC8E-98C2-88C014F7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3CDB6-0ABB-E793-BA73-8AECB8A44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BD169-8B73-587F-621A-D7419CDB1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09700"/>
            <a:ext cx="11430000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Include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dependency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en-US" altLang="ko-KR" sz="2000" dirty="0"/>
              <a:t> </a:t>
            </a:r>
            <a:r>
              <a:rPr lang="ko-KR" altLang="ko-KR" sz="2000" dirty="0"/>
              <a:t>: 해당 파일이 어떤 헤더 파일들을 #include 하고</a:t>
            </a:r>
            <a:r>
              <a:rPr lang="en-US" altLang="ko-KR" sz="2000" dirty="0"/>
              <a:t> </a:t>
            </a:r>
            <a:r>
              <a:rPr lang="ko-KR" altLang="ko-KR" sz="2000" dirty="0"/>
              <a:t>있는지 나타내는 그래프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FC08B6-9184-3996-158B-36CD84CDB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2182856"/>
            <a:ext cx="10477500" cy="426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308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9F10-DD9E-8ECE-5DCA-795480A2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A1972-6EE8-840E-140E-EC0A067F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94784-3F79-54FB-B09B-9CD9E353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153477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Included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dependency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en-US" altLang="ko-KR" sz="2000" dirty="0"/>
              <a:t> </a:t>
            </a:r>
            <a:r>
              <a:rPr lang="ko-KR" altLang="ko-KR" sz="2000" dirty="0"/>
              <a:t>: 해당 헤더 파일이 어떤 다른 파일들에 의해 #include 되었는지 </a:t>
            </a:r>
            <a:r>
              <a:rPr lang="ko-KR" altLang="en-US" sz="2000" dirty="0" err="1"/>
              <a:t>나타내는</a:t>
            </a:r>
            <a:r>
              <a:rPr lang="ko-KR" altLang="ko-KR" sz="2000" dirty="0" err="1"/>
              <a:t>그래프</a:t>
            </a:r>
            <a:endParaRPr lang="ko-KR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33E4D1-E0AE-CD6E-DF8C-BB28D61FE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2195446"/>
            <a:ext cx="10306050" cy="452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7821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FD64-0F8E-661B-70DE-A74E155BB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3DA42-8523-9ADD-10D2-196E4D20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646133-1FF9-C66E-B122-5470CCAA7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142047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ko-KR" altLang="ko-KR" sz="2000" dirty="0"/>
              <a:t> : 특정 함수 내부에서</a:t>
            </a:r>
            <a:r>
              <a:rPr lang="en-US" altLang="ko-KR" sz="2000" dirty="0"/>
              <a:t> </a:t>
            </a:r>
            <a:r>
              <a:rPr lang="ko-KR" altLang="ko-KR" sz="2000" dirty="0"/>
              <a:t>호출하는 다른 함수들의 흐름도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1D0D69-87E6-3BFB-4E32-207626D71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1864319"/>
            <a:ext cx="9676017" cy="475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6119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C698-36B2-9E6E-B56E-CE233313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17EA4-9898-F07A-4666-7E9600446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B47F6-C801-64A0-B990-50DA0E28E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115377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Called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ko-KR" altLang="ko-KR" sz="2000" dirty="0"/>
              <a:t> : 특정 함수를 호출하고 있는 다른 함수들의 역방향 흐름도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4E3814-B759-6800-3155-10BD68AE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1" y="2275069"/>
            <a:ext cx="11153774" cy="335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610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553C-34EF-32BA-4D1D-DF99A448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7D12F-1CCB-F22E-3DF4-C6AEE530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E4C14-2383-337A-38B2-3D84D35CE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4029075" cy="4767263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Expart</a:t>
            </a:r>
            <a:r>
              <a:rPr lang="en-US" altLang="ko-KR" sz="2400" dirty="0"/>
              <a:t> </a:t>
            </a:r>
            <a:r>
              <a:rPr lang="ko-KR" altLang="en-US" sz="2400" dirty="0"/>
              <a:t>설정을 통해 세부 설정 가능</a:t>
            </a:r>
            <a:endParaRPr lang="en-US" altLang="ko-KR" sz="2400" dirty="0"/>
          </a:p>
          <a:p>
            <a:r>
              <a:rPr lang="en-US" altLang="ko-KR" sz="2400" dirty="0"/>
              <a:t>Dot</a:t>
            </a:r>
            <a:r>
              <a:rPr lang="ko-KR" altLang="en-US" sz="2400" dirty="0"/>
              <a:t>에서 다이어그램 관련 설정 가능</a:t>
            </a:r>
            <a:endParaRPr lang="en-US" altLang="ko-KR" sz="2400" dirty="0"/>
          </a:p>
          <a:p>
            <a:r>
              <a:rPr lang="en-US" altLang="ko-KR" sz="2400" dirty="0"/>
              <a:t>Dot</a:t>
            </a:r>
            <a:r>
              <a:rPr lang="ko-KR" altLang="en-US" sz="2400" dirty="0"/>
              <a:t>에는 총 </a:t>
            </a:r>
            <a:r>
              <a:rPr lang="en-US" altLang="ko-KR" sz="2400" dirty="0"/>
              <a:t>45</a:t>
            </a:r>
            <a:r>
              <a:rPr lang="ko-KR" altLang="en-US" sz="2400" dirty="0"/>
              <a:t>개의 세부 설정이 있음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F675F5-6009-5F0C-B3FE-D59F5EBED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459" y="125443"/>
            <a:ext cx="7407282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5793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2CD27-6E13-5C9D-E121-D2EA967D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17BAA0-5B34-9C25-0D11-AB4C38F4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D472E-AF15-79B6-67A7-8A39E964F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Autofit/>
          </a:bodyPr>
          <a:lstStyle/>
          <a:p>
            <a:r>
              <a:rPr lang="ko-KR" altLang="ko-KR" sz="2000" dirty="0"/>
              <a:t>HIDE_UNDOC_RELATIONS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상속 및 사용 관계의 대상이 문서화되지 않았거나 클래스가 아닌 경우 해당 관계를 숨</a:t>
            </a:r>
            <a:r>
              <a:rPr lang="ko-KR" altLang="en-US" sz="2000" dirty="0"/>
              <a:t>긴</a:t>
            </a:r>
            <a:r>
              <a:rPr lang="ko-KR" altLang="ko-KR" sz="2000" dirty="0"/>
              <a:t>다.</a:t>
            </a:r>
            <a:r>
              <a:rPr lang="en-US" altLang="ko-KR" sz="2000" dirty="0"/>
              <a:t> </a:t>
            </a:r>
          </a:p>
          <a:p>
            <a:endParaRPr lang="en-US" altLang="ko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4E64C1-2A34-8AAB-3181-D761800FE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5804"/>
            <a:ext cx="9563929" cy="17984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3C97DD-A813-6AF6-C26E-140432E7B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64" y="2529762"/>
            <a:ext cx="5913632" cy="35055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72D290-7AB4-4786-8D52-4394901A9ADB}"/>
              </a:ext>
            </a:extLst>
          </p:cNvPr>
          <p:cNvSpPr txBox="1"/>
          <p:nvPr/>
        </p:nvSpPr>
        <p:spPr>
          <a:xfrm>
            <a:off x="1147165" y="6035266"/>
            <a:ext cx="359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HIDE_UNDOC_RELATIONS</a:t>
            </a:r>
            <a:r>
              <a:rPr lang="en-US" altLang="ko-KR" dirty="0"/>
              <a:t> = YES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62762-26DC-859D-AB31-90BE60567790}"/>
              </a:ext>
            </a:extLst>
          </p:cNvPr>
          <p:cNvSpPr txBox="1"/>
          <p:nvPr/>
        </p:nvSpPr>
        <p:spPr>
          <a:xfrm>
            <a:off x="6439763" y="6051308"/>
            <a:ext cx="357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HIDE_UNDOC_RELATIONS</a:t>
            </a:r>
            <a:r>
              <a:rPr lang="en-US" altLang="ko-KR" dirty="0"/>
              <a:t> = 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110368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0240-3A13-7E3B-FFEC-6B2087B9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5F5F6-A8A3-9425-238F-676BDDCF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dot </a:t>
            </a:r>
            <a:r>
              <a:rPr lang="ko-KR" altLang="en-US" sz="3600" dirty="0"/>
              <a:t>실행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4BDA40-75F7-FD57-6786-77DB61DCE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HAVE_DOT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HAVE_DOT 태그를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dirty="0" err="1"/>
              <a:t>Doxygen은</a:t>
            </a:r>
            <a:r>
              <a:rPr lang="ko-KR" altLang="ko-KR" sz="2000" dirty="0"/>
              <a:t> 시스템 경로(PATH)에서 </a:t>
            </a:r>
            <a:r>
              <a:rPr lang="ko-KR" altLang="ko-KR" sz="2000" dirty="0" err="1"/>
              <a:t>Graphviz의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도구를 사용할 수 있다고 가정</a:t>
            </a:r>
            <a:r>
              <a:rPr lang="ko-KR" altLang="en-US" sz="2000" dirty="0"/>
              <a:t>한다</a:t>
            </a:r>
            <a:r>
              <a:rPr lang="ko-KR" altLang="ko-KR" sz="2000" dirty="0"/>
              <a:t>. 이 옵션을 </a:t>
            </a:r>
            <a:r>
              <a:rPr lang="ko-KR" altLang="ko-KR" sz="2000" dirty="0" err="1"/>
              <a:t>NO로</a:t>
            </a:r>
            <a:r>
              <a:rPr lang="ko-KR" altLang="ko-KR" sz="2000" dirty="0"/>
              <a:t> 설정하면 이 섹션의 다른 옵션들은 적용되지 않</a:t>
            </a:r>
            <a:r>
              <a:rPr lang="ko-KR" altLang="en-US" sz="2000" dirty="0"/>
              <a:t>는다</a:t>
            </a:r>
            <a:r>
              <a:rPr lang="ko-KR" altLang="ko-KR" sz="2000" dirty="0"/>
              <a:t>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en-US" altLang="ko-KR" sz="2000" b="1" dirty="0" err="1"/>
              <a:t>GraphViz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그래프를 사용할 것인지 사용하지 않을 것인지 결정하는 옵션</a:t>
            </a:r>
            <a:r>
              <a:rPr lang="en-US" altLang="ko-KR" sz="2000" b="1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4554704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5B3D-9901-9814-7E15-3A562168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32A1D-A30E-F1DE-79B5-FBFF673A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dot </a:t>
            </a:r>
            <a:r>
              <a:rPr lang="ko-KR" altLang="en-US" sz="3600" dirty="0"/>
              <a:t>실행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5EDA07-B294-D16C-F273-45AAEE67A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280"/>
            <a:ext cx="10744200" cy="5206999"/>
          </a:xfrm>
        </p:spPr>
        <p:txBody>
          <a:bodyPr>
            <a:noAutofit/>
          </a:bodyPr>
          <a:lstStyle/>
          <a:p>
            <a:r>
              <a:rPr lang="ko-KR" altLang="ko-KR" sz="2000" dirty="0"/>
              <a:t>DOT_NUM_THREADS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512, 기본값: 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Doxygen이</a:t>
            </a:r>
            <a:r>
              <a:rPr lang="ko-KR" altLang="ko-KR" sz="2000" dirty="0"/>
              <a:t> 병렬로 실행할 수 있는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호출 개수를 지정합니다. 0으로 설정하면 시스템에서 사용 가능한 프로세서 수에 맞추어 자동으로 설정</a:t>
            </a:r>
            <a:r>
              <a:rPr lang="ko-KR" altLang="en-US" sz="2000" dirty="0"/>
              <a:t>된다</a:t>
            </a:r>
            <a:r>
              <a:rPr lang="ko-KR" altLang="ko-KR" sz="2000" dirty="0"/>
              <a:t>. 0보다 큰 값으로 설정하여 CPU 부하와 처리 속도 간의 균형을 직접 제어할 수 있</a:t>
            </a:r>
            <a:r>
              <a:rPr lang="ko-KR" altLang="en-US" sz="2000" dirty="0"/>
              <a:t>다</a:t>
            </a:r>
            <a:r>
              <a:rPr lang="ko-KR" altLang="ko-KR" sz="2000" dirty="0"/>
              <a:t>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최대 효율을 내고 싶다면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으로 설정하고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너무 많이 </a:t>
            </a:r>
            <a:r>
              <a:rPr lang="en-US" altLang="ko-KR" sz="2000" b="1" dirty="0"/>
              <a:t>CPU</a:t>
            </a:r>
            <a:r>
              <a:rPr lang="ko-KR" altLang="en-US" sz="2000" b="1" dirty="0"/>
              <a:t>를 잡아먹는 것이 싫다면 스레드 수를 낮게 설정하면 된다</a:t>
            </a:r>
            <a:r>
              <a:rPr lang="en-US" altLang="ko-KR" sz="2000" b="1" dirty="0"/>
              <a:t>.</a:t>
            </a:r>
          </a:p>
          <a:p>
            <a:r>
              <a:rPr lang="ko-KR" altLang="ko-KR" sz="2000" dirty="0"/>
              <a:t>DOT_BATCH_SIZE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1, 최댓값: 1000, 기본값: 50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dot의</a:t>
            </a:r>
            <a:r>
              <a:rPr lang="ko-KR" altLang="ko-KR" sz="2000" dirty="0"/>
              <a:t> 단일 호출 시 </a:t>
            </a:r>
            <a:r>
              <a:rPr lang="ko-KR" altLang="ko-KR" sz="2000" dirty="0" err="1"/>
              <a:t>Doxygen이</a:t>
            </a:r>
            <a:r>
              <a:rPr lang="ko-KR" altLang="ko-KR" sz="2000" dirty="0"/>
              <a:t> 컴파일할 수 있는 그래프의 개수를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1로 설정하면 각 그래프마다 </a:t>
            </a:r>
            <a:r>
              <a:rPr lang="ko-KR" altLang="ko-KR" sz="2000" dirty="0" err="1"/>
              <a:t>dot을</a:t>
            </a:r>
            <a:r>
              <a:rPr lang="ko-KR" altLang="ko-KR" sz="2000" dirty="0"/>
              <a:t> 별도로 호출하므로 CPU 코어가 많은 시스템에서 프로세스 생성 오버헤드가 크게 발생할 수 있다. </a:t>
            </a:r>
            <a:r>
              <a:rPr lang="ko-KR" altLang="ko-KR" sz="2000" dirty="0" err="1"/>
              <a:t>DOT_NUM_THREADS와</a:t>
            </a:r>
            <a:r>
              <a:rPr lang="ko-KR" altLang="ko-KR" sz="2000" dirty="0"/>
              <a:t> 함께 조합하여 특정 시스템의 처리 속도를 최적화할 수 있다.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en-US" altLang="ko-KR" sz="2000" b="1" dirty="0"/>
              <a:t>dot</a:t>
            </a:r>
            <a:r>
              <a:rPr lang="ko-KR" altLang="en-US" sz="2000" b="1" dirty="0"/>
              <a:t> 하나당 처리할 그래프의 개수를 지정해 너무 많은 오버헤드의 발생을 방지한다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너무 낮으면 </a:t>
            </a:r>
            <a:r>
              <a:rPr lang="en-US" altLang="ko-KR" sz="2000" b="1" dirty="0"/>
              <a:t>dot</a:t>
            </a:r>
            <a:r>
              <a:rPr lang="ko-KR" altLang="en-US" sz="2000" b="1" dirty="0"/>
              <a:t>를 실행하고 종료하는 빈도가 너무 많아져 오버헤드 방지를 위해 적당한 수치로 지정해야 한다</a:t>
            </a:r>
            <a:r>
              <a:rPr lang="en-US" altLang="ko-KR" sz="2000" b="1" dirty="0"/>
              <a:t>.)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5468078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4763-679F-A5D2-671B-B094B435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E925A-221F-CACA-D36C-26E1135D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928603-8A4D-0D6D-0639-8BDA8EEFD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DOT_COMMON_ATTR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fontname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Helvetica,fontsize</a:t>
            </a:r>
            <a:r>
              <a:rPr lang="ko-KR" altLang="ko-KR" sz="2000" dirty="0"/>
              <a:t>=10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서브그래프의 노드, </a:t>
            </a:r>
            <a:r>
              <a:rPr lang="ko-KR" altLang="ko-KR" sz="2000" dirty="0" err="1"/>
              <a:t>엣지</a:t>
            </a:r>
            <a:r>
              <a:rPr lang="ko-KR" altLang="ko-KR" sz="2000" dirty="0"/>
              <a:t>(연결선), 레이블에 적용되는 공통 속성</a:t>
            </a:r>
            <a:r>
              <a:rPr lang="ko-KR" altLang="en-US" sz="2000" dirty="0"/>
              <a:t>이다</a:t>
            </a:r>
            <a:r>
              <a:rPr lang="ko-KR" altLang="ko-KR" sz="2000" dirty="0"/>
              <a:t>. 폰트를 변경하고 싶다면 </a:t>
            </a:r>
            <a:r>
              <a:rPr lang="ko-KR" altLang="ko-KR" sz="2000" dirty="0" err="1"/>
              <a:t>fontname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fontcolor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fontsize</a:t>
            </a:r>
            <a:r>
              <a:rPr lang="ko-KR" altLang="ko-KR" sz="2000" dirty="0"/>
              <a:t> 속성을 지정할 수 있다. </a:t>
            </a:r>
            <a:r>
              <a:rPr lang="ko-KR" altLang="ko-KR" sz="2000" dirty="0" err="1"/>
              <a:t>dot이</a:t>
            </a:r>
            <a:r>
              <a:rPr lang="ko-KR" altLang="ko-KR" sz="2000" dirty="0"/>
              <a:t> 폰트를 찾을 수 있도록 표준 위치에 배치하거나, DOTFONTPATH 환경 변수 또는 DOT_FONTPATH 태그로 디렉터리를 설정해야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Graphviz</a:t>
            </a:r>
            <a:r>
              <a:rPr lang="ko-KR" altLang="ko-KR" sz="2000" dirty="0"/>
              <a:t> 기본 폰트 크기: 14)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ko-KR" sz="2000" b="1" dirty="0"/>
              <a:t>노드와 선 전체에 적용되는 공통 기본 폰트와 크기를 지정</a:t>
            </a:r>
            <a:r>
              <a:rPr lang="ko-KR" altLang="en-US" sz="2000" b="1" dirty="0"/>
              <a:t>하는 설정</a:t>
            </a:r>
            <a:r>
              <a:rPr lang="en-US" altLang="ko-KR" sz="2000" b="1" dirty="0"/>
              <a:t>.</a:t>
            </a:r>
            <a:r>
              <a:rPr lang="ko-KR" altLang="ko-KR" sz="2000" dirty="0"/>
              <a:t> </a:t>
            </a:r>
            <a:r>
              <a:rPr lang="ko-KR" altLang="en-US" sz="2000" dirty="0"/>
              <a:t>한글 폴더를 사용하였을 경우 글자가 깨지므로 </a:t>
            </a:r>
            <a:r>
              <a:rPr lang="en-US" altLang="ko-KR" sz="2000" dirty="0" err="1"/>
              <a:t>fontname</a:t>
            </a:r>
            <a:r>
              <a:rPr lang="ko-KR" altLang="en-US" sz="2000" dirty="0"/>
              <a:t>를 </a:t>
            </a:r>
            <a:r>
              <a:rPr lang="ko-KR" altLang="ko-KR" sz="2000" dirty="0" err="1"/>
              <a:t>Gulim</a:t>
            </a:r>
            <a:r>
              <a:rPr lang="ko-KR" altLang="en-US" sz="2000" dirty="0" err="1"/>
              <a:t>으로</a:t>
            </a:r>
            <a:r>
              <a:rPr lang="ko-KR" altLang="en-US" sz="2000" dirty="0"/>
              <a:t> 설정해야 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DOT_EDGE_ATTR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labelfontname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Helvetica,labelfontsize</a:t>
            </a:r>
            <a:r>
              <a:rPr lang="ko-KR" altLang="ko-KR" sz="2000" dirty="0"/>
              <a:t>=10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뒤에 결합되어 </a:t>
            </a:r>
            <a:r>
              <a:rPr lang="ko-KR" altLang="ko-KR" sz="2000" dirty="0" err="1"/>
              <a:t>엣지에</a:t>
            </a:r>
            <a:r>
              <a:rPr lang="ko-KR" altLang="ko-KR" sz="2000" dirty="0"/>
              <a:t> 적용되는 속성</a:t>
            </a:r>
            <a:r>
              <a:rPr lang="ko-KR" altLang="en-US" sz="2000" dirty="0"/>
              <a:t>이</a:t>
            </a:r>
            <a:r>
              <a:rPr lang="ko-KR" altLang="ko-KR" sz="2000" dirty="0"/>
              <a:t>다. (예: </a:t>
            </a:r>
            <a:r>
              <a:rPr lang="ko-KR" altLang="ko-KR" sz="2000" dirty="0" err="1"/>
              <a:t>arrowhead</a:t>
            </a:r>
            <a:r>
              <a:rPr lang="ko-KR" altLang="ko-KR" sz="2000" dirty="0"/>
              <a:t>=</a:t>
            </a:r>
            <a:r>
              <a:rPr lang="ko-KR" altLang="ko-KR" sz="2000" dirty="0" err="1"/>
              <a:t>open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arrowtail</a:t>
            </a:r>
            <a:r>
              <a:rPr lang="ko-KR" altLang="ko-KR" sz="2000" dirty="0"/>
              <a:t>=</a:t>
            </a:r>
            <a:r>
              <a:rPr lang="ko-KR" altLang="ko-KR" sz="2000" dirty="0" err="1"/>
              <a:t>open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arrowsize</a:t>
            </a:r>
            <a:r>
              <a:rPr lang="ko-KR" altLang="ko-KR" sz="2000" dirty="0"/>
              <a:t>=0.5)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연결선 디자인을 위해 사용되는 설정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0097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889B4-921E-8424-7209-61E987D1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C0675-A247-BCE0-28B0-85A73AD4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EC7F1-B4BC-1D64-127E-BFF7CE44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DOT_NODE_ATTR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box,height</a:t>
            </a:r>
            <a:r>
              <a:rPr lang="ko-KR" altLang="ko-KR" sz="2000" dirty="0"/>
              <a:t>=0.2,width=0.4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뒤에 결합되어 노드에 적용되는 속성</a:t>
            </a:r>
            <a:r>
              <a:rPr lang="ko-KR" altLang="en-US" sz="2000" dirty="0"/>
              <a:t>이</a:t>
            </a:r>
            <a:r>
              <a:rPr lang="ko-KR" altLang="ko-KR" sz="2000" dirty="0"/>
              <a:t>다. 노드 주변의 상자를 없애려면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plain</a:t>
            </a:r>
            <a:r>
              <a:rPr lang="ko-KR" altLang="ko-KR" sz="2000" dirty="0"/>
              <a:t> 또는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plaintext로</a:t>
            </a:r>
            <a:r>
              <a:rPr lang="ko-KR" altLang="ko-KR" sz="2000" dirty="0"/>
              <a:t>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노드 스타일 지정하는 설정</a:t>
            </a:r>
            <a:endParaRPr lang="en-US" altLang="ko-KR" sz="2000" b="1" dirty="0"/>
          </a:p>
          <a:p>
            <a:r>
              <a:rPr lang="en-US" altLang="ko-KR" sz="2000" dirty="0"/>
              <a:t>DOT_FONTPATH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등에서 </a:t>
            </a:r>
            <a:r>
              <a:rPr lang="ko-KR" altLang="ko-KR" sz="2000" b="1" dirty="0" err="1"/>
              <a:t>fontname으로</a:t>
            </a:r>
            <a:r>
              <a:rPr lang="ko-KR" altLang="ko-KR" sz="2000" b="1" dirty="0"/>
              <a:t> 지정된 폰트를 </a:t>
            </a:r>
            <a:r>
              <a:rPr lang="ko-KR" altLang="ko-KR" sz="2000" b="1" dirty="0" err="1"/>
              <a:t>dot이</a:t>
            </a:r>
            <a:r>
              <a:rPr lang="ko-KR" altLang="ko-KR" sz="2000" b="1" dirty="0"/>
              <a:t> 찾을 수 있는 경로를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0138137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DF69-B23A-5E53-00D4-40225B84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42C3A-E42C-956A-E417-2450ABACD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1823D7-C0DD-8086-2F49-5B56D7ADF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스타일을 지정할 때 사용하는 문법은 </a:t>
            </a:r>
            <a:r>
              <a:rPr lang="en-US" altLang="ko-KR" sz="2000" dirty="0" err="1"/>
              <a:t>Graphviz</a:t>
            </a:r>
            <a:r>
              <a:rPr lang="ko-KR" altLang="en-US" sz="2000" dirty="0"/>
              <a:t>의 </a:t>
            </a:r>
            <a:r>
              <a:rPr lang="en-US" altLang="ko-KR" sz="2000" dirty="0"/>
              <a:t>dot</a:t>
            </a:r>
            <a:r>
              <a:rPr lang="ko-KR" altLang="en-US" sz="2000" dirty="0"/>
              <a:t> 문법이다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DFB53D-4128-B24C-C823-22654AB82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42" y="1874075"/>
            <a:ext cx="5125121" cy="37727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66D4C3-BC65-44C1-4941-F8EC267E1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297" y="1906957"/>
            <a:ext cx="5170061" cy="37727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FAB3C2-A1FB-0D5B-53FA-7ED3B6CF91D8}"/>
              </a:ext>
            </a:extLst>
          </p:cNvPr>
          <p:cNvSpPr txBox="1"/>
          <p:nvPr/>
        </p:nvSpPr>
        <p:spPr>
          <a:xfrm>
            <a:off x="1652337" y="580763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스타일 적용 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DE5EB-4669-8804-58A8-EE128EDA4B92}"/>
              </a:ext>
            </a:extLst>
          </p:cNvPr>
          <p:cNvSpPr txBox="1"/>
          <p:nvPr/>
        </p:nvSpPr>
        <p:spPr>
          <a:xfrm>
            <a:off x="4653461" y="5679704"/>
            <a:ext cx="7538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스타일 적용 후</a:t>
            </a:r>
            <a:endParaRPr lang="en-US" altLang="ko-KR" dirty="0"/>
          </a:p>
          <a:p>
            <a:pPr algn="ctr"/>
            <a:r>
              <a:rPr lang="en-US" altLang="ko-KR" sz="1200" dirty="0"/>
              <a:t>DOT_COMMON_ATTR = </a:t>
            </a:r>
            <a:r>
              <a:rPr lang="en-US" altLang="ko-KR" sz="1200" dirty="0" err="1"/>
              <a:t>fontname</a:t>
            </a:r>
            <a:r>
              <a:rPr lang="en-US" altLang="ko-KR" sz="1200" dirty="0"/>
              <a:t>=</a:t>
            </a:r>
            <a:r>
              <a:rPr lang="en-US" altLang="ko-KR" sz="1200" dirty="0" err="1"/>
              <a:t>Helvetica,fontsize</a:t>
            </a:r>
            <a:r>
              <a:rPr lang="en-US" altLang="ko-KR" sz="1200" dirty="0"/>
              <a:t>=20</a:t>
            </a:r>
          </a:p>
          <a:p>
            <a:pPr algn="ctr"/>
            <a:r>
              <a:rPr lang="en-US" altLang="ko-KR" sz="1200" dirty="0"/>
              <a:t>DOT_EDGE_ATTR = </a:t>
            </a:r>
            <a:r>
              <a:rPr lang="en-US" altLang="ko-KR" sz="1200" dirty="0" err="1"/>
              <a:t>labelfontname</a:t>
            </a:r>
            <a:r>
              <a:rPr lang="en-US" altLang="ko-KR" sz="1200" dirty="0"/>
              <a:t>=</a:t>
            </a:r>
            <a:r>
              <a:rPr lang="en-US" altLang="ko-KR" sz="1200" dirty="0" err="1"/>
              <a:t>Helvetica,labelfontsize</a:t>
            </a:r>
            <a:r>
              <a:rPr lang="en-US" altLang="ko-KR" sz="1200" dirty="0"/>
              <a:t>=10,penwidth=2.0,arrowsize=2.0,fillcolor=green</a:t>
            </a:r>
          </a:p>
          <a:p>
            <a:pPr algn="ctr"/>
            <a:r>
              <a:rPr lang="en-US" altLang="ko-KR" sz="1200" dirty="0"/>
              <a:t>DOT_NODE_ATTR = shape=</a:t>
            </a:r>
            <a:r>
              <a:rPr lang="en-US" altLang="ko-KR" sz="1200" dirty="0" err="1"/>
              <a:t>box,height</a:t>
            </a:r>
            <a:r>
              <a:rPr lang="en-US" altLang="ko-KR" sz="1200" dirty="0"/>
              <a:t>=0.2,width=0.4, </a:t>
            </a:r>
            <a:r>
              <a:rPr lang="en-US" altLang="ko-KR" sz="1200" dirty="0" err="1"/>
              <a:t>penwidth</a:t>
            </a:r>
            <a:r>
              <a:rPr lang="en-US" altLang="ko-KR" sz="1200" dirty="0"/>
              <a:t> = 5.0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300564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29DC-544A-8D8E-08E2-3C7EB0BA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ACEE6-9F16-9076-4710-243BF920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41CCA-F4A0-2E62-4EEB-2DF2DB6F2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197389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CLASS_GRAPH(Wizard</a:t>
            </a:r>
            <a:r>
              <a:rPr lang="ko-KR" altLang="en-US" sz="2000" dirty="0"/>
              <a:t>의 </a:t>
            </a:r>
            <a:r>
              <a:rPr lang="en-US" altLang="ko-KR" sz="2000" dirty="0"/>
              <a:t>Class graphs</a:t>
            </a:r>
            <a:r>
              <a:rPr lang="ko-KR" altLang="en-US" sz="2000" dirty="0"/>
              <a:t>와 동일 옵션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YES/NO/TEXT/GRAPH/BUILTIN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문서화된 각 클래스에 대해 직접/간접 </a:t>
            </a:r>
            <a:r>
              <a:rPr lang="ko-KR" altLang="ko-KR" sz="2000" b="1" dirty="0"/>
              <a:t>상속 관계 그래프 생성 </a:t>
            </a:r>
            <a:r>
              <a:rPr lang="ko-KR" altLang="ko-KR" sz="2000" dirty="0"/>
              <a:t>여부를 설</a:t>
            </a:r>
            <a:r>
              <a:rPr lang="ko-KR" altLang="en-US" sz="2000" dirty="0"/>
              <a:t>정한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 lvl="1"/>
            <a:r>
              <a:rPr lang="ko-KR" altLang="ko-KR" sz="1800" dirty="0"/>
              <a:t>YES / GRAPH: </a:t>
            </a:r>
            <a:r>
              <a:rPr lang="ko-KR" altLang="ko-KR" sz="1800" dirty="0" err="1"/>
              <a:t>HAVE_DOT이</a:t>
            </a:r>
            <a:r>
              <a:rPr lang="ko-KR" altLang="ko-KR" sz="1800" dirty="0"/>
              <a:t> 활성화되어 있으면 </a:t>
            </a:r>
            <a:r>
              <a:rPr lang="ko-KR" altLang="ko-KR" sz="1800" dirty="0" err="1"/>
              <a:t>dot을</a:t>
            </a:r>
            <a:r>
              <a:rPr lang="ko-KR" altLang="ko-KR" sz="1800" dirty="0"/>
              <a:t> 사용하여 그래프를 생성</a:t>
            </a:r>
            <a:r>
              <a:rPr lang="ko-KR" altLang="en-US" sz="1800" dirty="0"/>
              <a:t>한</a:t>
            </a:r>
            <a:r>
              <a:rPr lang="ko-KR" altLang="ko-KR" sz="1800" dirty="0"/>
              <a:t>다.(YES 설정 시 </a:t>
            </a:r>
            <a:r>
              <a:rPr lang="ko-KR" altLang="ko-KR" sz="1800" dirty="0" err="1"/>
              <a:t>HAVE_DOT이</a:t>
            </a:r>
            <a:r>
              <a:rPr lang="ko-KR" altLang="ko-KR" sz="1800" dirty="0"/>
              <a:t> 비활성화되어 있어도 내장 생성기</a:t>
            </a:r>
            <a:r>
              <a:rPr lang="ko-KR" altLang="en-US" sz="1800" dirty="0"/>
              <a:t>가</a:t>
            </a:r>
            <a:r>
              <a:rPr lang="ko-KR" altLang="ko-KR" sz="1800" dirty="0"/>
              <a:t> 사용</a:t>
            </a:r>
            <a:r>
              <a:rPr lang="ko-KR" altLang="en-US" sz="1800" dirty="0"/>
              <a:t>된다</a:t>
            </a:r>
            <a:r>
              <a:rPr lang="ko-KR" altLang="ko-KR" sz="1800" dirty="0"/>
              <a:t>)</a:t>
            </a:r>
          </a:p>
          <a:p>
            <a:pPr lvl="1"/>
            <a:r>
              <a:rPr lang="ko-KR" altLang="ko-KR" sz="1800" dirty="0"/>
              <a:t>BUILTIN: 내장 생성기를 사용</a:t>
            </a:r>
            <a:r>
              <a:rPr lang="ko-KR" altLang="en-US" sz="1800" dirty="0"/>
              <a:t>한</a:t>
            </a:r>
            <a:r>
              <a:rPr lang="ko-KR" altLang="ko-KR" sz="1800" dirty="0"/>
              <a:t>다. </a:t>
            </a:r>
          </a:p>
          <a:p>
            <a:pPr lvl="1"/>
            <a:r>
              <a:rPr lang="ko-KR" altLang="ko-KR" sz="1800" dirty="0"/>
              <a:t>TEXT: 텍스트 및 링크 형태로 표현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명령어 \</a:t>
            </a:r>
            <a:r>
              <a:rPr lang="ko-KR" altLang="ko-KR" sz="1800" dirty="0" err="1"/>
              <a:t>inheritancegraph로</a:t>
            </a:r>
            <a:r>
              <a:rPr lang="ko-KR" altLang="ko-KR" sz="1800" dirty="0"/>
              <a:t> 명시적 활성화, \</a:t>
            </a:r>
            <a:r>
              <a:rPr lang="ko-KR" altLang="ko-KR" sz="1800" dirty="0" err="1"/>
              <a:t>hideinheritancegraph로</a:t>
            </a:r>
            <a:r>
              <a:rPr lang="ko-KR" altLang="ko-KR" sz="1800" dirty="0"/>
              <a:t> 비활성화가 가능</a:t>
            </a:r>
            <a:r>
              <a:rPr lang="ko-KR" altLang="en-US" sz="1800" dirty="0"/>
              <a:t>하</a:t>
            </a:r>
            <a:r>
              <a:rPr lang="ko-KR" altLang="ko-KR" sz="1800" dirty="0"/>
              <a:t>다.</a:t>
            </a:r>
            <a:endParaRPr lang="ko-KR" altLang="ko-KR" sz="2000" dirty="0"/>
          </a:p>
          <a:p>
            <a:pPr lvl="1"/>
            <a:endParaRPr lang="en-US" altLang="ko-KR" sz="1600" dirty="0"/>
          </a:p>
          <a:p>
            <a:endParaRPr lang="en-US" altLang="ko-KR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FF52D-357D-9FFE-E9E1-5F9FE027F25D}"/>
              </a:ext>
            </a:extLst>
          </p:cNvPr>
          <p:cNvSpPr txBox="1"/>
          <p:nvPr/>
        </p:nvSpPr>
        <p:spPr>
          <a:xfrm>
            <a:off x="838200" y="3793331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상속 관계 그래프의 종류를 선택하는 옵션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ko-KR" altLang="en-US" sz="2000" dirty="0"/>
              <a:t>각 클래스 페이지로 이동하면                       </a:t>
            </a:r>
            <a:r>
              <a:rPr lang="en-US" altLang="ko-KR" sz="2000" dirty="0"/>
              <a:t>	     </a:t>
            </a:r>
            <a:r>
              <a:rPr lang="ko-KR" altLang="en-US" sz="2000" dirty="0"/>
              <a:t>상단에</a:t>
            </a:r>
            <a:r>
              <a:rPr lang="en-US" altLang="ko-KR" sz="2000" dirty="0"/>
              <a:t>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클래스명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에 대한 상속 다이어그램 </a:t>
            </a:r>
            <a:r>
              <a:rPr lang="en-US" altLang="ko-KR" sz="2000" b="1" dirty="0"/>
              <a:t>: </a:t>
            </a:r>
            <a:r>
              <a:rPr lang="ko-KR" altLang="en-US" sz="2000" dirty="0"/>
              <a:t>아래에 그래프가 나온다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 범위 </a:t>
            </a:r>
            <a:r>
              <a:rPr lang="en-US" altLang="ko-KR" sz="2000" dirty="0"/>
              <a:t>: </a:t>
            </a:r>
            <a:r>
              <a:rPr lang="ko-KR" altLang="en-US" sz="2000" dirty="0"/>
              <a:t>부모 클래스 </a:t>
            </a:r>
            <a:r>
              <a:rPr lang="en-US" altLang="ko-KR" sz="2000" dirty="0"/>
              <a:t>+ </a:t>
            </a:r>
            <a:r>
              <a:rPr lang="ko-KR" altLang="en-US" sz="2000" dirty="0"/>
              <a:t>자식 클래스</a:t>
            </a:r>
          </a:p>
        </p:txBody>
      </p:sp>
    </p:spTree>
    <p:extLst>
      <p:ext uri="{BB962C8B-B14F-4D97-AF65-F5344CB8AC3E}">
        <p14:creationId xmlns:p14="http://schemas.microsoft.com/office/powerpoint/2010/main" val="18042519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BB29-244A-0148-D2BB-ABD058EB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11BC8-E6A6-280D-7441-4016C302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F7EE-83A1-419C-0BF6-6A1A6CB6C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197389" cy="4767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CLASS_GRAPH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3637BD-B6FB-6857-123A-E36AE4D95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01"/>
          <a:stretch>
            <a:fillRect/>
          </a:stretch>
        </p:blipFill>
        <p:spPr>
          <a:xfrm>
            <a:off x="385012" y="2239182"/>
            <a:ext cx="9865826" cy="350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2074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6B21-36C0-E37A-C043-694402CB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7B55E-0A3F-F7C3-CC7E-447633B17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-</a:t>
            </a:r>
            <a:r>
              <a:rPr lang="ko-KR" altLang="en-US" sz="3600" dirty="0"/>
              <a:t> 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672110-015C-B944-C5E3-AA92A09C7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COLLABORATION_GRAPH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클래스 간의 직접/간접 구현 의존성(상속, 포함, 클래스 참조 변수 등)을 보여주는 협력(</a:t>
            </a:r>
            <a:r>
              <a:rPr lang="ko-KR" altLang="ko-KR" sz="2000" dirty="0" err="1"/>
              <a:t>Collaboration</a:t>
            </a:r>
            <a:r>
              <a:rPr lang="ko-KR" altLang="ko-KR" sz="2000" dirty="0"/>
              <a:t>)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collaborationgraph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hidecollaborationgraph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4ED98-B939-A36A-046D-ED9465B7453C}"/>
              </a:ext>
            </a:extLst>
          </p:cNvPr>
          <p:cNvSpPr txBox="1"/>
          <p:nvPr/>
        </p:nvSpPr>
        <p:spPr>
          <a:xfrm>
            <a:off x="822157" y="3081587"/>
            <a:ext cx="111773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ko-KR" sz="2000" dirty="0"/>
              <a:t>직접/간접 구현 의존성</a:t>
            </a:r>
            <a:r>
              <a:rPr lang="en-US" altLang="ko-KR" sz="2000" dirty="0"/>
              <a:t> </a:t>
            </a:r>
            <a:r>
              <a:rPr lang="ko-KR" altLang="en-US" sz="2000" dirty="0"/>
              <a:t>그래프</a:t>
            </a:r>
            <a:r>
              <a:rPr lang="en-US" altLang="ko-KR" sz="2000" dirty="0"/>
              <a:t>, </a:t>
            </a:r>
            <a:r>
              <a:rPr lang="ko-KR" altLang="en-US" sz="2000" dirty="0"/>
              <a:t>즉 협력 관계에 대한 그래프를 생성하는 옵션이</a:t>
            </a:r>
            <a:r>
              <a:rPr lang="en-US" altLang="ko-KR" sz="2000" dirty="0"/>
              <a:t>	    </a:t>
            </a:r>
            <a:r>
              <a:rPr lang="ko-KR" altLang="en-US" sz="2000" dirty="0"/>
              <a:t>다</a:t>
            </a:r>
            <a:r>
              <a:rPr lang="en-US" altLang="ko-KR" sz="2000" dirty="0"/>
              <a:t>. </a:t>
            </a:r>
            <a:r>
              <a:rPr lang="ko-KR" altLang="en-US" sz="2000" dirty="0"/>
              <a:t>각 클래스 페이지로 이동하면</a:t>
            </a:r>
            <a:endParaRPr lang="en-US" altLang="ko-KR" sz="2000" dirty="0"/>
          </a:p>
          <a:p>
            <a:r>
              <a:rPr lang="en-US" altLang="ko-KR" sz="2000" dirty="0"/>
              <a:t>	    </a:t>
            </a:r>
            <a:r>
              <a:rPr lang="ko-KR" altLang="en-US" sz="2000" dirty="0"/>
              <a:t>상단에</a:t>
            </a:r>
            <a:r>
              <a:rPr lang="en-US" altLang="ko-KR" sz="2000" dirty="0"/>
              <a:t>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클래스명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에 대한 협력 다이어그램 </a:t>
            </a:r>
            <a:r>
              <a:rPr lang="en-US" altLang="ko-KR" sz="2000" b="1" dirty="0"/>
              <a:t>: </a:t>
            </a:r>
            <a:r>
              <a:rPr lang="ko-KR" altLang="en-US" sz="2000" dirty="0"/>
              <a:t>아래에 그래프가 나온다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 범위 </a:t>
            </a:r>
            <a:r>
              <a:rPr lang="en-US" altLang="ko-KR" sz="2000" dirty="0"/>
              <a:t>: </a:t>
            </a:r>
          </a:p>
          <a:p>
            <a:r>
              <a:rPr lang="en-US" altLang="ko-KR" sz="2000" dirty="0"/>
              <a:t>	1. </a:t>
            </a:r>
            <a:r>
              <a:rPr lang="ko-KR" altLang="en-US" sz="2000" dirty="0"/>
              <a:t>부모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상속받은 상위 클래스</a:t>
            </a:r>
            <a:endParaRPr lang="en-US" altLang="ko-KR" sz="2000" dirty="0"/>
          </a:p>
          <a:p>
            <a:r>
              <a:rPr lang="en-US" altLang="ko-KR" sz="2000" dirty="0"/>
              <a:t>	2. </a:t>
            </a:r>
            <a:r>
              <a:rPr lang="ko-KR" altLang="en-US" sz="2000" dirty="0"/>
              <a:t>멤버 변수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객체 형태로 내부에 직접 소유한 클래스</a:t>
            </a:r>
            <a:endParaRPr lang="en-US" altLang="ko-KR" sz="2000" dirty="0"/>
          </a:p>
          <a:p>
            <a:r>
              <a:rPr lang="en-US" altLang="ko-KR" sz="2000" dirty="0"/>
              <a:t>	3. </a:t>
            </a:r>
            <a:r>
              <a:rPr lang="ko-KR" altLang="en-US" sz="2000" dirty="0"/>
              <a:t>포인터</a:t>
            </a:r>
            <a:r>
              <a:rPr lang="en-US" altLang="ko-KR" sz="2000" dirty="0"/>
              <a:t>/</a:t>
            </a:r>
            <a:r>
              <a:rPr lang="ko-KR" altLang="en-US" sz="2000" dirty="0"/>
              <a:t>참조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포인터나 레퍼런스로 가리키고 있는 클래스</a:t>
            </a:r>
            <a:endParaRPr lang="en-US" altLang="ko-KR" sz="2000" dirty="0"/>
          </a:p>
          <a:p>
            <a:r>
              <a:rPr lang="en-US" altLang="ko-KR" sz="2000" dirty="0"/>
              <a:t>	4. </a:t>
            </a:r>
            <a:r>
              <a:rPr lang="ko-KR" altLang="en-US" sz="2000" dirty="0"/>
              <a:t>템플릿 인스턴스 관계 </a:t>
            </a:r>
            <a:r>
              <a:rPr lang="en-US" altLang="ko-KR" sz="2000" dirty="0"/>
              <a:t>:</a:t>
            </a:r>
            <a:r>
              <a:rPr lang="ko-KR" altLang="ko-KR" dirty="0"/>
              <a:t> </a:t>
            </a:r>
            <a:r>
              <a:rPr lang="ko-KR" altLang="ko-KR" sz="2000" dirty="0"/>
              <a:t>템플릿으로 엮인 </a:t>
            </a:r>
            <a:r>
              <a:rPr lang="ko-KR" altLang="en-US" sz="2000" dirty="0"/>
              <a:t>클</a:t>
            </a:r>
            <a:r>
              <a:rPr lang="ko-KR" altLang="ko-KR" sz="2000" dirty="0"/>
              <a:t>래스</a:t>
            </a:r>
            <a:r>
              <a:rPr lang="en-US" altLang="ko-KR" sz="2000" dirty="0"/>
              <a:t>(</a:t>
            </a:r>
            <a:r>
              <a:rPr lang="ko-KR" altLang="en-US" sz="2000" dirty="0"/>
              <a:t>템플릿 클래스를 상속하거나 </a:t>
            </a:r>
            <a:endParaRPr lang="en-US" altLang="ko-KR" sz="2000" dirty="0"/>
          </a:p>
          <a:p>
            <a:r>
              <a:rPr lang="en-US" altLang="ko-KR" sz="2000" dirty="0"/>
              <a:t>	</a:t>
            </a:r>
            <a:r>
              <a:rPr lang="ko-KR" altLang="en-US" sz="2000" dirty="0"/>
              <a:t>템플릿 타입 매개변수로 클래스를 사용할 때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		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315451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B674-C2CD-0811-DB68-5CD9B9D8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5C1D7-5B62-A6C0-E9B6-CCA516D63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-</a:t>
            </a:r>
            <a:r>
              <a:rPr lang="ko-KR" altLang="en-US" sz="3600" dirty="0"/>
              <a:t> 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1DE982-C0D2-DAF6-00F2-212A59841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COLLABORATION_GRAPH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F014C0-71A1-7DC3-C762-C345DD25A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75904"/>
            <a:ext cx="4507832" cy="4658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85A7C8-98A3-5C3E-6F4B-134B96FA5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480" y="4067174"/>
            <a:ext cx="9398520" cy="2566823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25312BE-E50B-4BE9-73BE-EA0EB6FA9F13}"/>
              </a:ext>
            </a:extLst>
          </p:cNvPr>
          <p:cNvCxnSpPr>
            <a:cxnSpLocks/>
          </p:cNvCxnSpPr>
          <p:nvPr/>
        </p:nvCxnSpPr>
        <p:spPr>
          <a:xfrm flipV="1">
            <a:off x="2863516" y="1764632"/>
            <a:ext cx="2783305" cy="898357"/>
          </a:xfrm>
          <a:prstGeom prst="bentConnector3">
            <a:avLst>
              <a:gd name="adj1" fmla="val -14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B29AC5-1494-91F4-EA9A-50B42AE3C0B4}"/>
              </a:ext>
            </a:extLst>
          </p:cNvPr>
          <p:cNvSpPr txBox="1"/>
          <p:nvPr/>
        </p:nvSpPr>
        <p:spPr>
          <a:xfrm>
            <a:off x="5791200" y="1591024"/>
            <a:ext cx="73522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부모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상속받은 상위 클래스</a:t>
            </a:r>
            <a:endParaRPr lang="en-US" altLang="ko-KR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멤버 변수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객체 형태로 내부에 직접 소유한 클래스</a:t>
            </a:r>
            <a:endParaRPr lang="en-US" altLang="ko-KR" sz="1600" dirty="0"/>
          </a:p>
          <a:p>
            <a:r>
              <a:rPr lang="en-US" altLang="ko-KR" sz="1600" dirty="0"/>
              <a:t>3. </a:t>
            </a:r>
            <a:r>
              <a:rPr lang="ko-KR" altLang="en-US" sz="1600" dirty="0"/>
              <a:t>포인터</a:t>
            </a:r>
            <a:r>
              <a:rPr lang="en-US" altLang="ko-KR" sz="1600" dirty="0"/>
              <a:t>/</a:t>
            </a:r>
            <a:r>
              <a:rPr lang="ko-KR" altLang="en-US" sz="1600" dirty="0"/>
              <a:t>참조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포인터나 레퍼런스로 가리키고 있는 클래스</a:t>
            </a:r>
            <a:endParaRPr lang="en-US" altLang="ko-KR" sz="1600" dirty="0"/>
          </a:p>
          <a:p>
            <a:r>
              <a:rPr lang="en-US" altLang="ko-KR" sz="1600" dirty="0"/>
              <a:t>4. </a:t>
            </a:r>
            <a:r>
              <a:rPr lang="ko-KR" altLang="en-US" sz="1600" dirty="0"/>
              <a:t>템플릿 인스턴스 관계 </a:t>
            </a:r>
            <a:r>
              <a:rPr lang="en-US" altLang="ko-KR" sz="1600" dirty="0"/>
              <a:t>:</a:t>
            </a:r>
            <a:r>
              <a:rPr lang="ko-KR" altLang="ko-KR" sz="1600" dirty="0"/>
              <a:t> 템플릿으로 엮인 </a:t>
            </a:r>
            <a:r>
              <a:rPr lang="ko-KR" altLang="en-US" sz="1600" dirty="0"/>
              <a:t>클</a:t>
            </a:r>
            <a:r>
              <a:rPr lang="ko-KR" altLang="ko-KR" sz="1600" dirty="0"/>
              <a:t>래스</a:t>
            </a:r>
            <a:r>
              <a:rPr lang="en-US" altLang="ko-KR" sz="1600" dirty="0"/>
              <a:t>(</a:t>
            </a:r>
            <a:r>
              <a:rPr lang="ko-KR" altLang="en-US" sz="1600" dirty="0"/>
              <a:t>템플릿 클래스를 </a:t>
            </a:r>
            <a:endParaRPr lang="en-US" altLang="ko-KR" sz="1600" dirty="0"/>
          </a:p>
          <a:p>
            <a:r>
              <a:rPr lang="ko-KR" altLang="en-US" sz="1600" dirty="0"/>
              <a:t>상속하거나 템플릿 타입 매개변수로 클래스를 사용할 때</a:t>
            </a:r>
            <a:r>
              <a:rPr lang="en-US" altLang="ko-KR" sz="1600" dirty="0"/>
              <a:t>)</a:t>
            </a:r>
          </a:p>
          <a:p>
            <a:r>
              <a:rPr lang="en-US" altLang="ko-KR" sz="2000" dirty="0"/>
              <a:t>		</a:t>
            </a:r>
            <a:endParaRPr lang="ko-KR" altLang="en-US" sz="2000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AFB050C-4984-488D-C179-507CFBF71B12}"/>
              </a:ext>
            </a:extLst>
          </p:cNvPr>
          <p:cNvCxnSpPr>
            <a:cxnSpLocks/>
          </p:cNvCxnSpPr>
          <p:nvPr/>
        </p:nvCxnSpPr>
        <p:spPr>
          <a:xfrm flipV="1">
            <a:off x="2133600" y="1987935"/>
            <a:ext cx="3657600" cy="1300697"/>
          </a:xfrm>
          <a:prstGeom prst="bentConnector3">
            <a:avLst>
              <a:gd name="adj1" fmla="val 3771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02A3EF8B-3487-17F3-91AD-C269ECFC3355}"/>
              </a:ext>
            </a:extLst>
          </p:cNvPr>
          <p:cNvCxnSpPr>
            <a:cxnSpLocks/>
          </p:cNvCxnSpPr>
          <p:nvPr/>
        </p:nvCxnSpPr>
        <p:spPr>
          <a:xfrm flipV="1">
            <a:off x="2286000" y="2241158"/>
            <a:ext cx="3505200" cy="1199874"/>
          </a:xfrm>
          <a:prstGeom prst="bentConnector3">
            <a:avLst>
              <a:gd name="adj1" fmla="val 6876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82EB40D3-04F0-5A68-D3B7-16897273B0A7}"/>
              </a:ext>
            </a:extLst>
          </p:cNvPr>
          <p:cNvCxnSpPr>
            <a:cxnSpLocks/>
          </p:cNvCxnSpPr>
          <p:nvPr/>
        </p:nvCxnSpPr>
        <p:spPr>
          <a:xfrm flipV="1">
            <a:off x="3208421" y="2502568"/>
            <a:ext cx="2582779" cy="1149736"/>
          </a:xfrm>
          <a:prstGeom prst="bentConnector3">
            <a:avLst>
              <a:gd name="adj1" fmla="val 6739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D9F5E6AB-9CDB-7738-F7BD-0F6F5EE393A3}"/>
              </a:ext>
            </a:extLst>
          </p:cNvPr>
          <p:cNvCxnSpPr>
            <a:cxnSpLocks/>
          </p:cNvCxnSpPr>
          <p:nvPr/>
        </p:nvCxnSpPr>
        <p:spPr>
          <a:xfrm flipV="1">
            <a:off x="3962400" y="2502568"/>
            <a:ext cx="1251284" cy="160421"/>
          </a:xfrm>
          <a:prstGeom prst="bentConnector3">
            <a:avLst>
              <a:gd name="adj1" fmla="val 128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55709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A64A1-F4C4-9E56-C2FE-80E39D1B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59D6B-B47F-2C38-E38D-C8641EB8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1F841-5CA1-1299-E5B3-EE097BF06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그룹 간의 직접 의존 관계를 보여주는 그래프를 생성합니다. </a:t>
            </a:r>
            <a:r>
              <a:rPr lang="en-US" altLang="ko-KR" sz="2000" dirty="0"/>
              <a:t>\</a:t>
            </a:r>
            <a:r>
              <a:rPr lang="ko-KR" altLang="ko-KR" sz="2000" dirty="0" err="1"/>
              <a:t>groupgraph</a:t>
            </a:r>
            <a:r>
              <a:rPr lang="ko-KR" altLang="ko-KR" sz="2000" dirty="0"/>
              <a:t> 및 </a:t>
            </a:r>
            <a:r>
              <a:rPr lang="en-US" altLang="ko-KR" sz="2000" dirty="0"/>
              <a:t>\</a:t>
            </a:r>
            <a:r>
              <a:rPr lang="ko-KR" altLang="ko-KR" sz="2000" dirty="0" err="1"/>
              <a:t>hidegroupgraph</a:t>
            </a:r>
            <a:r>
              <a:rPr lang="ko-KR" altLang="ko-KR" sz="2000" dirty="0"/>
              <a:t> 명령어로 개별 제어가 가능합니다.</a:t>
            </a:r>
            <a:br>
              <a:rPr lang="en-US" altLang="ko-KR" sz="2000" dirty="0"/>
            </a:br>
            <a:r>
              <a:rPr lang="ko-KR" altLang="en-US" sz="2000" dirty="0"/>
              <a:t>부연 설명</a:t>
            </a:r>
            <a:r>
              <a:rPr lang="en-US" altLang="ko-KR" sz="2000" dirty="0"/>
              <a:t> : </a:t>
            </a:r>
            <a:r>
              <a:rPr lang="ko-KR" altLang="en-US" sz="2000" dirty="0"/>
              <a:t>모듈</a:t>
            </a:r>
            <a:r>
              <a:rPr lang="en-US" altLang="ko-KR" sz="2000" dirty="0"/>
              <a:t>/</a:t>
            </a:r>
            <a:r>
              <a:rPr lang="ko-KR" altLang="en-US" sz="2000" dirty="0"/>
              <a:t>그룹</a:t>
            </a:r>
            <a:r>
              <a:rPr lang="en-US" altLang="ko-KR" sz="2000" dirty="0"/>
              <a:t>(@defgroup, @addtogroup)</a:t>
            </a:r>
            <a:r>
              <a:rPr lang="ko-KR" altLang="en-US" sz="2000" dirty="0"/>
              <a:t>간의 의존 관계 다이어그램을 </a:t>
            </a:r>
            <a:r>
              <a:rPr lang="ko-KR" altLang="en-US" sz="2000" dirty="0" err="1"/>
              <a:t>생성할지의</a:t>
            </a:r>
            <a:r>
              <a:rPr lang="ko-KR" altLang="en-US" sz="2000" dirty="0"/>
              <a:t> 여부를 묻는 옵션</a:t>
            </a:r>
            <a:r>
              <a:rPr lang="en-US" altLang="ko-KR" sz="2000" dirty="0"/>
              <a:t>. </a:t>
            </a:r>
            <a:r>
              <a:rPr lang="ko-KR" altLang="en-US" sz="2000" dirty="0"/>
              <a:t>개발자가 그룹을 만들었을 때 </a:t>
            </a:r>
            <a:r>
              <a:rPr lang="en-US" altLang="ko-KR" sz="2000" dirty="0"/>
              <a:t>topics</a:t>
            </a:r>
            <a:r>
              <a:rPr lang="ko-KR" altLang="en-US" sz="2000" dirty="0"/>
              <a:t>에서 그룹 창에 들어가서 그래프를 확인할 수 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표시되는 관계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하위 그룹 포함 관계: 그룹 </a:t>
            </a:r>
            <a:r>
              <a:rPr lang="ko-KR" altLang="ko-KR" sz="2000" dirty="0" err="1"/>
              <a:t>A</a:t>
            </a:r>
            <a:r>
              <a:rPr lang="ko-KR" altLang="ko-KR" sz="2000" dirty="0"/>
              <a:t> 안에 그룹 </a:t>
            </a:r>
            <a:r>
              <a:rPr lang="ko-KR" altLang="ko-KR" sz="2000" dirty="0" err="1"/>
              <a:t>B가</a:t>
            </a:r>
            <a:r>
              <a:rPr lang="ko-KR" altLang="ko-KR" sz="2000" dirty="0"/>
              <a:t> 속해 있는 계층 구조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그룹 간 의존성 관계: 그룹 </a:t>
            </a:r>
            <a:r>
              <a:rPr lang="ko-KR" altLang="ko-KR" sz="2000" dirty="0" err="1"/>
              <a:t>A에</a:t>
            </a:r>
            <a:r>
              <a:rPr lang="ko-KR" altLang="ko-KR" sz="2000" dirty="0"/>
              <a:t> 속한 클래스/함수가 그룹 </a:t>
            </a:r>
            <a:r>
              <a:rPr lang="ko-KR" altLang="ko-KR" sz="2000" dirty="0" err="1"/>
              <a:t>B에</a:t>
            </a:r>
            <a:r>
              <a:rPr lang="ko-KR" altLang="ko-KR" sz="2000" dirty="0"/>
              <a:t> 속한 클래스/함수를 사</a:t>
            </a:r>
            <a:r>
              <a:rPr lang="en-US" altLang="ko-KR" sz="2000" dirty="0"/>
              <a:t>	</a:t>
            </a:r>
            <a:r>
              <a:rPr lang="ko-KR" altLang="ko-KR" sz="2000" dirty="0"/>
              <a:t>용할 때 나타나는 모듈 간 연결</a:t>
            </a:r>
            <a:br>
              <a:rPr lang="en-US" altLang="ko-KR" sz="2000" dirty="0"/>
            </a:br>
            <a:r>
              <a:rPr lang="ko-KR" altLang="en-US" sz="2000" dirty="0"/>
              <a:t>그룹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Doxygen</a:t>
            </a:r>
            <a:r>
              <a:rPr lang="ko-KR" altLang="en-US" sz="2000" dirty="0"/>
              <a:t>에는 관련 있는 코드들을 하나의 모듈</a:t>
            </a:r>
            <a:r>
              <a:rPr lang="en-US" altLang="ko-KR" sz="2000" dirty="0"/>
              <a:t>(</a:t>
            </a:r>
            <a:r>
              <a:rPr lang="ko-KR" altLang="en-US" sz="2000" dirty="0"/>
              <a:t>그룹으로 </a:t>
            </a:r>
            <a:r>
              <a:rPr lang="ko-KR" altLang="ko-KR" sz="2000" dirty="0"/>
              <a:t>묶어서 문서화하는 기능(@defgroup, @ingroup 주석)을 제공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75561598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303B-236A-CB89-6BA4-EE170376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C14A1-6E5B-40B1-D12B-5C0519EBB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  <a:r>
              <a:rPr lang="en-US" altLang="ko-KR" sz="3600" dirty="0"/>
              <a:t> 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60418-2006-0D75-F501-2973A4010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그룹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Doxygen</a:t>
            </a:r>
            <a:r>
              <a:rPr lang="ko-KR" altLang="en-US" sz="2000" dirty="0"/>
              <a:t>에는 관련 있는 코드들을 하나의 모듈</a:t>
            </a:r>
            <a:r>
              <a:rPr lang="en-US" altLang="ko-KR" sz="2000" dirty="0"/>
              <a:t>(</a:t>
            </a:r>
            <a:r>
              <a:rPr lang="ko-KR" altLang="en-US" sz="2000" dirty="0"/>
              <a:t>그룹으로 </a:t>
            </a:r>
            <a:r>
              <a:rPr lang="ko-KR" altLang="ko-KR" sz="2000" dirty="0"/>
              <a:t>묶어서 문서화하는 기능(@defgroup, @ingroup 주석)을 제공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49E765F-4FAA-6347-26BF-CA1716EED42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69215"/>
          <a:ext cx="8286750" cy="4571673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3719957925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332829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404938221"/>
                    </a:ext>
                  </a:extLst>
                </a:gridCol>
              </a:tblGrid>
              <a:tr h="28390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명령어</a:t>
                      </a:r>
                      <a:endParaRPr lang="ko-K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설명</a:t>
                      </a:r>
                      <a:endParaRPr lang="ko-K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사용 예시</a:t>
                      </a:r>
                      <a:endParaRPr lang="ko-KR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312734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@defgroup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새로운 그룹(모듈)을 정의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고유한 </a:t>
                      </a:r>
                      <a:r>
                        <a:rPr lang="ko-KR" sz="13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ID와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sz="13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Doxygen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문서에 표시될 제목을 지정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@defgroup Network "네트워크 모듈"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248859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@ingroup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[&lt;id2&gt; ...]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특정 클래스, 함수, 파일 등을 지정한 그룹에 포함시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킨다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여러 그룹에 동시 소속도 가능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하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@ingroup Network */ 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class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Socket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;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160811"/>
                  </a:ext>
                </a:extLst>
              </a:tr>
              <a:tr h="87354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@addtogroup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기존 그룹에 요소를 추가합니다. 존재하지 않으면 새로 정의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블록</a:t>
                      </a:r>
                      <a:r>
                        <a:rPr lang="ko-KR" sz="8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 ... @}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 조합하여 많이 쓰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@addtogroup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05952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@weakgroup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8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@addtogroup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 동일하지만, 다른 그룹 설정과의 우선순위 경쟁에서 낮은 우선순위를 갖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는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@weakgroup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960281"/>
                  </a:ext>
                </a:extLst>
              </a:tr>
              <a:tr h="116290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</a:t>
                      </a:r>
                      <a:r>
                        <a:rPr lang="ko-KR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 ... @}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그룹 지정 범위(블록)의 시작과 끝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 블록 안의 모든 요소가 해당 그룹에 일괄 소속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된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@addtogroup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/**@{*/ </a:t>
                      </a:r>
                      <a:br>
                        <a:rPr lang="en-US" alt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  <a:br>
                        <a:rPr lang="en-US" alt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/**@}*/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19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44969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226EA-7AC7-7612-473C-19F7A21E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99B54-B2B4-5919-E36A-D2E38B54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21627-97DB-9823-1B1E-467A76424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</a:t>
            </a:r>
            <a:r>
              <a:rPr lang="ko-KR" altLang="en-US" sz="2000" dirty="0"/>
              <a:t>를 사용한 코드 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E38ABE-A5EA-08F6-538E-3A0A5AB5F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458" y="2049595"/>
            <a:ext cx="2377646" cy="42828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28CA3E-B464-2B53-7CFC-8C729D2C6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08" y="428095"/>
            <a:ext cx="3161690" cy="37629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DEA095-D3D3-C9BE-1430-3C6309561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08" y="4191001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1564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BCD12-C876-D21A-C23B-D9F472075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DF6C8-70EC-CEC2-040D-A3A08D8F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477C3-3951-5885-5BBB-6E0D4142B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 </a:t>
            </a:r>
            <a:r>
              <a:rPr lang="ko-KR" altLang="ko-KR" sz="2000" dirty="0"/>
              <a:t>하위 그룹 포함 관계</a:t>
            </a:r>
            <a:r>
              <a:rPr lang="en-US" altLang="ko-KR" sz="2000" dirty="0"/>
              <a:t>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4E3A3B1-4E8F-6BCB-C990-9970AE13C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49436"/>
            <a:ext cx="10849186" cy="48393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58B5D3B-2785-DAD7-C9A5-AD86800FA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52" y="0"/>
            <a:ext cx="1766157" cy="31813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0794C2-B67E-9C37-97AE-4621A7D3C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10" y="0"/>
            <a:ext cx="3161690" cy="376290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14AE62F-4005-8AE5-F130-73E0A42FD7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09" y="3762906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3866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DF16-DB2F-608F-1222-837C3442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A3BB1-5E29-AF66-8A0D-EDCD259E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9F88E-B2D0-85B7-5A2D-779CF2438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 </a:t>
            </a:r>
            <a:r>
              <a:rPr lang="ko-KR" altLang="ko-KR" sz="2000" dirty="0"/>
              <a:t>그룹 간 의존성 관계</a:t>
            </a:r>
            <a:r>
              <a:rPr lang="en-US" altLang="ko-KR" sz="2000" dirty="0"/>
              <a:t>(</a:t>
            </a:r>
            <a:r>
              <a:rPr lang="ko-KR" altLang="en-US" sz="2000" dirty="0"/>
              <a:t>점선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47D99CD-FA0D-4E88-C08B-76300C6EA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81453"/>
            <a:ext cx="10629900" cy="49597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62DEA9A-7184-E45C-FDB4-2C417084D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52" y="0"/>
            <a:ext cx="1766157" cy="31813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65020D-BBC0-7519-9C72-704F8EDA6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10" y="0"/>
            <a:ext cx="3161690" cy="376290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A961182-F867-3163-EFBE-A282A3C1AB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09" y="3762906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5217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F376-00BC-3326-A5DD-62F8F629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77E84-BE13-790E-43A6-45E2A67F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C6FD1-D93A-5811-AA5A-2191EBDDC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1047"/>
            <a:ext cx="10744200" cy="569695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UML: </a:t>
            </a:r>
            <a:r>
              <a:rPr lang="ko-KR" altLang="ko-KR" sz="2000" dirty="0"/>
              <a:t>UML(</a:t>
            </a:r>
            <a:r>
              <a:rPr lang="ko-KR" altLang="ko-KR" sz="2000" dirty="0" err="1"/>
              <a:t>Unified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Modeling</a:t>
            </a:r>
            <a:r>
              <a:rPr lang="ko-KR" altLang="ko-KR" sz="2000" dirty="0"/>
              <a:t> </a:t>
            </a:r>
            <a:r>
              <a:rPr lang="ko-KR" altLang="ko-KR" sz="2000" dirty="0" err="1"/>
              <a:t>Language</a:t>
            </a:r>
            <a:r>
              <a:rPr lang="ko-KR" altLang="ko-KR" sz="2000" dirty="0"/>
              <a:t>, 통합 모델링 언어)은 객체 지향 소프트웨어 시스템의 구조와 행위를 시각화, 명세화, 구축, 문서화하기 위해 만들어진 </a:t>
            </a:r>
            <a:r>
              <a:rPr lang="ko-KR" altLang="ko-KR" sz="2000" b="1" dirty="0"/>
              <a:t>국제 표준 모델링 </a:t>
            </a:r>
            <a:br>
              <a:rPr lang="en-US" altLang="ko-KR" sz="2000" b="1" dirty="0"/>
            </a:br>
            <a:r>
              <a:rPr lang="ko-KR" altLang="ko-KR" sz="2000" b="1" dirty="0"/>
              <a:t>언어</a:t>
            </a:r>
            <a:r>
              <a:rPr lang="ko-KR" altLang="en-US" sz="2000" dirty="0"/>
              <a:t>이다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소프트웨어 개발이 복잡해지면서 개발자, 기획자, </a:t>
            </a:r>
            <a:r>
              <a:rPr lang="ko-KR" altLang="ko-KR" sz="2000" dirty="0" err="1"/>
              <a:t>아키텍트</a:t>
            </a:r>
            <a:r>
              <a:rPr lang="ko-KR" altLang="ko-KR" sz="2000" dirty="0"/>
              <a:t> 간의 의사소통 오류를 줄이기 위해 OMG(</a:t>
            </a:r>
            <a:r>
              <a:rPr lang="ko-KR" altLang="ko-KR" sz="2000" dirty="0" err="1"/>
              <a:t>Object</a:t>
            </a:r>
            <a:r>
              <a:rPr lang="ko-KR" altLang="ko-KR" sz="2000" dirty="0"/>
              <a:t> Management Group)에서 </a:t>
            </a:r>
            <a:r>
              <a:rPr lang="ko-KR" altLang="ko-KR" sz="2000" dirty="0" err="1"/>
              <a:t>표준화</a:t>
            </a:r>
            <a:r>
              <a:rPr lang="ko-KR" altLang="en-US" sz="2000" dirty="0" err="1"/>
              <a:t>했다</a:t>
            </a:r>
            <a:r>
              <a:rPr lang="ko-KR" altLang="ko-KR" sz="2000" dirty="0"/>
              <a:t>. 단순한 그림이 아니라, 코드로 구현될 소프트웨어의 설계도 역할을 수행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표준화된 문법</a:t>
            </a:r>
            <a:r>
              <a:rPr lang="en-US" altLang="ko-KR" sz="2000" dirty="0"/>
              <a:t>(</a:t>
            </a:r>
            <a:r>
              <a:rPr lang="ko-KR" altLang="en-US" sz="2000" dirty="0"/>
              <a:t>코드가 아닌 시각적 도형 및 기호에 따른 문법</a:t>
            </a:r>
            <a:r>
              <a:rPr lang="en-US" altLang="ko-KR" sz="2000" dirty="0"/>
              <a:t>)</a:t>
            </a:r>
            <a:r>
              <a:rPr lang="ko-KR" altLang="en-US" sz="2000" dirty="0"/>
              <a:t>에 따라 </a:t>
            </a:r>
            <a:r>
              <a:rPr lang="ko-KR" altLang="ko-KR" sz="2000" dirty="0"/>
              <a:t>클래스, 객체, 속성, 메서드, 그리고 이들 간의 관계(상속, 의존, 포함 등)를 표현하는 약속된 기호와 화살표를 사용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시스템의 </a:t>
            </a:r>
            <a:r>
              <a:rPr lang="ko-KR" altLang="en-US" sz="2000" dirty="0"/>
              <a:t>정적인</a:t>
            </a:r>
            <a:r>
              <a:rPr lang="ko-KR" altLang="ko-KR" sz="2000" dirty="0"/>
              <a:t> 형태를 보여주는 구조 다이어그램(</a:t>
            </a:r>
            <a:r>
              <a:rPr lang="ko-KR" altLang="ko-KR" sz="2000" dirty="0" err="1"/>
              <a:t>Structure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</a:t>
            </a:r>
            <a:r>
              <a:rPr lang="ko-KR" altLang="ko-KR" sz="2000" dirty="0"/>
              <a:t>)과 </a:t>
            </a:r>
            <a:r>
              <a:rPr lang="ko-KR" altLang="en-US" sz="2000" dirty="0"/>
              <a:t>동적인</a:t>
            </a:r>
            <a:r>
              <a:rPr lang="ko-KR" altLang="ko-KR" sz="2000" dirty="0"/>
              <a:t> 흐름을 보여주는 행위 다이어그램(</a:t>
            </a:r>
            <a:r>
              <a:rPr lang="ko-KR" altLang="ko-KR" sz="2000" dirty="0" err="1"/>
              <a:t>Behavior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</a:t>
            </a:r>
            <a:r>
              <a:rPr lang="ko-KR" altLang="ko-KR" sz="2000" dirty="0"/>
              <a:t>)</a:t>
            </a:r>
            <a:r>
              <a:rPr lang="ko-KR" altLang="ko-KR" sz="2000" dirty="0" err="1"/>
              <a:t>으로</a:t>
            </a:r>
            <a:r>
              <a:rPr lang="ko-KR" altLang="ko-KR" sz="2000" dirty="0"/>
              <a:t> 나눠 표현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화살표 머리 모양, 선의 종류마다 </a:t>
            </a:r>
            <a:r>
              <a:rPr lang="ko-KR" altLang="ko-KR" sz="2000" b="1" dirty="0"/>
              <a:t>정확한 객체지향 의미</a:t>
            </a:r>
            <a:r>
              <a:rPr lang="ko-KR" altLang="ko-KR" sz="2000" dirty="0"/>
              <a:t> 존재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객체 간 관계, 상태 변화, 시스템 배치, 사용자 상호작용 등</a:t>
            </a:r>
            <a:r>
              <a:rPr lang="ko-KR" altLang="en-US" sz="2000" dirty="0"/>
              <a:t>을</a:t>
            </a:r>
            <a:r>
              <a:rPr lang="ko-KR" altLang="ko-KR" sz="2000" dirty="0"/>
              <a:t> 다각도</a:t>
            </a:r>
            <a:r>
              <a:rPr lang="ko-KR" altLang="en-US" sz="2000" dirty="0"/>
              <a:t>로 표현함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국제 표준이기에 </a:t>
            </a:r>
            <a:r>
              <a:rPr lang="ko-KR" altLang="ko-KR" sz="2000" dirty="0">
                <a:latin typeface="Google Sans Text"/>
              </a:rPr>
              <a:t>UML 규칙을 아는 개발자라면 </a:t>
            </a:r>
            <a:r>
              <a:rPr lang="ko-KR" altLang="ko-KR" sz="2000" b="1" dirty="0">
                <a:latin typeface="Google Sans Text"/>
              </a:rPr>
              <a:t>설명 없이도 설계 의도 파악 가능</a:t>
            </a:r>
            <a:endParaRPr lang="en-US" altLang="ko-KR" sz="2000" b="1" dirty="0">
              <a:latin typeface="Google Sans Text"/>
            </a:endParaRPr>
          </a:p>
          <a:p>
            <a:pPr>
              <a:lnSpc>
                <a:spcPct val="100000"/>
              </a:lnSpc>
            </a:pPr>
            <a:r>
              <a:rPr lang="ko-KR" altLang="ko-KR" sz="2000" dirty="0" err="1"/>
              <a:t>Doxygen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StarUML</a:t>
            </a:r>
            <a:r>
              <a:rPr lang="ko-KR" altLang="ko-KR" sz="2000" dirty="0"/>
              <a:t> 등을 통한 </a:t>
            </a:r>
            <a:r>
              <a:rPr lang="ko-KR" altLang="ko-KR" sz="2000" b="1" dirty="0"/>
              <a:t>자동 코드 생성 및 </a:t>
            </a:r>
            <a:r>
              <a:rPr lang="ko-KR" altLang="ko-KR" sz="2000" b="1" dirty="0" err="1"/>
              <a:t>역공학</a:t>
            </a:r>
            <a:r>
              <a:rPr lang="ko-KR" altLang="ko-KR" sz="2000" b="1" dirty="0"/>
              <a:t>(</a:t>
            </a:r>
            <a:r>
              <a:rPr lang="ko-KR" altLang="ko-KR" sz="2000" b="1" dirty="0" err="1"/>
              <a:t>Reverse</a:t>
            </a:r>
            <a:r>
              <a:rPr lang="ko-KR" altLang="ko-KR" sz="2000" b="1" dirty="0"/>
              <a:t> Engineering)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소스 코드를 분석해 다이어그램을 만드는 것</a:t>
            </a:r>
            <a:r>
              <a:rPr lang="en-US" altLang="ko-KR" sz="2000" b="1" dirty="0"/>
              <a:t>)</a:t>
            </a:r>
            <a:r>
              <a:rPr lang="ko-KR" altLang="ko-KR" sz="2000" dirty="0"/>
              <a:t> 가능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21526014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BE48-A470-63F4-E9A0-451C4C50B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20320-2B04-8DE8-66DF-52CDFB90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61FB61-3DEC-C050-5C82-7163DF4F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200" dirty="0"/>
              <a:t>UML_LOOK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YES/NO (</a:t>
            </a:r>
            <a:r>
              <a:rPr lang="ko-KR" altLang="en-US" sz="2200" dirty="0"/>
              <a:t>기본값 </a:t>
            </a:r>
            <a:r>
              <a:rPr lang="en-US" altLang="ko-KR" sz="2200" dirty="0"/>
              <a:t>: NO)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 </a:t>
            </a:r>
            <a:r>
              <a:rPr lang="ko-KR" altLang="ko-KR" sz="2200" dirty="0" err="1"/>
              <a:t>YES로</a:t>
            </a:r>
            <a:r>
              <a:rPr lang="ko-KR" altLang="ko-KR" sz="2200" dirty="0"/>
              <a:t> 설정하면 상속 및 협력 다이어그램을 </a:t>
            </a:r>
            <a:r>
              <a:rPr lang="ko-KR" altLang="ko-KR" sz="2200" dirty="0" err="1"/>
              <a:t>OMG의</a:t>
            </a:r>
            <a:r>
              <a:rPr lang="ko-KR" altLang="ko-KR" sz="2200" dirty="0"/>
              <a:t> UML(</a:t>
            </a:r>
            <a:r>
              <a:rPr lang="ko-KR" altLang="ko-KR" sz="2200" dirty="0" err="1"/>
              <a:t>Unified</a:t>
            </a:r>
            <a:r>
              <a:rPr lang="ko-KR" altLang="ko-KR" sz="2200" dirty="0"/>
              <a:t> </a:t>
            </a:r>
            <a:r>
              <a:rPr lang="ko-KR" altLang="ko-KR" sz="2200" dirty="0" err="1"/>
              <a:t>Modeling</a:t>
            </a:r>
            <a:r>
              <a:rPr lang="ko-KR" altLang="ko-KR" sz="2200" dirty="0"/>
              <a:t> </a:t>
            </a:r>
            <a:r>
              <a:rPr lang="ko-KR" altLang="ko-KR" sz="2200" dirty="0" err="1"/>
              <a:t>Language</a:t>
            </a:r>
            <a:r>
              <a:rPr lang="ko-KR" altLang="ko-KR" sz="2200" dirty="0"/>
              <a:t>) 스타일과 유사하게 생성</a:t>
            </a:r>
            <a:r>
              <a:rPr lang="ko-KR" altLang="en-US" sz="2200" dirty="0"/>
              <a:t>한</a:t>
            </a:r>
            <a:r>
              <a:rPr lang="ko-KR" altLang="ko-KR" sz="2200" dirty="0"/>
              <a:t>다.</a:t>
            </a:r>
            <a:br>
              <a:rPr lang="en-US" altLang="ko-KR" sz="2200" dirty="0"/>
            </a:br>
            <a:r>
              <a:rPr lang="ko-KR" altLang="en-US" sz="2200" dirty="0"/>
              <a:t>부연 설명</a:t>
            </a:r>
            <a:r>
              <a:rPr lang="en-US" altLang="ko-KR" sz="2200" dirty="0"/>
              <a:t> : </a:t>
            </a:r>
            <a:r>
              <a:rPr lang="en-US" altLang="ko-KR" sz="2200" b="1" dirty="0"/>
              <a:t>UML</a:t>
            </a:r>
            <a:r>
              <a:rPr lang="ko-KR" altLang="en-US" sz="2200" b="1" dirty="0"/>
              <a:t> 표준에 따른 다이어그램을 생성한다</a:t>
            </a:r>
            <a:r>
              <a:rPr lang="en-US" altLang="ko-KR" sz="2200" b="1" dirty="0"/>
              <a:t>. </a:t>
            </a:r>
            <a:r>
              <a:rPr lang="ko-KR" altLang="en-US" sz="2200" dirty="0"/>
              <a:t>기존 그래프에 비해 많은 정</a:t>
            </a:r>
            <a:r>
              <a:rPr lang="en-US" altLang="ko-KR" sz="2200" dirty="0"/>
              <a:t>	       </a:t>
            </a:r>
            <a:r>
              <a:rPr lang="ko-KR" altLang="en-US" sz="2200" dirty="0"/>
              <a:t>보가 들어 있다</a:t>
            </a:r>
            <a:r>
              <a:rPr lang="en-US" altLang="ko-KR" sz="2200" dirty="0"/>
              <a:t>.</a:t>
            </a:r>
            <a:endParaRPr lang="en-US" altLang="ko-KR" sz="2200" b="1" dirty="0"/>
          </a:p>
          <a:p>
            <a:pPr>
              <a:lnSpc>
                <a:spcPct val="100000"/>
              </a:lnSpc>
            </a:pPr>
            <a:r>
              <a:rPr lang="en-US" altLang="ko-KR" sz="2200" dirty="0"/>
              <a:t>UML_LIMIT_NUM_FIELDS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</a:t>
            </a:r>
            <a:r>
              <a:rPr lang="ko-KR" altLang="ko-KR" sz="2200" dirty="0"/>
              <a:t>최솟값: 0, 최댓값: 100, 기본값: 10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 </a:t>
            </a:r>
            <a:r>
              <a:rPr lang="ko-KR" altLang="ko-KR" sz="2200" dirty="0" err="1"/>
              <a:t>UML_LOOK이</a:t>
            </a:r>
            <a:r>
              <a:rPr lang="ko-KR" altLang="ko-KR" sz="2200" dirty="0"/>
              <a:t> 활성화된 경우 노드 내부에 표시되는 필드 및 메서드 수의 제한을 설정</a:t>
            </a:r>
            <a:r>
              <a:rPr lang="ko-KR" altLang="en-US" sz="2200" dirty="0"/>
              <a:t>한다</a:t>
            </a:r>
            <a:r>
              <a:rPr lang="ko-KR" altLang="ko-KR" sz="2200" dirty="0"/>
              <a:t>. 0으로 설정하면 제한이 없다. (단, </a:t>
            </a:r>
            <a:r>
              <a:rPr lang="ko-KR" altLang="ko-KR" sz="2200" dirty="0" err="1"/>
              <a:t>설정값의</a:t>
            </a:r>
            <a:r>
              <a:rPr lang="ko-KR" altLang="ko-KR" sz="2200" dirty="0"/>
              <a:t> 50%까지 초과 허용 후 제한이 적용</a:t>
            </a:r>
            <a:r>
              <a:rPr lang="ko-KR" altLang="en-US" sz="2200" dirty="0"/>
              <a:t>된</a:t>
            </a:r>
            <a:r>
              <a:rPr lang="ko-KR" altLang="ko-KR" sz="2200" dirty="0"/>
              <a:t>다. 예: 10으로 설정 시 15개까지는 표시되나 15개를 넘어가면 10개로 제한)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17580475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D292-CB43-A793-EFE9-D83E851B7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3B3AB-3743-8FE7-548B-AC58210C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686EDC-42C3-4B0E-A778-DD5B3E3CF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UML_MAX_EDGE_LABELS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</a:t>
            </a:r>
            <a:r>
              <a:rPr lang="ko-KR" altLang="ko-KR" sz="2200" dirty="0"/>
              <a:t>최솟값: 0, 최댓값: 100, 기본값: 10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</a:t>
            </a:r>
            <a:r>
              <a:rPr lang="ko-KR" altLang="ko-KR" sz="2200" dirty="0"/>
              <a:t> </a:t>
            </a:r>
            <a:r>
              <a:rPr lang="ko-KR" altLang="ko-KR" sz="2200" dirty="0" err="1"/>
              <a:t>UML_LOOK이</a:t>
            </a:r>
            <a:r>
              <a:rPr lang="ko-KR" altLang="ko-KR" sz="2200" dirty="0"/>
              <a:t> 활성화된 경우 두 노드 사이의 연결선(</a:t>
            </a:r>
            <a:r>
              <a:rPr lang="ko-KR" altLang="ko-KR" sz="2200" dirty="0" err="1"/>
              <a:t>엣지</a:t>
            </a:r>
            <a:r>
              <a:rPr lang="ko-KR" altLang="ko-KR" sz="2200" dirty="0"/>
              <a:t>)에 표시되는 필드 레이블 수의 제한을 설정</a:t>
            </a:r>
            <a:r>
              <a:rPr lang="ko-KR" altLang="en-US" sz="2200" dirty="0"/>
              <a:t>한다</a:t>
            </a:r>
            <a:r>
              <a:rPr lang="ko-KR" altLang="ko-KR" sz="2200" dirty="0"/>
              <a:t>. 0으로 설정하면 제한이 없다.</a:t>
            </a:r>
            <a:endParaRPr lang="en-US" altLang="ko-KR" sz="2200" dirty="0"/>
          </a:p>
          <a:p>
            <a:r>
              <a:rPr lang="en-US" altLang="ko-KR" sz="2000" dirty="0"/>
              <a:t>DOT_UML_DETAILS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YES/NO/NONE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UML 그래프의 세부 정보 표시 방식을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1800" dirty="0"/>
              <a:t>NO: 타입과 매개변수 없이 속성과 메서드 이름만 표시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YES: 속성과 메서드에 타입과 매개변수를 포함하여 표시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NONE: 멤버 정보 필드를 생성하지 않고 관계 표현에만 UML 표기법을 사용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15063172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164D-23F2-B5AC-E664-00A73C3C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94157-FD43-9129-A6E1-D2069F1F1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1898E7-112F-8CB8-3BDD-3316C87BF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9641"/>
            <a:ext cx="5823284" cy="39583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2829FAA-1D8B-3702-5C3F-A757A7C24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15" y="1500955"/>
            <a:ext cx="6676585" cy="535704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61437C-F6A8-062B-53A2-711357700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UML </a:t>
            </a:r>
            <a:r>
              <a:rPr lang="ko-KR" altLang="en-US" sz="2200" dirty="0"/>
              <a:t>사용한 다이어그램 예시</a:t>
            </a:r>
            <a:endParaRPr lang="en-US" altLang="ko-KR" sz="2200" dirty="0"/>
          </a:p>
          <a:p>
            <a:r>
              <a:rPr lang="en-US" altLang="ko-KR" sz="1600" dirty="0"/>
              <a:t>UML_LOOK = YES</a:t>
            </a:r>
          </a:p>
          <a:p>
            <a:r>
              <a:rPr lang="en-US" altLang="ko-KR" sz="1600" dirty="0"/>
              <a:t>UML_LIMIT_NUM_FIELDS , UML_MAX_EDGE_LABELS = </a:t>
            </a:r>
            <a:r>
              <a:rPr lang="ko-KR" altLang="ko-KR" sz="1600" dirty="0"/>
              <a:t>10</a:t>
            </a:r>
            <a:endParaRPr lang="en-US" altLang="ko-KR" sz="1600" dirty="0"/>
          </a:p>
          <a:p>
            <a:r>
              <a:rPr lang="en-US" altLang="ko-KR" sz="1600" dirty="0"/>
              <a:t>DOT_UML_DETAILS = YES</a:t>
            </a:r>
          </a:p>
        </p:txBody>
      </p:sp>
    </p:spTree>
    <p:extLst>
      <p:ext uri="{BB962C8B-B14F-4D97-AF65-F5344CB8AC3E}">
        <p14:creationId xmlns:p14="http://schemas.microsoft.com/office/powerpoint/2010/main" val="64548383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F780-76E4-ADEC-296F-9978B192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9658F-8486-CD26-A324-E3CCEE80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 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2EB5B4-CFBA-3719-37A1-0AE9F4958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DOT_WRAP_THRESHOLD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1000, 기본값: 17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한 줄에 표시할 최대 문자 수를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실제 줄 길이가 이 값보다 크게 길어지면 여러 줄로 자동 </a:t>
            </a:r>
            <a:r>
              <a:rPr lang="ko-KR" altLang="ko-KR" sz="2000" dirty="0" err="1"/>
              <a:t>줄바꿈</a:t>
            </a:r>
            <a:r>
              <a:rPr lang="ko-KR" altLang="en-US" sz="2000" dirty="0" err="1"/>
              <a:t>된</a:t>
            </a:r>
            <a:r>
              <a:rPr lang="ko-KR" altLang="ko-KR" sz="2000" dirty="0" err="1"/>
              <a:t>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r>
              <a:rPr lang="en-US" altLang="ko-KR" sz="2000" dirty="0"/>
              <a:t>TEMPLATE_RELATIONS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상속 및 협력 그래프에 템플릿과 템플릿 인스턴스 간의 관계를 표시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7291434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B72C-A75E-B11F-1FFA-91A84704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A26E1-7B29-B9BD-1FA5-94B45167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 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259C15-81A2-22E9-5E48-48D4274BC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042" y="1006929"/>
            <a:ext cx="7603958" cy="58510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E8630-AB0A-ABFB-7917-8B803014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TEMPLATE_RELATIONS = YES </a:t>
            </a:r>
            <a:r>
              <a:rPr lang="ko-KR" altLang="en-US" sz="2000" dirty="0"/>
              <a:t>예시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9800450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CCAC-2573-53AF-19E3-273CBE51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0D666-BFDB-63F8-78D4-07FEF70E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include,</a:t>
            </a:r>
            <a:r>
              <a:rPr lang="ko-KR" altLang="en-US" sz="3600" dirty="0"/>
              <a:t> </a:t>
            </a:r>
            <a:r>
              <a:rPr lang="en-US" altLang="ko-KR" sz="3600" dirty="0"/>
              <a:t>included</a:t>
            </a:r>
            <a:r>
              <a:rPr lang="ko-KR" altLang="en-US" sz="3600" dirty="0"/>
              <a:t> 그래프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76132-0294-5AB3-99CE-4E07DB315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INCLUDE_GRAPH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INCLUDE_GRAPH, ENABLE_PREPROCESSING, </a:t>
            </a:r>
            <a:r>
              <a:rPr lang="ko-KR" altLang="ko-KR" sz="2000" dirty="0" err="1"/>
              <a:t>SEARCH_INCLUDES가</a:t>
            </a:r>
            <a:r>
              <a:rPr lang="ko-KR" altLang="ko-KR" sz="2000" dirty="0"/>
              <a:t> 모두 </a:t>
            </a:r>
            <a:r>
              <a:rPr lang="ko-KR" altLang="ko-KR" sz="2000" dirty="0" err="1"/>
              <a:t>YES일</a:t>
            </a:r>
            <a:r>
              <a:rPr lang="ko-KR" altLang="ko-KR" sz="2000" dirty="0"/>
              <a:t> 때 파일 간의 직접/간접 #include 의존성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includegraph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hideincludegraph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INCLUDED_BY_GRAPH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INCLUDED_BY_GRAPH, ENABLE_PREPROCESSING, </a:t>
            </a:r>
            <a:r>
              <a:rPr lang="ko-KR" altLang="ko-KR" sz="2000" dirty="0" err="1"/>
              <a:t>SEARCH_INCLUDES가</a:t>
            </a:r>
            <a:r>
              <a:rPr lang="ko-KR" altLang="ko-KR" sz="2000" dirty="0"/>
              <a:t> 모두 </a:t>
            </a:r>
            <a:r>
              <a:rPr lang="ko-KR" altLang="ko-KR" sz="2000" dirty="0" err="1"/>
              <a:t>YES일</a:t>
            </a:r>
            <a:r>
              <a:rPr lang="ko-KR" altLang="ko-KR" sz="2000" dirty="0"/>
              <a:t> 때 해당 파일을 </a:t>
            </a:r>
            <a:r>
              <a:rPr lang="ko-KR" altLang="ko-KR" sz="2000" dirty="0" err="1"/>
              <a:t>include하는</a:t>
            </a:r>
            <a:r>
              <a:rPr lang="ko-KR" altLang="ko-KR" sz="2000" dirty="0"/>
              <a:t> 다른 파일들의 의존성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includedbygraph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hideincludedbygraph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각각 </a:t>
            </a:r>
            <a:r>
              <a:rPr lang="en-US" altLang="ko-KR" sz="2000" b="1" dirty="0"/>
              <a:t>include </a:t>
            </a:r>
            <a:r>
              <a:rPr lang="ko-KR" altLang="en-US" sz="2000" b="1" dirty="0"/>
              <a:t>한 파일과 현재 파일을 </a:t>
            </a:r>
            <a:r>
              <a:rPr lang="en-US" altLang="ko-KR" sz="2000" b="1" dirty="0"/>
              <a:t>include</a:t>
            </a:r>
            <a:r>
              <a:rPr lang="ko-KR" altLang="en-US" sz="2000" b="1" dirty="0"/>
              <a:t>한 파일에 대한 그래프를 제공한다</a:t>
            </a:r>
            <a:r>
              <a:rPr lang="en-US" altLang="ko-KR" sz="2000" b="1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파일들 </a:t>
            </a:r>
            <a:r>
              <a:rPr lang="en-US" altLang="ko-KR" sz="2000" dirty="0"/>
              <a:t>-&gt; </a:t>
            </a:r>
            <a:r>
              <a:rPr lang="ko-KR" altLang="en-US" sz="2000" dirty="0"/>
              <a:t>파일 페이지 상단에서 확인 가능하다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45652559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9C30-F951-FEAE-7DFA-753F7FC1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62657-27B9-4A2B-49A7-F623074D8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include,</a:t>
            </a:r>
            <a:r>
              <a:rPr lang="ko-KR" altLang="en-US" sz="3600" dirty="0"/>
              <a:t> </a:t>
            </a:r>
            <a:r>
              <a:rPr lang="en-US" altLang="ko-KR" sz="3600" dirty="0"/>
              <a:t>included</a:t>
            </a:r>
            <a:r>
              <a:rPr lang="ko-KR" altLang="en-US" sz="3600" dirty="0"/>
              <a:t> 그래프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698FF3-8C07-394B-10C3-8DB0631BD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INCLUDE_GRAPH(</a:t>
            </a:r>
            <a:r>
              <a:rPr lang="ko-KR" altLang="en-US" sz="2000" dirty="0"/>
              <a:t>위</a:t>
            </a:r>
            <a:r>
              <a:rPr lang="en-US" altLang="ko-KR" sz="2000" dirty="0"/>
              <a:t>), INCLUDED_BY_GRAPH(</a:t>
            </a:r>
            <a:r>
              <a:rPr lang="ko-KR" altLang="en-US" sz="2000" dirty="0"/>
              <a:t>아래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8E17F7-BE17-B979-9A2C-874BD53B2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1" y="1909384"/>
            <a:ext cx="8261684" cy="453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7697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95AC-7E57-43DD-8338-10D59FBE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747E6-4763-4925-747F-75302CCA1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call, caller </a:t>
            </a:r>
            <a:r>
              <a:rPr lang="ko-KR" altLang="en-US" sz="3600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388C9-6F41-1B32-7A00-D32EEFBD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CALL_GRAPH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전역 함수 또는 클래스 메서드의 호출 그래프(</a:t>
            </a:r>
            <a:r>
              <a:rPr lang="ko-KR" altLang="ko-KR" sz="2000" dirty="0" err="1"/>
              <a:t>Call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</a:t>
            </a:r>
            <a:r>
              <a:rPr lang="ko-KR" altLang="ko-KR" sz="2000" dirty="0"/>
              <a:t>)를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주의: </a:t>
            </a:r>
            <a:r>
              <a:rPr lang="ko-KR" altLang="ko-KR" sz="2000" b="1" dirty="0"/>
              <a:t>실행 시간이 크게 늘어날 수 있으므로 필요한 함수에만 \</a:t>
            </a:r>
            <a:r>
              <a:rPr lang="ko-KR" altLang="ko-KR" sz="2000" b="1" dirty="0" err="1"/>
              <a:t>callgraph</a:t>
            </a:r>
            <a:r>
              <a:rPr lang="ko-KR" altLang="ko-KR" sz="2000" b="1" dirty="0"/>
              <a:t> 명령어를 사용하는 것을 권장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비활성화는 \</a:t>
            </a:r>
            <a:r>
              <a:rPr lang="ko-KR" altLang="ko-KR" sz="2000" dirty="0" err="1"/>
              <a:t>hidecallgraph를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000" dirty="0"/>
              <a:t>CALLER_GRAPH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전역 함수 또는 클래스 메서드의 피호출자 그래프(</a:t>
            </a:r>
            <a:r>
              <a:rPr lang="ko-KR" altLang="ko-KR" sz="2000" dirty="0" err="1"/>
              <a:t>Caller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</a:t>
            </a:r>
            <a:r>
              <a:rPr lang="ko-KR" altLang="ko-KR" sz="2000" dirty="0"/>
              <a:t>)를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주의: </a:t>
            </a:r>
            <a:r>
              <a:rPr lang="ko-KR" altLang="ko-KR" sz="2000" b="1" dirty="0"/>
              <a:t>실행 시간이 크게 늘어날 수 있으므로 필요한 함수에만 \</a:t>
            </a:r>
            <a:r>
              <a:rPr lang="ko-KR" altLang="ko-KR" sz="2000" b="1" dirty="0" err="1"/>
              <a:t>callergraph</a:t>
            </a:r>
            <a:r>
              <a:rPr lang="ko-KR" altLang="ko-KR" sz="2000" b="1" dirty="0"/>
              <a:t> 명령어를 사용하는 것을 권장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비활성화는 \</a:t>
            </a:r>
            <a:r>
              <a:rPr lang="ko-KR" altLang="ko-KR" sz="2000" dirty="0" err="1"/>
              <a:t>hidecallergraph를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특정 함수가 내부에서 호출하는 함수에 대한 그래프</a:t>
            </a:r>
            <a:r>
              <a:rPr lang="ko-KR" altLang="en-US" sz="2000" dirty="0"/>
              <a:t>를 만드는 옵션이 </a:t>
            </a:r>
            <a:r>
              <a:rPr lang="en-US" altLang="ko-KR" sz="2000" dirty="0"/>
              <a:t>		       	       CALL_GRAPH</a:t>
            </a:r>
            <a:r>
              <a:rPr lang="ko-KR" altLang="en-US" sz="2000" dirty="0"/>
              <a:t>이고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특정 함수가 어디에서 호출되었는지 나타내는 그래프</a:t>
            </a:r>
            <a:r>
              <a:rPr lang="ko-KR" altLang="en-US" sz="2000" dirty="0"/>
              <a:t>를 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만드는 옵션이 </a:t>
            </a:r>
            <a:r>
              <a:rPr lang="en-US" altLang="ko-KR" sz="2000" dirty="0"/>
              <a:t>CALLER_GRAPH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각 클래스 파일 내부에 있는 멤버 함수 문서화 부분</a:t>
            </a:r>
            <a:r>
              <a:rPr lang="en-US" altLang="ko-KR" sz="2000" dirty="0"/>
              <a:t>(</a:t>
            </a:r>
            <a:r>
              <a:rPr lang="ko-KR" altLang="en-US" sz="2000" dirty="0"/>
              <a:t>목차에서 확인</a:t>
            </a:r>
            <a:r>
              <a:rPr lang="en-US" altLang="ko-KR" sz="2000" dirty="0"/>
              <a:t>)</a:t>
            </a:r>
            <a:r>
              <a:rPr lang="ko-KR" altLang="en-US" sz="2000" dirty="0"/>
              <a:t>에서 확인 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가능하다</a:t>
            </a:r>
            <a:r>
              <a:rPr lang="en-US" altLang="ko-KR" sz="2000" dirty="0"/>
              <a:t>.</a:t>
            </a:r>
          </a:p>
          <a:p>
            <a:endParaRPr lang="ko-KR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3089161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9BCD-DD9A-F909-8196-8839CE43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8755C-8427-2BF6-6DA8-86CF2DAD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call, caller </a:t>
            </a:r>
            <a:r>
              <a:rPr lang="ko-KR" altLang="en-US" sz="3600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5A1987-539D-F4D3-34BA-0FA20C95D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CALL_GRAPH(</a:t>
            </a:r>
            <a:r>
              <a:rPr lang="ko-KR" altLang="en-US" sz="2000" dirty="0"/>
              <a:t>위</a:t>
            </a:r>
            <a:r>
              <a:rPr lang="en-US" altLang="ko-KR" sz="2000" dirty="0"/>
              <a:t>), CALLER_GRAPH(</a:t>
            </a:r>
            <a:r>
              <a:rPr lang="ko-KR" altLang="en-US" sz="2000" dirty="0"/>
              <a:t>아래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1B55C9-E837-08F1-964C-1CB4B2240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7244"/>
            <a:ext cx="12192000" cy="48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4496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14595-F306-0CCD-75A4-8B268142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E8DBA-F1FF-10E6-9781-8E9E5304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E24081-A7D0-662C-EB12-1D029E82E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GRAPHICAL_HIERARCHY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b="1" dirty="0"/>
              <a:t>전체 클래스 계층 구조를 텍스트 대신 그래픽 형태로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dirty="0"/>
              <a:t>클래스 </a:t>
            </a:r>
            <a:r>
              <a:rPr lang="en-US" altLang="ko-KR" sz="2000" dirty="0"/>
              <a:t>-&gt; </a:t>
            </a:r>
            <a:r>
              <a:rPr lang="ko-KR" altLang="en-US" sz="2000" dirty="0"/>
              <a:t>클래스 계통도를 눌렀을 때 그래프로 볼 수 있게 해주는 옵션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7717954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EB86-C778-75C1-8DD9-D9F033AC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E2137-957A-44FB-134F-7B287FD93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4E58A1-4DF9-8E47-E7B3-593894C27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GRAPHICAL_HIERARCHY </a:t>
            </a:r>
            <a:r>
              <a:rPr lang="ko-KR" altLang="en-US" sz="2000" dirty="0"/>
              <a:t>예시</a:t>
            </a:r>
            <a:r>
              <a:rPr lang="en-US" altLang="ko-KR" sz="2000" dirty="0"/>
              <a:t> – </a:t>
            </a:r>
            <a:r>
              <a:rPr lang="ko-KR" altLang="en-US" sz="2000" dirty="0"/>
              <a:t>왼쪽이 </a:t>
            </a:r>
            <a:r>
              <a:rPr lang="en-US" altLang="ko-KR" sz="2000" dirty="0"/>
              <a:t>NO,</a:t>
            </a:r>
            <a:r>
              <a:rPr lang="ko-KR" altLang="en-US" sz="2000" dirty="0"/>
              <a:t> 오른쪽이 </a:t>
            </a:r>
            <a:r>
              <a:rPr lang="en-US" altLang="ko-KR" sz="2000" dirty="0"/>
              <a:t>YES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D9B5AC-6AAB-A947-50BF-359C84647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268" y="1790312"/>
            <a:ext cx="4130398" cy="48263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928E23-1BDF-B6F9-F6C4-D828C088C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336" y="1770259"/>
            <a:ext cx="3701734" cy="50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591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BFBBB-17C6-3389-AFD9-45DA6BE7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8D2E7-7E25-CFC3-CDE7-6CE24F0FF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D205A-719A-BFD3-FF50-CF6C94339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069054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DIRECTORY_GRAPH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디렉터리 간의 #include 관계를 기반으로 </a:t>
            </a:r>
            <a:r>
              <a:rPr lang="ko-KR" altLang="ko-KR" sz="2000" b="1" dirty="0"/>
              <a:t>디렉터리 의존성 그래프를 생성</a:t>
            </a:r>
            <a:r>
              <a:rPr lang="ko-KR" altLang="en-US" sz="2000" b="1" dirty="0"/>
              <a:t>한</a:t>
            </a:r>
            <a:r>
              <a:rPr lang="ko-KR" altLang="ko-KR" sz="2000" b="1" dirty="0"/>
              <a:t>다. </a:t>
            </a:r>
            <a:r>
              <a:rPr lang="ko-KR" altLang="ko-KR" sz="2000" dirty="0"/>
              <a:t>\</a:t>
            </a:r>
            <a:r>
              <a:rPr lang="ko-KR" altLang="ko-KR" sz="2000" dirty="0" err="1"/>
              <a:t>directorygraph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hidedirectorygraph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dirty="0"/>
              <a:t>파일들 </a:t>
            </a:r>
            <a:r>
              <a:rPr lang="en-US" altLang="ko-KR" sz="2000" dirty="0"/>
              <a:t>-&gt; </a:t>
            </a:r>
            <a:r>
              <a:rPr lang="ko-KR" altLang="en-US" sz="2000" dirty="0"/>
              <a:t>파일 목록 </a:t>
            </a:r>
            <a:r>
              <a:rPr lang="en-US" altLang="ko-KR" sz="2000" dirty="0"/>
              <a:t>-&gt; </a:t>
            </a:r>
            <a:r>
              <a:rPr lang="ko-KR" altLang="en-US" sz="2000" dirty="0"/>
              <a:t>폴더에서 폴더 창에 들어가면 디렉터리 의존성 그래프가 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DIR_GRAPH_MAX_DEPTH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1, 최댓값: 25, 기본값: 1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디렉터리 의존성 그래프에서 생성할 하위 디렉터리의 최대 깊이 단계를 제한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4972403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BF26-C069-1D98-F7A9-5B9B15F2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EC573-25B4-AD8C-4DA8-834588FB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DFE8C-3D18-0A14-644C-8758926F4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069054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DIRECTORY_GRAPH </a:t>
            </a:r>
            <a:r>
              <a:rPr lang="ko-KR" altLang="en-US" sz="2000" dirty="0"/>
              <a:t>예시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5849AC-91BC-B123-9A11-9DE38815E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8155"/>
            <a:ext cx="10844463" cy="50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0034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C0A6-C88D-92D2-3734-21830ADE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0F0E3-E8D4-1E83-8C17-EA61E42C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이미지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014D8-EC1A-3A86-BE7A-893AA19B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DOT_IMAGE_FORMAT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가능한 값: </a:t>
            </a:r>
            <a:r>
              <a:rPr lang="ko-KR" altLang="ko-KR" sz="2000" dirty="0" err="1"/>
              <a:t>png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png:gdiplus:gdiplus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svg:cairo:cairo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svg:svg:core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gif:gdiplus:gdiplus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jpg:gdiplus:gdiplus</a:t>
            </a:r>
            <a:r>
              <a:rPr lang="en-US" altLang="ko-KR" sz="2000" dirty="0"/>
              <a:t>, </a:t>
            </a:r>
            <a:r>
              <a:rPr lang="ko-KR" altLang="ko-KR" sz="2000" b="1" dirty="0"/>
              <a:t>기본값: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png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dot이</a:t>
            </a:r>
            <a:r>
              <a:rPr lang="ko-KR" altLang="ko-KR" sz="2000" dirty="0"/>
              <a:t> 생성할 이미지 파일의 포맷을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참고: </a:t>
            </a:r>
            <a:r>
              <a:rPr lang="ko-KR" altLang="ko-KR" sz="2000" dirty="0" err="1"/>
              <a:t>svg:cairo</a:t>
            </a:r>
            <a:r>
              <a:rPr lang="ko-KR" altLang="ko-KR" sz="2000" dirty="0"/>
              <a:t> 및 </a:t>
            </a:r>
            <a:r>
              <a:rPr lang="ko-KR" altLang="ko-KR" sz="2000" dirty="0" err="1"/>
              <a:t>svg:cairo:cairo</a:t>
            </a:r>
            <a:r>
              <a:rPr lang="ko-KR" altLang="ko-KR" sz="2000" dirty="0"/>
              <a:t> 포맷은 INTERACTIVE_SVG 옵션과 함께 사용할 수 없다.</a:t>
            </a:r>
            <a:endParaRPr lang="en-US" altLang="ko-KR" sz="2000" dirty="0"/>
          </a:p>
          <a:p>
            <a:r>
              <a:rPr lang="en-US" altLang="ko-KR" sz="2000" dirty="0"/>
              <a:t>INTERACTIVE_SVG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DOT_IMAGE_FORMAT이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svg:svg:core일</a:t>
            </a:r>
            <a:r>
              <a:rPr lang="ko-KR" altLang="ko-KR" sz="2000" dirty="0"/>
              <a:t> 때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확대/축소 및 이동(</a:t>
            </a:r>
            <a:r>
              <a:rPr lang="ko-KR" altLang="ko-KR" sz="2000" dirty="0" err="1"/>
              <a:t>Pan</a:t>
            </a:r>
            <a:r>
              <a:rPr lang="ko-KR" altLang="ko-KR" sz="2000" dirty="0"/>
              <a:t>)이 가능한 대화형 SVG 이미지를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(최신 브라우저 필요)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7949005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A70F-B036-B175-A6FC-8E4A6C4F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2232-FCCC-76FC-C61F-5409712A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경로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E4AF8-47BB-6CD5-02E1-AED4AB0DF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DOT_PATH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도구가 설치된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시스템 PATH 환경 변수를 참조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DOTFILE_DIRS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.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dotfile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4416862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8F49-8F23-401A-1451-03BC66E7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A0A1-053E-9A6B-BC25-DF5A203E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DIA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E03C8C-6823-F63D-2174-CA38F078C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5717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DIA : </a:t>
            </a:r>
            <a:r>
              <a:rPr lang="ko-KR" altLang="ko-KR" sz="2000" dirty="0"/>
              <a:t>구조화된 다이어그램을 그릴 수 있는 무료 오픈소스 그래픽 편집기 프로그램</a:t>
            </a:r>
            <a:r>
              <a:rPr lang="en-US" altLang="ko-KR" sz="2000" dirty="0"/>
              <a:t>. </a:t>
            </a:r>
            <a:r>
              <a:rPr lang="en-US" altLang="ko-KR" sz="2000" b="1" dirty="0" err="1"/>
              <a:t>Doxygen</a:t>
            </a:r>
            <a:r>
              <a:rPr lang="ko-KR" altLang="en-US" sz="2000" b="1" dirty="0"/>
              <a:t>은 </a:t>
            </a:r>
            <a:r>
              <a:rPr lang="en-US" altLang="ko-KR" sz="2000" b="1" dirty="0"/>
              <a:t>DIA</a:t>
            </a:r>
            <a:r>
              <a:rPr lang="ko-KR" altLang="en-US" sz="2000" b="1" dirty="0"/>
              <a:t>로 그린 외부 다이어그램 파일</a:t>
            </a:r>
            <a:r>
              <a:rPr lang="en-US" altLang="ko-KR" sz="2000" b="1" dirty="0"/>
              <a:t>(.</a:t>
            </a:r>
            <a:r>
              <a:rPr lang="en-US" altLang="ko-KR" sz="2000" b="1" dirty="0" err="1"/>
              <a:t>dia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을 자동으로 이미지로 변환하여 문서에 삽입하는 기능</a:t>
            </a:r>
            <a:r>
              <a:rPr lang="ko-KR" altLang="en-US" sz="2000" dirty="0"/>
              <a:t>이 있다</a:t>
            </a:r>
            <a:r>
              <a:rPr lang="en-US" altLang="ko-KR" sz="2000" dirty="0"/>
              <a:t>. DIA_PATH</a:t>
            </a:r>
            <a:r>
              <a:rPr lang="ko-KR" altLang="en-US" sz="2000" dirty="0"/>
              <a:t>로 </a:t>
            </a:r>
            <a:r>
              <a:rPr lang="en-US" altLang="ko-KR" sz="2000" dirty="0" err="1"/>
              <a:t>dia</a:t>
            </a:r>
            <a:r>
              <a:rPr lang="en-US" altLang="ko-KR" sz="2000" dirty="0"/>
              <a:t> </a:t>
            </a:r>
            <a:r>
              <a:rPr lang="ko-KR" altLang="en-US" sz="2000" dirty="0"/>
              <a:t>실행 파일 디렉터리를 지정하고 </a:t>
            </a:r>
            <a:r>
              <a:rPr lang="en-US" altLang="ko-KR" sz="2000" dirty="0"/>
              <a:t>DIAFILE_DIRS</a:t>
            </a:r>
            <a:r>
              <a:rPr lang="ko-KR" altLang="en-US" sz="2000" dirty="0"/>
              <a:t>로 </a:t>
            </a:r>
            <a:r>
              <a:rPr lang="en-US" altLang="ko-KR" sz="2000" dirty="0"/>
              <a:t>.</a:t>
            </a:r>
            <a:r>
              <a:rPr lang="en-US" altLang="ko-KR" sz="2000" dirty="0" err="1"/>
              <a:t>dia</a:t>
            </a:r>
            <a:r>
              <a:rPr lang="en-US" altLang="ko-KR" sz="2000" dirty="0"/>
              <a:t> </a:t>
            </a:r>
            <a:r>
              <a:rPr lang="ko-KR" altLang="en-US" sz="2000" dirty="0"/>
              <a:t>파일이 있는 디렉터리를 지정한 뒤 문법에 따라 주석을 남기면 개발자가 직접 만든 다이어그램을 가져올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주로 </a:t>
            </a:r>
            <a:r>
              <a:rPr lang="en-US" altLang="ko-KR" sz="2000" dirty="0" err="1"/>
              <a:t>doxygen</a:t>
            </a:r>
            <a:r>
              <a:rPr lang="ko-KR" altLang="ko-KR" sz="2000" dirty="0"/>
              <a:t>이 코드로 자동 추적할 수 없어 개발자가 직접 </a:t>
            </a:r>
            <a:r>
              <a:rPr lang="ko-KR" altLang="ko-KR" sz="2000" dirty="0" err="1"/>
              <a:t>그려놓은</a:t>
            </a:r>
            <a:r>
              <a:rPr lang="ko-KR" altLang="ko-KR" sz="2000" dirty="0"/>
              <a:t> 설계도나 시스템 아키텍처 그림을 문서에 자연스럽게 통합해 주는 역할을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Dia </a:t>
            </a:r>
            <a:r>
              <a:rPr lang="ko-KR" altLang="en-US" sz="2000" dirty="0"/>
              <a:t>주석 문법</a:t>
            </a:r>
            <a:br>
              <a:rPr lang="en-US" altLang="ko-KR" sz="2000" dirty="0"/>
            </a:br>
            <a:r>
              <a:rPr lang="ko-KR" altLang="ko-KR" sz="2000" dirty="0"/>
              <a:t>@diafile &lt;</a:t>
            </a:r>
            <a:r>
              <a:rPr lang="ko-KR" altLang="ko-KR" sz="2000" dirty="0" err="1"/>
              <a:t>file-name</a:t>
            </a:r>
            <a:r>
              <a:rPr lang="ko-KR" altLang="ko-KR" sz="2000" dirty="0"/>
              <a:t>&gt; ["</a:t>
            </a:r>
            <a:r>
              <a:rPr lang="ko-KR" altLang="en-US" sz="2000" dirty="0"/>
              <a:t>다이어그램 하단 설명 문구</a:t>
            </a:r>
            <a:r>
              <a:rPr lang="ko-KR" altLang="ko-KR" sz="2000" dirty="0"/>
              <a:t>"] [&lt;</a:t>
            </a:r>
            <a:r>
              <a:rPr lang="ko-KR" altLang="ko-KR" sz="2000" dirty="0" err="1"/>
              <a:t>sizeindication</a:t>
            </a:r>
            <a:r>
              <a:rPr lang="ko-KR" altLang="ko-KR" sz="2000" dirty="0"/>
              <a:t>&gt;=&lt;</a:t>
            </a:r>
            <a:r>
              <a:rPr lang="ko-KR" altLang="ko-KR" sz="2000" dirty="0" err="1"/>
              <a:t>size</a:t>
            </a:r>
            <a:r>
              <a:rPr lang="ko-KR" altLang="ko-KR" sz="2000" dirty="0"/>
              <a:t>&gt;</a:t>
            </a:r>
            <a:r>
              <a:rPr lang="en-US" altLang="ko-KR" sz="2000" dirty="0"/>
              <a:t>(</a:t>
            </a:r>
            <a:r>
              <a:rPr lang="ko-KR" altLang="en-US" sz="2000" dirty="0"/>
              <a:t>이미지 출력 제한</a:t>
            </a:r>
            <a:r>
              <a:rPr lang="en-US" altLang="ko-KR" sz="2000" dirty="0"/>
              <a:t>)</a:t>
            </a:r>
            <a:r>
              <a:rPr lang="ko-KR" altLang="ko-KR" sz="2000" dirty="0"/>
              <a:t>]</a:t>
            </a:r>
            <a:br>
              <a:rPr lang="en-US" altLang="ko-KR" sz="2000" dirty="0"/>
            </a:br>
            <a:r>
              <a:rPr lang="ko-KR" altLang="en-US" sz="2000" dirty="0"/>
              <a:t>예 </a:t>
            </a:r>
            <a:r>
              <a:rPr lang="en-US" altLang="ko-KR" sz="2000" dirty="0"/>
              <a:t>: </a:t>
            </a:r>
            <a:r>
              <a:rPr lang="ko-KR" altLang="ko-KR" sz="2000" dirty="0"/>
              <a:t>@diafile </a:t>
            </a:r>
            <a:r>
              <a:rPr lang="ko-KR" altLang="ko-KR" sz="2000" dirty="0" err="1"/>
              <a:t>packet_flow.dia</a:t>
            </a:r>
            <a:r>
              <a:rPr lang="ko-KR" altLang="ko-KR" sz="2000" dirty="0"/>
              <a:t> "데이터 패킷 흐름도"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=14cm </a:t>
            </a:r>
            <a:br>
              <a:rPr lang="en-US" altLang="ko-KR" sz="2000" dirty="0"/>
            </a:br>
            <a:r>
              <a:rPr lang="ko-KR" altLang="en-US" sz="2000" dirty="0"/>
              <a:t>매체별 크기 지정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HTML 페이지에만 크기 적용: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=\</a:t>
            </a:r>
            <a:r>
              <a:rPr lang="ko-KR" altLang="ko-KR" sz="2000" dirty="0" err="1"/>
              <a:t>htmlonly</a:t>
            </a:r>
            <a:r>
              <a:rPr lang="ko-KR" altLang="ko-KR" sz="2000" dirty="0"/>
              <a:t> 800px \</a:t>
            </a:r>
            <a:r>
              <a:rPr lang="ko-KR" altLang="ko-KR" sz="2000" dirty="0" err="1"/>
              <a:t>endhtmlonly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PDF/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 문서에만 크기 적용: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=\</a:t>
            </a:r>
            <a:r>
              <a:rPr lang="ko-KR" altLang="ko-KR" sz="2000" dirty="0" err="1"/>
              <a:t>latexonly</a:t>
            </a:r>
            <a:r>
              <a:rPr lang="ko-KR" altLang="ko-KR" sz="2000" dirty="0"/>
              <a:t> 10cm \</a:t>
            </a:r>
            <a:r>
              <a:rPr lang="ko-KR" altLang="ko-KR" sz="2000" dirty="0" err="1"/>
              <a:t>endlatexonly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8372658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5662-CE87-4A42-5FA9-AB765A619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5084E-8FE1-B354-E4C6-5AE4E356A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DIA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2E054-02C5-CEE1-EDE1-D112979E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DIA_PATH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Dia</a:t>
            </a:r>
            <a:r>
              <a:rPr lang="ko-KR" altLang="ko-KR" sz="2000" dirty="0"/>
              <a:t> 다이어그램 도구 실행 파일이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기본 검색 경로를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DIAFILE_DIRS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Dia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diafile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1241772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6EBD-485B-B119-73E9-A19B4E5D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2FE37-9D6D-F4DF-22B6-51ACFFFE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PLANTUML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03B0D0-7EE7-201A-3A85-3D1F4164D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PlantUML</a:t>
            </a:r>
            <a:r>
              <a:rPr lang="en-US" altLang="ko-KR" sz="2000" dirty="0"/>
              <a:t> : </a:t>
            </a:r>
            <a:r>
              <a:rPr lang="ko-KR" altLang="ko-KR" sz="2000" dirty="0" err="1"/>
              <a:t>PlantUML은</a:t>
            </a:r>
            <a:r>
              <a:rPr lang="ko-KR" altLang="ko-KR" sz="2000" dirty="0"/>
              <a:t> </a:t>
            </a:r>
            <a:r>
              <a:rPr lang="ko-KR" altLang="ko-KR" sz="2000" b="1" dirty="0"/>
              <a:t>텍스트 코드 기반으로 UML 다이어그램을 자동 생성해 주는 대표적인 '</a:t>
            </a:r>
            <a:r>
              <a:rPr lang="ko-KR" altLang="ko-KR" sz="2000" b="1" dirty="0" err="1"/>
              <a:t>Diagrams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as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Code</a:t>
            </a:r>
            <a:r>
              <a:rPr lang="ko-KR" altLang="ko-KR" sz="2000" b="1" dirty="0"/>
              <a:t>(코드 형태의 다이어그램)' 오픈소스 도구</a:t>
            </a:r>
            <a:r>
              <a:rPr lang="ko-KR" altLang="en-US" sz="2000" dirty="0"/>
              <a:t>이</a:t>
            </a:r>
            <a:r>
              <a:rPr lang="ko-KR" altLang="ko-KR" sz="2000" dirty="0"/>
              <a:t>다. </a:t>
            </a:r>
            <a:r>
              <a:rPr lang="ko-KR" altLang="ko-KR" sz="2000" dirty="0" err="1"/>
              <a:t>PlantUML은</a:t>
            </a:r>
            <a:r>
              <a:rPr lang="ko-KR" altLang="ko-KR" sz="2000" dirty="0"/>
              <a:t> 텍스트 코드 기반으로 UML 다이어그램을 자동 생성해 주는 대표적인 '</a:t>
            </a:r>
            <a:r>
              <a:rPr lang="ko-KR" altLang="ko-KR" sz="2000" dirty="0" err="1"/>
              <a:t>Diagrams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Code</a:t>
            </a:r>
            <a:r>
              <a:rPr lang="ko-KR" altLang="ko-KR" sz="2000" dirty="0"/>
              <a:t>(코드 형태의 다이어그램)' 오픈소스 도구</a:t>
            </a:r>
            <a:r>
              <a:rPr lang="ko-KR" altLang="en-US" sz="2000" dirty="0"/>
              <a:t>이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 err="1"/>
              <a:t>Doxygen</a:t>
            </a:r>
            <a:r>
              <a:rPr lang="en-US" altLang="ko-KR" sz="2000" dirty="0"/>
              <a:t> </a:t>
            </a:r>
            <a:r>
              <a:rPr lang="ko-KR" altLang="en-US" sz="2000" dirty="0"/>
              <a:t>주석 내부의 </a:t>
            </a:r>
            <a:r>
              <a:rPr lang="ko-KR" altLang="ko-KR" sz="2000" dirty="0"/>
              <a:t>@startuml과 @enduml 사이에 정해진 문법으로 작성하면 다이어그램 이미지가 출력</a:t>
            </a:r>
            <a:r>
              <a:rPr lang="ko-KR" altLang="en-US" sz="2000" dirty="0"/>
              <a:t>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en-US" sz="2000" dirty="0"/>
              <a:t>주석 예시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ko-KR" sz="2000" dirty="0"/>
              <a:t>@startuml </a:t>
            </a:r>
            <a:br>
              <a:rPr lang="en-US" altLang="ko-KR" sz="2000" dirty="0"/>
            </a:br>
            <a:r>
              <a:rPr lang="ko-KR" altLang="ko-KR" sz="2000" dirty="0" err="1"/>
              <a:t>actor</a:t>
            </a:r>
            <a:r>
              <a:rPr lang="ko-KR" altLang="ko-KR" sz="2000" dirty="0"/>
              <a:t> 사용자 </a:t>
            </a:r>
            <a:br>
              <a:rPr lang="en-US" altLang="ko-KR" sz="2000" dirty="0"/>
            </a:br>
            <a:r>
              <a:rPr lang="ko-KR" altLang="ko-KR" sz="2000" dirty="0" err="1"/>
              <a:t>participant</a:t>
            </a:r>
            <a:r>
              <a:rPr lang="ko-KR" altLang="ko-KR" sz="2000" dirty="0"/>
              <a:t> "웹 서버"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Server </a:t>
            </a:r>
            <a:br>
              <a:rPr lang="en-US" altLang="ko-KR" sz="2000" dirty="0"/>
            </a:br>
            <a:r>
              <a:rPr lang="ko-KR" altLang="ko-KR" sz="2000" dirty="0" err="1"/>
              <a:t>database</a:t>
            </a:r>
            <a:r>
              <a:rPr lang="ko-KR" altLang="ko-KR" sz="2000" dirty="0"/>
              <a:t> "데이터베이스"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DB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ko-KR" sz="2000" dirty="0"/>
              <a:t>사용자 -&gt; Server: 로그인 요청 (ID/PW) </a:t>
            </a:r>
            <a:br>
              <a:rPr lang="en-US" altLang="ko-KR" sz="2000" dirty="0"/>
            </a:br>
            <a:r>
              <a:rPr lang="ko-KR" altLang="ko-KR" sz="2000" dirty="0"/>
              <a:t>Server -&gt; DB: 사용자 정보 조회 </a:t>
            </a:r>
            <a:br>
              <a:rPr lang="en-US" altLang="ko-KR" sz="2000" dirty="0"/>
            </a:br>
            <a:r>
              <a:rPr lang="ko-KR" altLang="ko-KR" sz="2000" dirty="0"/>
              <a:t>DB --&gt; Server: 회원 정보 반환 </a:t>
            </a:r>
            <a:br>
              <a:rPr lang="en-US" altLang="ko-KR" sz="2000" dirty="0"/>
            </a:br>
            <a:r>
              <a:rPr lang="ko-KR" altLang="ko-KR" sz="2000" dirty="0"/>
              <a:t>Server --&gt; 사용자: 로그인 성공 응답 </a:t>
            </a:r>
            <a:br>
              <a:rPr lang="en-US" altLang="ko-KR" sz="2000" dirty="0"/>
            </a:br>
            <a:r>
              <a:rPr lang="ko-KR" altLang="ko-KR" sz="2000" dirty="0"/>
              <a:t>@enduml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6516206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1902-65FE-EFD2-7DF8-ACB71D61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47985-9A28-094B-16CF-0C2F59BC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PLANTUML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03544-DA94-E534-B214-C937ADEB4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PLANTUML_JAR_PATH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사용 시 plantuml.jar 파일의 경로 또는 파일명을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</a:t>
            </a:r>
            <a:r>
              <a:rPr lang="ko-KR" altLang="ko-KR" sz="2000" dirty="0" err="1"/>
              <a:t>PlantUML을</a:t>
            </a:r>
            <a:r>
              <a:rPr lang="ko-KR" altLang="ko-KR" sz="2000" dirty="0"/>
              <a:t> 사용하지 않는 것으로 간주하여 \</a:t>
            </a:r>
            <a:r>
              <a:rPr lang="ko-KR" altLang="ko-KR" sz="2000" dirty="0" err="1"/>
              <a:t>startuml</a:t>
            </a:r>
            <a:r>
              <a:rPr lang="ko-KR" altLang="ko-KR" sz="2000" dirty="0"/>
              <a:t> 명령어 발견 시 경고가 발생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PLANTUML_CFG_FILE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PlantUML용</a:t>
            </a:r>
            <a:r>
              <a:rPr lang="ko-KR" altLang="ko-KR" sz="2000" dirty="0"/>
              <a:t> 설정 파일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ko-KR" sz="2000" dirty="0"/>
              <a:t>PLANTUML_INCLUDE_PATH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코드 내의 !</a:t>
            </a:r>
            <a:r>
              <a:rPr lang="ko-KR" altLang="ko-KR" sz="2000" dirty="0" err="1"/>
              <a:t>include</a:t>
            </a:r>
            <a:r>
              <a:rPr lang="ko-KR" altLang="ko-KR" sz="2000" dirty="0"/>
              <a:t> 문에서 참조할 파일들을 검색할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PLANTUMLFILE_DIRS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plantumlfile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2396908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0AD3D-6C63-4645-DF4D-CEEB492D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F3646-447B-344F-B711-D947F3E3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B7CAE-CAE1-E429-B45A-08E0E12FC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 : MERMAID</a:t>
            </a:r>
            <a:r>
              <a:rPr lang="ko-KR" altLang="en-US" sz="2000" dirty="0"/>
              <a:t>는 </a:t>
            </a:r>
            <a:r>
              <a:rPr lang="ko-KR" altLang="ko-KR" sz="2000" dirty="0"/>
              <a:t>텍스트 코드를 작성하면 다이어그램을 자동으로 그려주는</a:t>
            </a:r>
            <a:r>
              <a:rPr lang="en-US" altLang="ko-KR" sz="2000" dirty="0"/>
              <a:t> </a:t>
            </a:r>
            <a:r>
              <a:rPr lang="ko-KR" altLang="ko-KR" sz="2000" dirty="0"/>
              <a:t>오픈소스 자바스크립트(</a:t>
            </a:r>
            <a:r>
              <a:rPr lang="ko-KR" altLang="ko-KR" sz="2000" dirty="0" err="1"/>
              <a:t>JavaScript</a:t>
            </a:r>
            <a:r>
              <a:rPr lang="ko-KR" altLang="ko-KR" sz="2000" dirty="0"/>
              <a:t>) 라이브러리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en-US" altLang="ko-KR" sz="2000" dirty="0" err="1"/>
              <a:t>Doxygen</a:t>
            </a:r>
            <a:r>
              <a:rPr lang="en-US" altLang="ko-KR" sz="2000" dirty="0"/>
              <a:t> </a:t>
            </a:r>
            <a:r>
              <a:rPr lang="ko-KR" altLang="en-US" sz="2000" dirty="0"/>
              <a:t>주석이나 마크다운 문서</a:t>
            </a:r>
            <a:r>
              <a:rPr lang="en-US" altLang="ko-KR" sz="2000" dirty="0"/>
              <a:t>(.md) </a:t>
            </a:r>
            <a:r>
              <a:rPr lang="ko-KR" altLang="en-US" sz="2000" dirty="0"/>
              <a:t>내부에 </a:t>
            </a:r>
            <a:r>
              <a:rPr lang="en-US" altLang="ko-KR" sz="2000" dirty="0"/>
              <a:t>Mermaid </a:t>
            </a:r>
            <a:r>
              <a:rPr lang="ko-KR" altLang="en-US" sz="2000" dirty="0"/>
              <a:t>문법에 맞는 블록을 지정해 작성하면 된다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예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ko-KR" sz="2000" dirty="0"/>
              <a:t>\</a:t>
            </a:r>
            <a:r>
              <a:rPr lang="ko-KR" altLang="ko-KR" sz="2000" dirty="0" err="1"/>
              <a:t>mermaid</a:t>
            </a:r>
            <a:br>
              <a:rPr lang="en-US" altLang="ko-KR" sz="2000" dirty="0"/>
            </a:br>
            <a:r>
              <a:rPr lang="ko-KR" altLang="ko-KR" sz="2000" dirty="0" err="1"/>
              <a:t>flowchart</a:t>
            </a:r>
            <a:r>
              <a:rPr lang="ko-KR" altLang="ko-KR" sz="2000" dirty="0"/>
              <a:t> TD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A</a:t>
            </a:r>
            <a:r>
              <a:rPr lang="ko-KR" altLang="ko-KR" sz="2000" dirty="0"/>
              <a:t>[사용자 요청] --&gt; </a:t>
            </a:r>
            <a:r>
              <a:rPr lang="ko-KR" altLang="ko-KR" sz="2000" dirty="0" err="1"/>
              <a:t>B</a:t>
            </a:r>
            <a:r>
              <a:rPr lang="ko-KR" altLang="ko-KR" sz="2000" dirty="0"/>
              <a:t>{로그인 여부} 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B</a:t>
            </a:r>
            <a:r>
              <a:rPr lang="ko-KR" altLang="ko-KR" sz="2000" dirty="0"/>
              <a:t> -- 예 --&gt; C[메인 페이지] 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B</a:t>
            </a:r>
            <a:r>
              <a:rPr lang="ko-KR" altLang="ko-KR" sz="2000" dirty="0"/>
              <a:t> -- </a:t>
            </a:r>
            <a:r>
              <a:rPr lang="ko-KR" altLang="ko-KR" sz="2000" dirty="0" err="1"/>
              <a:t>아니오</a:t>
            </a:r>
            <a:r>
              <a:rPr lang="ko-KR" altLang="ko-KR" sz="2000" dirty="0"/>
              <a:t> --&gt; </a:t>
            </a:r>
            <a:r>
              <a:rPr lang="ko-KR" altLang="ko-KR" sz="2000" dirty="0" err="1"/>
              <a:t>D</a:t>
            </a:r>
            <a:r>
              <a:rPr lang="ko-KR" altLang="ko-KR" sz="2000" dirty="0"/>
              <a:t>[로그인 페이지] </a:t>
            </a:r>
            <a:br>
              <a:rPr lang="en-US" altLang="ko-KR" sz="2000" dirty="0"/>
            </a:br>
            <a:r>
              <a:rPr lang="ko-KR" altLang="ko-KR" sz="2000" dirty="0"/>
              <a:t>\</a:t>
            </a:r>
            <a:r>
              <a:rPr lang="ko-KR" altLang="ko-KR" sz="2000" dirty="0" err="1"/>
              <a:t>endmermaid</a:t>
            </a:r>
            <a:endParaRPr lang="ko-KR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9671573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7FF6-6FEA-3619-D0AB-2E76E522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B2E16-864A-24CE-5300-62947B32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D1BEA-67A6-ECE1-62F5-A176F5425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CLI(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) 실행 파일이 위치한 디렉터리를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CLI 렌더링이 비활성화</a:t>
            </a:r>
            <a:r>
              <a:rPr lang="ko-KR" altLang="en-US" sz="2000" dirty="0"/>
              <a:t>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HTML은</a:t>
            </a:r>
            <a:r>
              <a:rPr lang="ko-KR" altLang="ko-KR" sz="2000" dirty="0"/>
              <a:t> </a:t>
            </a:r>
            <a:r>
              <a:rPr lang="ko-KR" altLang="ko-KR" sz="2000" dirty="0" err="1"/>
              <a:t>JavaScript</a:t>
            </a:r>
            <a:r>
              <a:rPr lang="ko-KR" altLang="ko-KR" sz="2000" dirty="0"/>
              <a:t> 클라이언트 렌더링을 사용하지만, 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/PDF 출력을 위해 이미지를 사전 생성하려면 </a:t>
            </a:r>
            <a:r>
              <a:rPr lang="ko-KR" altLang="ko-KR" sz="2000" dirty="0" err="1"/>
              <a:t>mmdc가</a:t>
            </a:r>
            <a:r>
              <a:rPr lang="ko-KR" altLang="ko-KR" sz="2000" dirty="0"/>
              <a:t> 필요</a:t>
            </a:r>
            <a:r>
              <a:rPr lang="ko-KR" altLang="en-US" sz="2000" dirty="0"/>
              <a:t>하</a:t>
            </a:r>
            <a:r>
              <a:rPr lang="ko-KR" altLang="ko-KR" sz="2000" dirty="0"/>
              <a:t>다.)</a:t>
            </a:r>
            <a:endParaRPr lang="en-US" altLang="ko-KR" sz="2000" dirty="0"/>
          </a:p>
          <a:p>
            <a:r>
              <a:rPr lang="en-US" altLang="ko-KR" sz="2000" dirty="0"/>
              <a:t>MERMAID_CONFIG_FILE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CLI(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)에서 사용할 JSON 설정 파일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(테마 및 기타 옵션 설정 가능)</a:t>
            </a:r>
            <a:endParaRPr lang="en-US" altLang="ko-KR" sz="2000" dirty="0"/>
          </a:p>
          <a:p>
            <a:r>
              <a:rPr lang="en-US" altLang="ko-KR" sz="2000" dirty="0"/>
              <a:t>MERMAID_RENDER_MODE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AUTO/CLI/CLIENT_SIDE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AUTO)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다이어그램의 렌더링 방식을 선택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2000" dirty="0"/>
              <a:t>AUTO: </a:t>
            </a:r>
            <a:r>
              <a:rPr lang="ko-KR" altLang="ko-KR" sz="2000" dirty="0" err="1"/>
              <a:t>HTML은</a:t>
            </a:r>
            <a:r>
              <a:rPr lang="ko-KR" altLang="ko-KR" sz="2000" dirty="0"/>
              <a:t> 클라이언트 측 렌더링, 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/PDF 등은 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CLI를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2000" dirty="0"/>
              <a:t>CLI: 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 도구를 사용하여 이미지를 사전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(Node.js 및 </a:t>
            </a:r>
            <a:r>
              <a:rPr lang="ko-KR" altLang="ko-KR" sz="2000" dirty="0" err="1"/>
              <a:t>mermaid-cli</a:t>
            </a:r>
            <a:r>
              <a:rPr lang="ko-KR" altLang="ko-KR" sz="2000" dirty="0"/>
              <a:t> 필요)</a:t>
            </a:r>
          </a:p>
          <a:p>
            <a:pPr lvl="1"/>
            <a:r>
              <a:rPr lang="ko-KR" altLang="ko-KR" sz="2000" dirty="0"/>
              <a:t>CLIENT_SIDE: HTML 출력물에 </a:t>
            </a:r>
            <a:r>
              <a:rPr lang="ko-KR" altLang="ko-KR" sz="2000" dirty="0" err="1"/>
              <a:t>mermaid.js를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임베드하여</a:t>
            </a:r>
            <a:r>
              <a:rPr lang="ko-KR" altLang="ko-KR" sz="2000" dirty="0"/>
              <a:t> 브라우저에서 렌더링</a:t>
            </a:r>
            <a:r>
              <a:rPr lang="ko-KR" altLang="en-US" sz="2000" dirty="0"/>
              <a:t>한</a:t>
            </a:r>
            <a:r>
              <a:rPr lang="ko-KR" altLang="ko-KR" sz="2000" dirty="0"/>
              <a:t>다. (HTML 전용)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7968899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15E5-6A69-596A-7A06-E1B58DDB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EF5C7-AC5C-23CF-034D-D8DA62B55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726B9-0D51-A539-FF1E-C1AD874FA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MERMAID_JS_URL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기본값: [https://cdn.jsdelivr.net/npm/mermaid@11/dist/mermaid.esm.min.mjs](https://cdn.jsdelivr.net/npm/mermaid@11/dist/mermaid.esm.min.mjs)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클라이언트 측 렌더링 시 사용할 mermaid.js 스크립트의 </a:t>
            </a:r>
            <a:r>
              <a:rPr lang="ko-KR" altLang="ko-KR" sz="2000" dirty="0" err="1"/>
              <a:t>URL을</a:t>
            </a:r>
            <a:r>
              <a:rPr lang="ko-KR" altLang="ko-KR" sz="2000" dirty="0"/>
              <a:t>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오프라인 환경에서는 라이브러리 파일을 직접 다운로드하여 상대 경로로 지정하거나 CLI 모드를 사용해야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MERMAIDFILE_DIRS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mermaidfile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514619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415BD-665D-2B1C-2DB1-0C7CF178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5820D-B777-4CCE-06F3-B33869CC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14A09-F024-DB81-988A-51EF2A576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DOT_GRAPH_MAX_NODES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10000, 기본값: 50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그래프에 표시할 최대 노드 수를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이 값을 초과하면 그래프가 잘리며 해당 노드는 빨간색 상자로 표시</a:t>
            </a:r>
            <a:r>
              <a:rPr lang="ko-KR" altLang="en-US" sz="2000" dirty="0"/>
              <a:t>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MAX_DOT_GRAPH_DEPTH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1000, 기본값: 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그래프의 최대 깊이를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(예: 3으로 설정 시 루트에서 최대 3개의 연결선을 거쳐 도달하는 노드만 표시). 0으로 설정하면 깊이 제한이 없다.</a:t>
            </a:r>
            <a:endParaRPr lang="en-US" altLang="ko-KR" sz="2000" dirty="0"/>
          </a:p>
          <a:p>
            <a:r>
              <a:rPr lang="en-US" altLang="ko-KR" sz="2000" dirty="0"/>
              <a:t>GENERATE_LEGEND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그래프의 상자 및 화살표 의미를 설명하는 범례 페이지를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UML_LOOK이</a:t>
            </a:r>
            <a:r>
              <a:rPr lang="ko-KR" altLang="ko-KR" sz="2000" dirty="0"/>
              <a:t> 비활성화되어 있을 때 적용)</a:t>
            </a:r>
            <a:endParaRPr lang="en-US" altLang="ko-KR" sz="2000" dirty="0"/>
          </a:p>
          <a:p>
            <a:r>
              <a:rPr lang="en-US" altLang="ko-KR" sz="2000" dirty="0"/>
              <a:t>DOT_CLEANUP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그래프 생성 과정에서 사용된 중간/임시 파일들을 삭제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및 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임시 파일 공통 적용)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9294046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E58DB-837B-C8B0-3CF7-A636855C4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C96D1-66A0-AFC8-0A85-37B3C340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C69F4-E3BB-0C45-D182-8BCBC8A86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3935BF-D684-6C82-CCFD-E5E42F3DA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7888"/>
            <a:ext cx="12192000" cy="45240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0D6E7C-A1A9-4411-D4A6-4A825D079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558" y="1736505"/>
            <a:ext cx="6188241" cy="4280906"/>
          </a:xfrm>
          <a:prstGeom prst="rect">
            <a:avLst/>
          </a:prstGeom>
        </p:spPr>
      </p:pic>
      <p:sp>
        <p:nvSpPr>
          <p:cNvPr id="13" name="액자 12">
            <a:extLst>
              <a:ext uri="{FF2B5EF4-FFF2-40B4-BE49-F238E27FC236}">
                <a16:creationId xmlns:a16="http://schemas.microsoft.com/office/drawing/2014/main" id="{F0DDE1B1-B505-19AE-8630-22C7286C0EA4}"/>
              </a:ext>
            </a:extLst>
          </p:cNvPr>
          <p:cNvSpPr/>
          <p:nvPr/>
        </p:nvSpPr>
        <p:spPr>
          <a:xfrm>
            <a:off x="7828547" y="5325978"/>
            <a:ext cx="1026696" cy="691433"/>
          </a:xfrm>
          <a:prstGeom prst="frame">
            <a:avLst>
              <a:gd name="adj1" fmla="val 871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29142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8F05-994D-D2B9-FFD1-F651D39B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AD1CC-5894-67B8-FBDB-4EBF4FAB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256984-DA53-8F33-6F4A-7B2F9601B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C6D352-80D9-C563-289E-B4ECC03E0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9134"/>
            <a:ext cx="11871158" cy="53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6678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7441-827D-CAE4-FB29-1B0BDF96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6553D-BDEB-754C-33F6-5431E87A3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D60C38-9A4F-7C9C-ADA5-DF3CBE54B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1059A7-A2FD-71C6-7773-B1C45A3E7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6470"/>
            <a:ext cx="12192000" cy="154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8952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FFD1-E19E-0B5E-7C63-6A89918D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7BDA1-CEEF-84C4-CFD5-6DB72B8EE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msc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794F1-D438-0F30-C445-7D7EBCD67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MSCGEN : </a:t>
            </a:r>
            <a:r>
              <a:rPr lang="ko-KR" altLang="ko-KR" sz="2000" dirty="0" err="1"/>
              <a:t>Mscgen</a:t>
            </a:r>
            <a:r>
              <a:rPr lang="ko-KR" altLang="ko-KR" sz="2000" dirty="0"/>
              <a:t>(</a:t>
            </a:r>
            <a:r>
              <a:rPr lang="ko-KR" altLang="ko-KR" sz="2000" dirty="0" err="1"/>
              <a:t>Message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Sequence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Chart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Generator</a:t>
            </a:r>
            <a:r>
              <a:rPr lang="ko-KR" altLang="ko-KR" sz="2000" dirty="0"/>
              <a:t>)은 텍스트로 작성된 가독성 높은 코드를 읽어 시퀀스 다이어그램(순서도) 이미지로 변환해 주는 대표적인 오픈소스 도구</a:t>
            </a:r>
            <a:r>
              <a:rPr lang="ko-KR" altLang="en-US" sz="2000" dirty="0"/>
              <a:t>이다</a:t>
            </a:r>
            <a:r>
              <a:rPr lang="en-US" altLang="ko-KR" sz="2000" dirty="0"/>
              <a:t>. MSC </a:t>
            </a:r>
            <a:r>
              <a:rPr lang="ko-KR" altLang="en-US" sz="2000" dirty="0"/>
              <a:t>문법에 따라 작성하여 그래프를 만든다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 err="1"/>
              <a:t>doxygen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Mscgen</a:t>
            </a:r>
            <a:r>
              <a:rPr lang="ko-KR" altLang="en-US" sz="2000" dirty="0"/>
              <a:t>은</a:t>
            </a:r>
            <a:r>
              <a:rPr lang="en-US" altLang="ko-KR" sz="2000" dirty="0"/>
              <a:t> </a:t>
            </a:r>
            <a:r>
              <a:rPr lang="ko-KR" altLang="en-US" sz="2000" dirty="0"/>
              <a:t>크게 </a:t>
            </a:r>
            <a:r>
              <a:rPr lang="en-US" altLang="ko-KR" sz="2000" dirty="0"/>
              <a:t>2</a:t>
            </a:r>
            <a:r>
              <a:rPr lang="ko-KR" altLang="en-US" sz="2000" dirty="0"/>
              <a:t>가지 방법으로 사용된다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ko-KR" sz="1800" dirty="0"/>
              <a:t>주석 안에 직접 차트 그리기 (\</a:t>
            </a:r>
            <a:r>
              <a:rPr lang="ko-KR" altLang="ko-KR" sz="1800" dirty="0" err="1"/>
              <a:t>msc</a:t>
            </a:r>
            <a:r>
              <a:rPr lang="ko-KR" altLang="ko-KR" sz="1800" dirty="0"/>
              <a:t> ~ \</a:t>
            </a:r>
            <a:r>
              <a:rPr lang="ko-KR" altLang="ko-KR" sz="1800" dirty="0" err="1"/>
              <a:t>mscend</a:t>
            </a:r>
            <a:r>
              <a:rPr lang="ko-KR" altLang="ko-KR" sz="1800" dirty="0"/>
              <a:t>)</a:t>
            </a:r>
            <a:br>
              <a:rPr lang="en-US" altLang="ko-KR" sz="1800" b="1" dirty="0"/>
            </a:br>
            <a:r>
              <a:rPr lang="ko-KR" altLang="ko-KR" sz="1800" dirty="0"/>
              <a:t>개발자가 소스 코드 함수 위에 주석을 달면서, 그 함수의 내부 동작 흐름을 </a:t>
            </a:r>
            <a:r>
              <a:rPr lang="ko-KR" altLang="ko-KR" sz="1800" dirty="0" err="1"/>
              <a:t>Mscgen</a:t>
            </a:r>
            <a:r>
              <a:rPr lang="ko-KR" altLang="ko-KR" sz="1800" dirty="0"/>
              <a:t> 문법으로 직접 작성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ko-KR" sz="1800" dirty="0"/>
              <a:t>외부 차트 파일 불러오기 (\</a:t>
            </a:r>
            <a:r>
              <a:rPr lang="ko-KR" altLang="ko-KR" sz="1800" dirty="0" err="1"/>
              <a:t>mscfile</a:t>
            </a:r>
            <a:r>
              <a:rPr lang="ko-KR" altLang="ko-KR" sz="1800" dirty="0"/>
              <a:t>)</a:t>
            </a:r>
            <a:br>
              <a:rPr lang="en-US" altLang="ko-KR" sz="1800" b="1" dirty="0"/>
            </a:br>
            <a:r>
              <a:rPr lang="ko-KR" altLang="ko-KR" sz="1800" dirty="0"/>
              <a:t>차트 내용이 너무 길어 코드 주석이 </a:t>
            </a:r>
            <a:r>
              <a:rPr lang="ko-KR" altLang="ko-KR" sz="1800" dirty="0" err="1"/>
              <a:t>지저분해진다면</a:t>
            </a:r>
            <a:r>
              <a:rPr lang="ko-KR" altLang="ko-KR" sz="1800" dirty="0"/>
              <a:t>, 별도의 텍스트 파일(예: </a:t>
            </a:r>
            <a:r>
              <a:rPr lang="ko-KR" altLang="ko-KR" sz="1800" dirty="0" err="1"/>
              <a:t>auth_flow.msc</a:t>
            </a:r>
            <a:r>
              <a:rPr lang="ko-KR" altLang="ko-KR" sz="1800" dirty="0"/>
              <a:t>)로 분리해 저장할 수 있다. </a:t>
            </a:r>
            <a:r>
              <a:rPr lang="ko-KR" altLang="en-US" sz="1800" dirty="0"/>
              <a:t>이때 파일은 </a:t>
            </a:r>
            <a:r>
              <a:rPr lang="ko-KR" altLang="ko-KR" sz="1800" dirty="0" err="1"/>
              <a:t>MSCFILE_DIRS</a:t>
            </a:r>
            <a:r>
              <a:rPr lang="ko-KR" altLang="en-US" sz="1800" dirty="0" err="1"/>
              <a:t>설정을</a:t>
            </a:r>
            <a:r>
              <a:rPr lang="ko-KR" altLang="en-US" sz="1800" dirty="0"/>
              <a:t> 통해 지정한 경로에 저장해야 한다</a:t>
            </a:r>
            <a:r>
              <a:rPr lang="ko-KR" altLang="ko-KR" sz="1800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2545724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A6BBF-6F42-B876-E577-A1B65FB9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C4F03-62BB-A6CB-58B6-949CFF78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msc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4E6089-4FE1-4AA8-397E-56EB9E381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MSCGEN_TOOL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주석 내에서 \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명령어로 메시지 시퀀스 차트를 생성할 때 사용할 도구를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내장된 </a:t>
            </a:r>
            <a:r>
              <a:rPr lang="ko-KR" altLang="ko-KR" sz="2000" dirty="0" err="1"/>
              <a:t>mscgen</a:t>
            </a:r>
            <a:r>
              <a:rPr lang="ko-KR" altLang="ko-KR" sz="2000" dirty="0"/>
              <a:t> 도구를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 외부 도구를 지정하는 경우 </a:t>
            </a:r>
            <a:r>
              <a:rPr lang="ko-KR" altLang="ko-KR" sz="2000" dirty="0" err="1"/>
              <a:t>png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eps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ismap</a:t>
            </a:r>
            <a:r>
              <a:rPr lang="ko-KR" altLang="ko-KR" sz="2000" dirty="0"/>
              <a:t> 포맷 출력을 지원해야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MSCFILE_DIRS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.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mscfile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4558662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9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실전 시연 </a:t>
            </a:r>
            <a:br>
              <a:rPr lang="en-US" altLang="ko-KR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</a:b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(</a:t>
            </a:r>
            <a:r>
              <a:rPr lang="ko-KR" altLang="en-US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전담</a:t>
            </a:r>
            <a:r>
              <a:rPr lang="en-US" altLang="ko-KR" sz="53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)</a:t>
            </a:r>
            <a:endParaRPr lang="ko-KR" altLang="en-US" sz="5300" b="1" dirty="0">
              <a:solidFill>
                <a:schemeClr val="bg1"/>
              </a:solidFill>
              <a:latin typeface="HY신명조" panose="02030600000101010101" pitchFamily="18" charset="-127"/>
              <a:ea typeface="HY신명조" panose="02030600000101010101" pitchFamily="18" charset="-127"/>
              <a:cs typeface="Microsoft Himalaya" panose="01010100010101010101" pitchFamily="2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7488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성현</a:t>
            </a:r>
          </a:p>
        </p:txBody>
      </p:sp>
    </p:spTree>
    <p:extLst>
      <p:ext uri="{BB962C8B-B14F-4D97-AF65-F5344CB8AC3E}">
        <p14:creationId xmlns:p14="http://schemas.microsoft.com/office/powerpoint/2010/main" val="347593319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18747" t="5062" r="18269" b="314"/>
          <a:stretch/>
        </p:blipFill>
        <p:spPr>
          <a:xfrm>
            <a:off x="3598606" y="149942"/>
            <a:ext cx="7678994" cy="648929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09893" y="602226"/>
            <a:ext cx="977265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실행</a:t>
            </a: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화면</a:t>
            </a:r>
            <a:endParaRPr lang="en-US" sz="3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59948786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509" y="0"/>
            <a:ext cx="11753850" cy="68643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38316" y="349455"/>
            <a:ext cx="977265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생성될</a:t>
            </a: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루트파일</a:t>
            </a: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설정</a:t>
            </a:r>
            <a:endParaRPr lang="en-US" sz="3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59065690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16218"/>
          <a:stretch/>
        </p:blipFill>
        <p:spPr>
          <a:xfrm>
            <a:off x="4316360" y="127000"/>
            <a:ext cx="10049797" cy="673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6200" y="241300"/>
            <a:ext cx="9772650" cy="275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'Scan recursively'</a:t>
            </a:r>
          </a:p>
          <a:p>
            <a:pPr lvl="0" algn="l">
              <a:lnSpc>
                <a:spcPct val="116199"/>
              </a:lnSpc>
            </a:pP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체크해야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재귀적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호출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</a:t>
            </a:r>
            <a:endParaRPr lang="en-US" sz="1929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1929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1929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재귀적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호출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- 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자기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자신을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다시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호출하거나</a:t>
            </a:r>
            <a:endParaRPr lang="en-US" sz="1929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하위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요소로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계속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파고들어가는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방식을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통해</a:t>
            </a:r>
            <a:endParaRPr lang="en-US" sz="1929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데이터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파일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네트워크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등을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끝까지</a:t>
            </a:r>
            <a:r>
              <a:rPr lang="en-US" sz="1929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탐색하는</a:t>
            </a:r>
            <a:endParaRPr lang="en-US" sz="1929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1929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과정</a:t>
            </a:r>
            <a:endParaRPr lang="en-US" sz="1929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62380466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8617" t="5423" r="14851" b="705"/>
          <a:stretch/>
        </p:blipFill>
        <p:spPr>
          <a:xfrm>
            <a:off x="4286865" y="738284"/>
            <a:ext cx="7059560" cy="604802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49826" y="201971"/>
            <a:ext cx="977265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</a:t>
            </a: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이름과</a:t>
            </a: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버전</a:t>
            </a: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설정</a:t>
            </a:r>
            <a:endParaRPr lang="en-US" sz="3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887002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425" y="227013"/>
            <a:ext cx="10090150" cy="6692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2" y="136013"/>
            <a:ext cx="8398182" cy="13906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381887" y="280732"/>
            <a:ext cx="977265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주석이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붙은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것만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문서화</a:t>
            </a:r>
            <a:endParaRPr lang="en-US" sz="1929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14461" y="740595"/>
            <a:ext cx="977265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주석이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있든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없든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코드에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함수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클래스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변수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등을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문서화</a:t>
            </a:r>
            <a:endParaRPr lang="en-US" sz="1929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32" y="1491072"/>
            <a:ext cx="4648200" cy="5016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46318" y="1559001"/>
            <a:ext cx="3760429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sz="177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문서에</a:t>
            </a:r>
            <a:r>
              <a:rPr lang="en-US" sz="177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7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소스</a:t>
            </a:r>
            <a:r>
              <a:rPr lang="en-US" sz="177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7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코드</a:t>
            </a:r>
            <a:r>
              <a:rPr lang="en-US" sz="177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7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자체도</a:t>
            </a:r>
            <a:r>
              <a:rPr lang="en-US" sz="177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177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포함</a:t>
            </a:r>
            <a:endParaRPr lang="en-US" altLang="ko-KR" sz="1779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endParaRPr lang="en-US" sz="1779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5824981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90" y="0"/>
            <a:ext cx="10617200" cy="6965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6200" y="270797"/>
            <a:ext cx="977265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lang="en-US" sz="28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왼쪽에</a:t>
            </a:r>
            <a:r>
              <a:rPr lang="en-US" sz="28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판넬을</a:t>
            </a:r>
            <a:r>
              <a:rPr lang="en-US" sz="28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만들어줌</a:t>
            </a:r>
            <a:endParaRPr lang="en-US" sz="28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96565871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650" y="-38100"/>
            <a:ext cx="10109200" cy="68262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6200" y="457610"/>
            <a:ext cx="977265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call graphs = </a:t>
            </a:r>
            <a:r>
              <a:rPr lang="en-US" sz="2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내가</a:t>
            </a:r>
            <a:r>
              <a:rPr lang="en-US" sz="2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부르는</a:t>
            </a:r>
            <a:r>
              <a:rPr lang="en-US" sz="2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것들</a:t>
            </a:r>
            <a:endParaRPr lang="en-US" sz="23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call by graphs = </a:t>
            </a:r>
            <a:r>
              <a:rPr lang="en-US" sz="2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나를</a:t>
            </a:r>
            <a:r>
              <a:rPr lang="en-US" sz="2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부르는</a:t>
            </a:r>
            <a:r>
              <a:rPr lang="en-US" sz="23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3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것들</a:t>
            </a:r>
            <a:endParaRPr lang="en-US" sz="23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897462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00" y="-127000"/>
            <a:ext cx="10985500" cy="7112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6200" y="241300"/>
            <a:ext cx="9772650" cy="172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29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OUTPUT_LANGUAGE = 출력 언어 설정</a:t>
            </a:r>
          </a:p>
          <a:p>
            <a:pPr lvl="0" algn="l">
              <a:lnSpc>
                <a:spcPct val="116199"/>
              </a:lnSpc>
            </a:pPr>
            <a:endParaRPr lang="en-US" sz="1929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1929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ALWAYS_DETAILED_SEC=</a:t>
            </a:r>
          </a:p>
          <a:p>
            <a:pPr lvl="0" algn="l">
              <a:lnSpc>
                <a:spcPct val="116199"/>
              </a:lnSpc>
            </a:pPr>
            <a:r>
              <a:rPr lang="en-US" sz="1929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상세 설명 영역을 항상 별도의</a:t>
            </a:r>
          </a:p>
          <a:p>
            <a:pPr lvl="0" algn="l">
              <a:lnSpc>
                <a:spcPct val="116199"/>
              </a:lnSpc>
            </a:pPr>
            <a:r>
              <a:rPr lang="en-US" sz="1929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섹션으로 만들지를 결정</a:t>
            </a:r>
          </a:p>
        </p:txBody>
      </p:sp>
    </p:spTree>
    <p:extLst>
      <p:ext uri="{BB962C8B-B14F-4D97-AF65-F5344CB8AC3E}">
        <p14:creationId xmlns:p14="http://schemas.microsoft.com/office/powerpoint/2010/main" val="289500059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271" y="0"/>
            <a:ext cx="10476475" cy="697107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592394" y="603864"/>
            <a:ext cx="55880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 </a:t>
            </a:r>
            <a:r>
              <a:rPr 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INLINE_SOURCES=</a:t>
            </a:r>
            <a:r>
              <a:rPr lang="en-US" sz="24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함수</a:t>
            </a:r>
            <a:r>
              <a:rPr 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설명</a:t>
            </a:r>
            <a:r>
              <a:rPr 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시</a:t>
            </a:r>
          </a:p>
          <a:p>
            <a:pPr lvl="0" algn="ctr">
              <a:lnSpc>
                <a:spcPct val="116199"/>
              </a:lnSpc>
            </a:pPr>
            <a:r>
              <a:rPr lang="en-US" sz="24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함수</a:t>
            </a:r>
            <a:r>
              <a:rPr 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코드를</a:t>
            </a:r>
            <a:r>
              <a:rPr 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보여줌</a:t>
            </a:r>
            <a:endParaRPr lang="en-US" sz="24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42974040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0" y="-38100"/>
            <a:ext cx="9283700" cy="68961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18868" y="358057"/>
            <a:ext cx="2717390" cy="8709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</a:t>
            </a:r>
            <a:endParaRPr lang="en-US" sz="3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58212014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52318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ko-KR" sz="5300" dirty="0">
                <a:latin typeface="Constantia" panose="02030602050306030303" pitchFamily="18" charset="0"/>
              </a:rPr>
              <a:t>Part. 10</a:t>
            </a:r>
            <a:br>
              <a:rPr lang="en-US" altLang="ko-KR" dirty="0"/>
            </a:b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정리</a:t>
            </a:r>
            <a:r>
              <a:rPr lang="en-US" altLang="ko-KR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·</a:t>
            </a: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비교</a:t>
            </a:r>
            <a:r>
              <a:rPr lang="en-US" altLang="ko-KR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·</a:t>
            </a:r>
            <a:r>
              <a:rPr lang="ko-KR" altLang="en-US" sz="6700" b="1" dirty="0">
                <a:solidFill>
                  <a:schemeClr val="bg1"/>
                </a:solidFill>
                <a:latin typeface="HY신명조" panose="02030600000101010101" pitchFamily="18" charset="-127"/>
                <a:ea typeface="HY신명조" panose="02030600000101010101" pitchFamily="18" charset="-127"/>
                <a:cs typeface="Microsoft Himalaya" panose="01010100010101010101" pitchFamily="2" charset="0"/>
              </a:rPr>
              <a:t>마무리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7488" y="5202238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상욱</a:t>
            </a:r>
          </a:p>
        </p:txBody>
      </p:sp>
    </p:spTree>
    <p:extLst>
      <p:ext uri="{BB962C8B-B14F-4D97-AF65-F5344CB8AC3E}">
        <p14:creationId xmlns:p14="http://schemas.microsoft.com/office/powerpoint/2010/main" val="407697290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988F29C-1783-431E-F3B2-8E07380CCB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29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8FE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발표 · PART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</a:t>
            </a:r>
            <a:r>
              <a:rPr lang="en-US" altLang="ko-KR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</a:t>
            </a:r>
            <a:r>
              <a:rPr lang="ko-KR" alt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마무리 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 · Sphinx · Javadoc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6184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F1EE8-FA66-A2BB-2300-C32D4E12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E1653-3949-B45C-15B8-EB2CC72AA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ko-KR" sz="3000" b="1" dirty="0" err="1"/>
              <a:t>Doxygen</a:t>
            </a:r>
            <a:r>
              <a:rPr lang="ko-KR" altLang="en-US" sz="3000" b="1" dirty="0" err="1"/>
              <a:t>이란</a:t>
            </a:r>
            <a:r>
              <a:rPr lang="en-US" altLang="ko-KR" sz="3000" b="1" dirty="0"/>
              <a:t>?&gt;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endParaRPr lang="en-US" altLang="ko-KR" sz="3000" b="1" dirty="0"/>
          </a:p>
          <a:p>
            <a:r>
              <a:rPr lang="ko-KR" altLang="en-US" sz="1800" b="1" dirty="0"/>
              <a:t>역할 </a:t>
            </a:r>
            <a:r>
              <a:rPr lang="en-US" altLang="ko-KR" sz="1800" b="1" dirty="0"/>
              <a:t>: </a:t>
            </a:r>
            <a:r>
              <a:rPr lang="ko-KR" altLang="ko-KR" sz="1800" dirty="0"/>
              <a:t>소스 코드 주석</a:t>
            </a:r>
            <a:r>
              <a:rPr lang="ko-KR" altLang="en-US" sz="1800" dirty="0"/>
              <a:t>을 </a:t>
            </a:r>
            <a:r>
              <a:rPr lang="ko-KR" altLang="ko-KR" sz="1800" dirty="0"/>
              <a:t>문서</a:t>
            </a:r>
            <a:r>
              <a:rPr lang="ko-KR" altLang="en-US" sz="1800" dirty="0"/>
              <a:t>로</a:t>
            </a:r>
            <a:r>
              <a:rPr lang="ko-KR" altLang="ko-KR" sz="1800" dirty="0"/>
              <a:t> 자동 생성</a:t>
            </a:r>
            <a:r>
              <a:rPr lang="ko-KR" altLang="en-US" sz="1800" dirty="0"/>
              <a:t>해주는</a:t>
            </a:r>
            <a:r>
              <a:rPr lang="ko-KR" altLang="ko-KR" sz="1800" dirty="0"/>
              <a:t> 도구</a:t>
            </a:r>
            <a:endParaRPr lang="en-US" altLang="ko-KR" sz="1800" dirty="0"/>
          </a:p>
          <a:p>
            <a:r>
              <a:rPr lang="ko-KR" altLang="en-US" sz="1800" b="1" dirty="0"/>
              <a:t>특징 </a:t>
            </a:r>
            <a:r>
              <a:rPr lang="en-US" altLang="ko-KR" sz="1800" b="1" dirty="0"/>
              <a:t>: </a:t>
            </a:r>
            <a:r>
              <a:rPr lang="ko-KR" altLang="ko-KR" sz="1800" dirty="0"/>
              <a:t>다양한 출력 형식(HTML/PDF/</a:t>
            </a:r>
            <a:r>
              <a:rPr lang="ko-KR" altLang="ko-KR" sz="1800" dirty="0" err="1"/>
              <a:t>LaTeX</a:t>
            </a:r>
            <a:r>
              <a:rPr lang="ko-KR" altLang="ko-KR" sz="1800" dirty="0"/>
              <a:t> 등), 여러 언어 지원</a:t>
            </a:r>
            <a:r>
              <a:rPr lang="en-US" altLang="ko-KR" sz="1800" dirty="0"/>
              <a:t>, </a:t>
            </a:r>
            <a:r>
              <a:rPr lang="ko-KR" altLang="ko-KR" sz="1800" dirty="0"/>
              <a:t>상호 참조(하이퍼링크)</a:t>
            </a:r>
            <a:r>
              <a:rPr lang="en-US" altLang="ko-KR" sz="1800" dirty="0"/>
              <a:t>,</a:t>
            </a:r>
          </a:p>
          <a:p>
            <a:pPr marL="0" indent="0">
              <a:buNone/>
            </a:pPr>
            <a:r>
              <a:rPr lang="ko-KR" altLang="ko-KR" sz="1800" dirty="0"/>
              <a:t>다이어그램 자동 생성</a:t>
            </a:r>
            <a:endParaRPr lang="en-US" altLang="ko-KR" sz="1800" dirty="0"/>
          </a:p>
          <a:p>
            <a:r>
              <a:rPr lang="ko-KR" altLang="en-US" sz="1800" b="1" dirty="0"/>
              <a:t>필요한 이유 </a:t>
            </a:r>
            <a:r>
              <a:rPr lang="en-US" altLang="ko-KR" sz="1800" b="1" dirty="0"/>
              <a:t>: </a:t>
            </a:r>
            <a:r>
              <a:rPr lang="ko-KR" altLang="ko-KR" sz="1800" dirty="0"/>
              <a:t>코드</a:t>
            </a:r>
            <a:r>
              <a:rPr lang="ko-KR" altLang="en-US" sz="1800" dirty="0"/>
              <a:t>에 대한 정보 </a:t>
            </a:r>
            <a:r>
              <a:rPr lang="ko-KR" altLang="en-US" sz="1800" dirty="0" err="1"/>
              <a:t>기억어려움</a:t>
            </a:r>
            <a:r>
              <a:rPr lang="ko-KR" altLang="ko-KR" sz="1800" dirty="0"/>
              <a:t> / 협업 시 소통 비용 절감 / 유지보수성 향상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* </a:t>
            </a:r>
            <a:r>
              <a:rPr lang="en-US" altLang="ko-KR" sz="1800" dirty="0" err="1"/>
              <a:t>Graphviz</a:t>
            </a:r>
            <a:r>
              <a:rPr lang="ko-KR" altLang="en-US" sz="1800" dirty="0"/>
              <a:t>가 </a:t>
            </a:r>
            <a:r>
              <a:rPr lang="en-US" altLang="ko-KR" sz="1800" dirty="0" err="1"/>
              <a:t>Doxygen</a:t>
            </a:r>
            <a:r>
              <a:rPr lang="ko-KR" altLang="en-US" sz="1800" dirty="0"/>
              <a:t>에 있어서 중요한 이유</a:t>
            </a:r>
            <a:r>
              <a:rPr lang="en-US" altLang="ko-KR" sz="1800" dirty="0"/>
              <a:t>: </a:t>
            </a:r>
            <a:r>
              <a:rPr lang="ko-KR" altLang="en-US" sz="1800" dirty="0"/>
              <a:t>화살표 있는 관계도</a:t>
            </a:r>
            <a:r>
              <a:rPr lang="en-US" altLang="ko-KR" sz="1800" dirty="0"/>
              <a:t>,</a:t>
            </a:r>
            <a:r>
              <a:rPr lang="ko-KR" altLang="en-US" sz="1800" dirty="0"/>
              <a:t>클래스 간의 협업</a:t>
            </a:r>
            <a:r>
              <a:rPr lang="en-US" altLang="ko-KR" sz="1800" dirty="0"/>
              <a:t>, </a:t>
            </a:r>
            <a:r>
              <a:rPr lang="ko-KR" altLang="en-US" sz="1800" dirty="0"/>
              <a:t>다이어그램까지 그려주는 기능이 있어 중요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9157175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AEA1A-EA10-1CCE-1E06-746ABB1CC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D4A15-B295-A574-70B0-E9B54BF37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C3EBB5-2AF4-9C6E-8047-D7FBE26A0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ko-KR" sz="3200" dirty="0"/>
              <a:t>설치 방법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endParaRPr lang="en-US" altLang="ko-KR" sz="3000" b="1" dirty="0"/>
          </a:p>
          <a:p>
            <a:pPr lvl="0"/>
            <a:r>
              <a:rPr lang="ko-KR" altLang="ko-KR" sz="1800" b="1" dirty="0"/>
              <a:t>Windows</a:t>
            </a:r>
            <a:r>
              <a:rPr lang="ko-KR" altLang="ko-KR" sz="1800" dirty="0"/>
              <a:t>: 공식 설치 파일(.</a:t>
            </a:r>
            <a:r>
              <a:rPr lang="ko-KR" altLang="ko-KR" sz="1800" dirty="0" err="1"/>
              <a:t>exe</a:t>
            </a:r>
            <a:r>
              <a:rPr lang="ko-KR" altLang="ko-KR" sz="1800" dirty="0"/>
              <a:t>)로 설치 마법사 진행</a:t>
            </a:r>
            <a:endParaRPr lang="en-US" altLang="ko-KR" sz="1800" dirty="0"/>
          </a:p>
          <a:p>
            <a:pPr lvl="0"/>
            <a:endParaRPr lang="ko-KR" altLang="ko-KR" sz="1800" dirty="0"/>
          </a:p>
          <a:p>
            <a:pPr lvl="0"/>
            <a:r>
              <a:rPr lang="ko-KR" altLang="ko-KR" sz="1800" b="1" dirty="0" err="1"/>
              <a:t>macOS</a:t>
            </a:r>
            <a:r>
              <a:rPr lang="ko-KR" altLang="ko-KR" sz="1800" dirty="0"/>
              <a:t>: </a:t>
            </a:r>
            <a:r>
              <a:rPr lang="ko-KR" altLang="ko-KR" sz="1800" dirty="0" err="1"/>
              <a:t>Homebrew로</a:t>
            </a:r>
            <a:r>
              <a:rPr lang="ko-KR" altLang="ko-KR" sz="1800" dirty="0"/>
              <a:t> 설치 → </a:t>
            </a:r>
            <a:r>
              <a:rPr lang="ko-KR" altLang="ko-KR" sz="1800" dirty="0" err="1"/>
              <a:t>brew</a:t>
            </a:r>
            <a:r>
              <a:rPr lang="ko-KR" altLang="ko-KR" sz="1800" dirty="0"/>
              <a:t> </a:t>
            </a:r>
            <a:r>
              <a:rPr lang="ko-KR" altLang="ko-KR" sz="1800" dirty="0" err="1"/>
              <a:t>install</a:t>
            </a:r>
            <a:r>
              <a:rPr lang="ko-KR" altLang="ko-KR" sz="1800" dirty="0"/>
              <a:t> </a:t>
            </a:r>
            <a:r>
              <a:rPr lang="ko-KR" altLang="ko-KR" sz="1800" dirty="0" err="1"/>
              <a:t>doxygen</a:t>
            </a:r>
            <a:endParaRPr lang="en-US" altLang="ko-KR" sz="1800" dirty="0"/>
          </a:p>
          <a:p>
            <a:pPr lvl="0"/>
            <a:endParaRPr lang="ko-KR" altLang="ko-KR" sz="1800" dirty="0"/>
          </a:p>
          <a:p>
            <a:pPr lvl="0"/>
            <a:r>
              <a:rPr lang="ko-KR" altLang="ko-KR" sz="1800" b="1" dirty="0" err="1"/>
              <a:t>Linux</a:t>
            </a:r>
            <a:r>
              <a:rPr lang="ko-KR" altLang="ko-KR" sz="1800" b="1" dirty="0"/>
              <a:t>(</a:t>
            </a:r>
            <a:r>
              <a:rPr lang="ko-KR" altLang="ko-KR" sz="1800" b="1" dirty="0" err="1"/>
              <a:t>Ubuntu</a:t>
            </a:r>
            <a:r>
              <a:rPr lang="ko-KR" altLang="ko-KR" sz="1800" b="1" dirty="0"/>
              <a:t>)</a:t>
            </a:r>
            <a:r>
              <a:rPr lang="ko-KR" altLang="ko-KR" sz="1800" dirty="0"/>
              <a:t>: </a:t>
            </a:r>
            <a:r>
              <a:rPr lang="ko-KR" altLang="ko-KR" sz="1800" dirty="0" err="1"/>
              <a:t>APT로</a:t>
            </a:r>
            <a:r>
              <a:rPr lang="ko-KR" altLang="ko-KR" sz="1800" dirty="0"/>
              <a:t> 설치 → </a:t>
            </a:r>
            <a:r>
              <a:rPr lang="ko-KR" altLang="ko-KR" sz="1800" dirty="0" err="1"/>
              <a:t>sudo</a:t>
            </a:r>
            <a:r>
              <a:rPr lang="ko-KR" altLang="ko-KR" sz="1800" dirty="0"/>
              <a:t> </a:t>
            </a:r>
            <a:r>
              <a:rPr lang="ko-KR" altLang="ko-KR" sz="1800" dirty="0" err="1"/>
              <a:t>apt</a:t>
            </a:r>
            <a:r>
              <a:rPr lang="ko-KR" altLang="ko-KR" sz="1800" dirty="0"/>
              <a:t> </a:t>
            </a:r>
            <a:r>
              <a:rPr lang="ko-KR" altLang="ko-KR" sz="1800" dirty="0" err="1"/>
              <a:t>install</a:t>
            </a:r>
            <a:r>
              <a:rPr lang="ko-KR" altLang="ko-KR" sz="1800" dirty="0"/>
              <a:t> </a:t>
            </a:r>
            <a:r>
              <a:rPr lang="ko-KR" altLang="ko-KR" sz="1800" dirty="0" err="1"/>
              <a:t>doxygen</a:t>
            </a:r>
            <a:r>
              <a:rPr lang="ko-KR" altLang="ko-KR" sz="1800" dirty="0"/>
              <a:t> </a:t>
            </a:r>
            <a:r>
              <a:rPr lang="ko-KR" altLang="ko-KR" sz="1800" dirty="0" err="1"/>
              <a:t>graphviz</a:t>
            </a:r>
            <a:endParaRPr lang="ko-KR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0263853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CB53-B06B-68E4-0F70-1D8F6F74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F9277F36-A7BF-3643-1BD1-735D06F49C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1" y="5531689"/>
            <a:ext cx="4710545" cy="11824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DA41E0C-1FCF-F96F-0B89-9759A278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27AD8-C2C8-10AA-1059-F3198A9B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200" b="1" dirty="0"/>
              <a:t>필수 설정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r>
              <a:rPr lang="en-US" altLang="ko-KR" sz="1800" dirty="0"/>
              <a:t>1.Specify the working directory from which </a:t>
            </a:r>
            <a:r>
              <a:rPr lang="en-US" altLang="ko-KR" sz="1800" dirty="0" err="1"/>
              <a:t>doxygen</a:t>
            </a:r>
            <a:r>
              <a:rPr lang="en-US" altLang="ko-KR" sz="1800" dirty="0"/>
              <a:t> will run : </a:t>
            </a:r>
            <a:r>
              <a:rPr lang="ko-KR" altLang="en-US" sz="1800" dirty="0"/>
              <a:t>전체 작업의 기준점이 되는 폴더를 선택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(</a:t>
            </a:r>
            <a:r>
              <a:rPr lang="ko-KR" altLang="en-US" sz="1800" dirty="0" err="1"/>
              <a:t>독시젠이</a:t>
            </a:r>
            <a:r>
              <a:rPr lang="ko-KR" altLang="en-US" sz="1800" dirty="0"/>
              <a:t> 실행될 작업 디렉토리를 지정하세요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2.Project version or id : </a:t>
            </a:r>
            <a:r>
              <a:rPr lang="ko-KR" altLang="en-US" sz="1800" dirty="0"/>
              <a:t>문서화할 코드의 버전 적는 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3.Project logo : </a:t>
            </a:r>
            <a:r>
              <a:rPr lang="ko-KR" altLang="en-US" sz="1800" dirty="0"/>
              <a:t>문서 상단 타이틀 옆에 띄울 이미지 파일을 넣는 칸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4.Specify the directory to scan for source code : </a:t>
            </a:r>
            <a:r>
              <a:rPr lang="ko-KR" altLang="en-US" sz="1800" dirty="0"/>
              <a:t>소스 코드를 검색할 폴더 지정</a:t>
            </a:r>
            <a:br>
              <a:rPr lang="en-US" altLang="ko-KR" sz="1800" dirty="0"/>
            </a:br>
            <a:br>
              <a:rPr lang="en-US" altLang="ko-KR" sz="1800" dirty="0"/>
            </a:br>
            <a:r>
              <a:rPr lang="en-US" altLang="ko-KR" sz="1800" dirty="0"/>
              <a:t>-Source code directory :  </a:t>
            </a:r>
            <a:r>
              <a:rPr lang="ko-KR" altLang="en-US" sz="1800" dirty="0"/>
              <a:t>소스코드 폴더</a:t>
            </a:r>
            <a:r>
              <a:rPr lang="en-US" altLang="ko-KR" sz="1800" dirty="0"/>
              <a:t> (</a:t>
            </a:r>
            <a:r>
              <a:rPr lang="ko-KR" altLang="en-US" sz="1800" dirty="0"/>
              <a:t>주석을 달아둔 실제 코드 파일들이 </a:t>
            </a:r>
            <a:r>
              <a:rPr lang="ko-KR" altLang="en-US" sz="1800" dirty="0" err="1"/>
              <a:t>모여있는</a:t>
            </a:r>
            <a:r>
              <a:rPr lang="ko-KR" altLang="en-US" sz="1800" dirty="0"/>
              <a:t> 폴더 지정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-Scan</a:t>
            </a:r>
            <a:r>
              <a:rPr lang="ko-KR" altLang="en-US" sz="1800" dirty="0"/>
              <a:t> </a:t>
            </a:r>
            <a:r>
              <a:rPr lang="en-US" altLang="ko-KR" sz="1800" dirty="0"/>
              <a:t>recursively : </a:t>
            </a:r>
            <a:r>
              <a:rPr lang="ko-KR" altLang="en-US" sz="1800" dirty="0"/>
              <a:t>하위 폴더까지 재귀적 검색</a:t>
            </a:r>
            <a:r>
              <a:rPr lang="en-US" altLang="ko-KR" sz="1800" dirty="0"/>
              <a:t> (</a:t>
            </a:r>
            <a:r>
              <a:rPr lang="ko-KR" altLang="en-US" sz="1800" dirty="0"/>
              <a:t>폴더 속 폴더까지 전부 뒤져서 코드를 찾음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3972107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417C7-E7DD-7E0B-D0BE-7BF2D398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2A37E-82D9-ED27-12D6-7E76E8930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82E59-DAD7-C006-AE9E-6DDCD89B8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200" b="1" dirty="0"/>
              <a:t>필수 설정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r>
              <a:rPr lang="en-US" altLang="ko-KR" sz="1800" dirty="0"/>
              <a:t>5.Specify the directory where </a:t>
            </a:r>
            <a:r>
              <a:rPr lang="en-US" altLang="ko-KR" sz="1800" dirty="0" err="1"/>
              <a:t>doxygen</a:t>
            </a:r>
            <a:r>
              <a:rPr lang="en-US" altLang="ko-KR" sz="1800" dirty="0"/>
              <a:t> should put the generated documentation</a:t>
            </a:r>
            <a:br>
              <a:rPr lang="en-US" altLang="ko-KR" sz="1800" dirty="0"/>
            </a:br>
            <a:r>
              <a:rPr lang="en-US" altLang="ko-KR" sz="1800" dirty="0"/>
              <a:t>  (</a:t>
            </a:r>
            <a:r>
              <a:rPr lang="ko-KR" altLang="en-US" sz="1800" dirty="0" err="1"/>
              <a:t>독시젠이</a:t>
            </a:r>
            <a:r>
              <a:rPr lang="ko-KR" altLang="en-US" sz="1800" dirty="0"/>
              <a:t> 생성된 문서를 저장할 디렉토리를 지정하세요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-Destination directory : </a:t>
            </a:r>
            <a:r>
              <a:rPr lang="ko-KR" altLang="en-US" sz="1800" dirty="0"/>
              <a:t>완성된 문서가 최종적으로 만들어져 저장될 폴더 </a:t>
            </a:r>
            <a:r>
              <a:rPr lang="en-US" altLang="ko-KR" sz="1800" dirty="0"/>
              <a:t>(</a:t>
            </a:r>
            <a:r>
              <a:rPr lang="ko-KR" altLang="en-US" sz="1800" dirty="0"/>
              <a:t>비우면 </a:t>
            </a:r>
            <a:r>
              <a:rPr lang="ko-KR" altLang="en-US" sz="1800" dirty="0" err="1"/>
              <a:t>최상단</a:t>
            </a:r>
            <a:r>
              <a:rPr lang="ko-KR" altLang="en-US" sz="1800" dirty="0"/>
              <a:t> 폴더 위치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57B5D2-59F6-75C4-5293-C855659A9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8" y="3854105"/>
            <a:ext cx="11803122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1780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04B5-D551-8BF5-39CC-C8EE8EF88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A8E956F-1A09-9829-F6EB-805892BB5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284" y="3429000"/>
            <a:ext cx="9100425" cy="28071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3399769-79B5-B0EB-1747-659137C5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B0061A-C0B2-B987-FAEA-5387A9B24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073" y="951345"/>
            <a:ext cx="4084782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200" b="1" dirty="0"/>
              <a:t>주석 스타일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r>
              <a:rPr lang="ko-KR" altLang="ko-KR" sz="1800" dirty="0"/>
              <a:t>언어별 주석 문법이 다름</a:t>
            </a:r>
            <a:endParaRPr lang="en-US" altLang="ko-KR" sz="1800" dirty="0"/>
          </a:p>
          <a:p>
            <a:r>
              <a:rPr lang="ko-KR" altLang="ko-KR" sz="1800" dirty="0"/>
              <a:t>C/C++</a:t>
            </a:r>
            <a:r>
              <a:rPr lang="en-US" altLang="ko-KR" sz="1800" dirty="0"/>
              <a:t> </a:t>
            </a:r>
            <a:r>
              <a:rPr lang="ko-KR" altLang="en-US" sz="1800" dirty="0"/>
              <a:t>기본 주석 </a:t>
            </a:r>
            <a:r>
              <a:rPr lang="en-US" altLang="ko-KR" sz="1800" dirty="0"/>
              <a:t>: </a:t>
            </a:r>
            <a:r>
              <a:rPr lang="ko-KR" altLang="ko-KR" sz="1800" dirty="0"/>
              <a:t>(//</a:t>
            </a:r>
            <a:r>
              <a:rPr lang="en-US" altLang="ko-KR" sz="1800" dirty="0"/>
              <a:t> </a:t>
            </a:r>
            <a:r>
              <a:rPr lang="ko-KR" altLang="ko-KR" sz="1800" dirty="0"/>
              <a:t>, /* */)</a:t>
            </a:r>
            <a:r>
              <a:rPr lang="en-US" altLang="ko-KR" sz="1800" dirty="0"/>
              <a:t> </a:t>
            </a:r>
          </a:p>
          <a:p>
            <a:r>
              <a:rPr lang="ko-KR" altLang="ko-KR" sz="1800" dirty="0" err="1"/>
              <a:t>Java</a:t>
            </a:r>
            <a:r>
              <a:rPr lang="en-US" altLang="ko-KR" sz="1800" dirty="0"/>
              <a:t> </a:t>
            </a:r>
            <a:r>
              <a:rPr lang="ko-KR" altLang="en-US" sz="1800" dirty="0"/>
              <a:t>기본 주석 </a:t>
            </a:r>
            <a:r>
              <a:rPr lang="en-US" altLang="ko-KR" sz="1800" dirty="0"/>
              <a:t>: </a:t>
            </a:r>
            <a:r>
              <a:rPr lang="ko-KR" altLang="ko-KR" sz="1800" dirty="0"/>
              <a:t>(//</a:t>
            </a:r>
            <a:r>
              <a:rPr lang="en-US" altLang="ko-KR" sz="1800" dirty="0"/>
              <a:t> </a:t>
            </a:r>
            <a:r>
              <a:rPr lang="ko-KR" altLang="ko-KR" sz="1800" dirty="0"/>
              <a:t>, /** */)</a:t>
            </a:r>
            <a:endParaRPr lang="en-US" altLang="ko-KR" sz="1800" dirty="0"/>
          </a:p>
          <a:p>
            <a:r>
              <a:rPr lang="ko-KR" altLang="ko-KR" sz="1800" dirty="0" err="1"/>
              <a:t>Python</a:t>
            </a:r>
            <a:r>
              <a:rPr lang="ko-KR" altLang="en-US" sz="1800" dirty="0"/>
              <a:t> 기본 주석 </a:t>
            </a:r>
            <a:r>
              <a:rPr lang="en-US" altLang="ko-KR" sz="1800" dirty="0"/>
              <a:t>: </a:t>
            </a:r>
            <a:r>
              <a:rPr lang="ko-KR" altLang="ko-KR" sz="1800" dirty="0"/>
              <a:t>(#</a:t>
            </a:r>
            <a:r>
              <a:rPr lang="en-US" altLang="ko-KR" sz="1800" dirty="0"/>
              <a:t> </a:t>
            </a:r>
            <a:r>
              <a:rPr lang="ko-KR" altLang="ko-KR" sz="1800" dirty="0"/>
              <a:t>, """ """)</a:t>
            </a:r>
            <a:endParaRPr lang="en-US" altLang="ko-KR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93D26F-CEF5-2E7E-78AB-23D5CAE0CFE0}"/>
              </a:ext>
            </a:extLst>
          </p:cNvPr>
          <p:cNvSpPr txBox="1"/>
          <p:nvPr/>
        </p:nvSpPr>
        <p:spPr>
          <a:xfrm>
            <a:off x="5809673" y="6378611"/>
            <a:ext cx="1561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 err="1"/>
              <a:t>독시젠</a:t>
            </a:r>
            <a:r>
              <a:rPr lang="ko-KR" altLang="en-US" dirty="0"/>
              <a:t> 주석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601297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61CF-F896-D5C2-D452-8C76C439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26D50-84C9-6269-8FCF-4D06DE2E4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DF928-2DF9-38D6-49B3-C4213CBA5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/>
              <a:t>특수 명령어</a:t>
            </a:r>
            <a:r>
              <a:rPr lang="en-US" altLang="ko-KR" sz="3000" b="1" dirty="0"/>
              <a:t>(</a:t>
            </a:r>
            <a:r>
              <a:rPr lang="ko-KR" altLang="en-US" sz="3000" b="1" dirty="0"/>
              <a:t>태그</a:t>
            </a:r>
            <a:r>
              <a:rPr lang="en-US" altLang="ko-KR" sz="3000" b="1" dirty="0"/>
              <a:t>)&gt;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lvl="0"/>
            <a:r>
              <a:rPr lang="ko-KR" altLang="ko-KR" sz="1800" dirty="0"/>
              <a:t>@brief : </a:t>
            </a:r>
            <a:r>
              <a:rPr lang="ko-KR" altLang="en-US" sz="1800" dirty="0"/>
              <a:t>문서화 대상에 대한 간단한 설명할 때 사용</a:t>
            </a:r>
            <a:endParaRPr lang="ko-KR" altLang="ko-KR" sz="1800" dirty="0"/>
          </a:p>
          <a:p>
            <a:pPr lvl="0"/>
            <a:r>
              <a:rPr lang="ko-KR" altLang="ko-KR" sz="1800" dirty="0"/>
              <a:t>@details :</a:t>
            </a:r>
            <a:r>
              <a:rPr lang="en-US" altLang="ko-KR" sz="1800" dirty="0"/>
              <a:t> </a:t>
            </a:r>
            <a:r>
              <a:rPr lang="ko-KR" altLang="en-US" sz="1800" dirty="0"/>
              <a:t>문서화 대상에 대한 상세한 설명할 때 사용</a:t>
            </a:r>
            <a:r>
              <a:rPr lang="ko-KR" altLang="ko-KR" sz="1800" dirty="0"/>
              <a:t> </a:t>
            </a:r>
            <a:endParaRPr lang="en-US" altLang="ko-KR" sz="1800" dirty="0"/>
          </a:p>
          <a:p>
            <a:pPr lvl="0"/>
            <a:r>
              <a:rPr lang="ko-KR" altLang="ko-KR" sz="1800" dirty="0"/>
              <a:t>@author : </a:t>
            </a:r>
            <a:r>
              <a:rPr lang="ko-KR" altLang="en-US" sz="1800" dirty="0"/>
              <a:t>문서화 대상의 작성자 정보 기록하는 명령어</a:t>
            </a:r>
            <a:endParaRPr lang="en-US" altLang="ko-KR" sz="1800" dirty="0"/>
          </a:p>
          <a:p>
            <a:pPr lvl="0"/>
            <a:r>
              <a:rPr lang="ko-KR" altLang="ko-KR" sz="1800" dirty="0"/>
              <a:t>@date :</a:t>
            </a:r>
            <a:r>
              <a:rPr lang="en-US" altLang="ko-KR" sz="1800" dirty="0"/>
              <a:t> </a:t>
            </a:r>
            <a:r>
              <a:rPr lang="ko-KR" altLang="en-US" sz="1800" dirty="0"/>
              <a:t>작성 날짜 기록하는 명령어</a:t>
            </a:r>
            <a:endParaRPr lang="en-US" altLang="ko-KR" sz="1800" dirty="0"/>
          </a:p>
          <a:p>
            <a:pPr lvl="0"/>
            <a:r>
              <a:rPr lang="ko-KR" altLang="ko-KR" sz="1800" dirty="0"/>
              <a:t>@param [방향] 이름 설명 : 함수의 매개변수 설명</a:t>
            </a:r>
            <a:r>
              <a:rPr lang="en-US" altLang="ko-KR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&lt;</a:t>
            </a:r>
            <a:r>
              <a:rPr lang="ko-KR" altLang="en-US" sz="1800" dirty="0"/>
              <a:t>방향</a:t>
            </a:r>
            <a:r>
              <a:rPr lang="en-US" altLang="ko-KR" sz="1800" dirty="0"/>
              <a:t>&gt;</a:t>
            </a:r>
            <a:br>
              <a:rPr lang="en-US" altLang="ko-KR" sz="1800" dirty="0"/>
            </a:br>
            <a:r>
              <a:rPr lang="en-US" altLang="ko-KR" sz="1800" dirty="0"/>
              <a:t>[in]-</a:t>
            </a:r>
            <a:r>
              <a:rPr lang="ko-KR" altLang="en-US" sz="1800" dirty="0"/>
              <a:t>입력 전용</a:t>
            </a:r>
            <a:r>
              <a:rPr lang="en-US" altLang="ko-KR" sz="1800" dirty="0"/>
              <a:t>(</a:t>
            </a:r>
            <a:r>
              <a:rPr lang="ko-KR" altLang="en-US" sz="1800" dirty="0"/>
              <a:t>값 읽기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en-US" altLang="ko-KR" sz="1800" dirty="0"/>
              <a:t>[out]-</a:t>
            </a:r>
            <a:r>
              <a:rPr lang="ko-KR" altLang="en-US" sz="1800" dirty="0"/>
              <a:t>출력 전용</a:t>
            </a:r>
            <a:r>
              <a:rPr lang="en-US" altLang="ko-KR" sz="1800" dirty="0"/>
              <a:t>(</a:t>
            </a:r>
            <a:r>
              <a:rPr lang="ko-KR" altLang="en-US" sz="1800" dirty="0"/>
              <a:t>값 채워서 나가기</a:t>
            </a:r>
            <a:r>
              <a:rPr lang="en-US" altLang="ko-KR" sz="1800" dirty="0"/>
              <a:t>)</a:t>
            </a:r>
            <a:br>
              <a:rPr lang="en-US" altLang="ko-KR" sz="1800" dirty="0"/>
            </a:br>
            <a:r>
              <a:rPr lang="en-US" altLang="ko-KR" sz="1800" dirty="0"/>
              <a:t>[</a:t>
            </a:r>
            <a:r>
              <a:rPr lang="en-US" altLang="ko-KR" sz="1800" dirty="0" err="1"/>
              <a:t>in,out</a:t>
            </a:r>
            <a:r>
              <a:rPr lang="en-US" altLang="ko-KR" sz="1800" dirty="0"/>
              <a:t>]-</a:t>
            </a:r>
            <a:r>
              <a:rPr lang="ko-KR" altLang="en-US" sz="1800" dirty="0"/>
              <a:t>입출력 겸용</a:t>
            </a:r>
            <a:r>
              <a:rPr lang="en-US" altLang="ko-KR" sz="1800" dirty="0"/>
              <a:t>(</a:t>
            </a:r>
            <a:r>
              <a:rPr lang="ko-KR" altLang="en-US" sz="1800" dirty="0"/>
              <a:t>들어간 값을 함수가 수정하고 나가기</a:t>
            </a:r>
            <a:r>
              <a:rPr lang="en-US" altLang="ko-KR" sz="1800" dirty="0"/>
              <a:t>)</a:t>
            </a:r>
          </a:p>
          <a:p>
            <a:pPr lvl="0"/>
            <a:r>
              <a:rPr lang="en-US" altLang="ko-KR" sz="1800" dirty="0"/>
              <a:t>@return </a:t>
            </a:r>
            <a:r>
              <a:rPr lang="ko-KR" altLang="en-US" sz="1800" dirty="0"/>
              <a:t>설명</a:t>
            </a:r>
            <a:r>
              <a:rPr lang="en-US" altLang="ko-KR" sz="1800" dirty="0"/>
              <a:t> : </a:t>
            </a:r>
            <a:r>
              <a:rPr lang="ko-KR" altLang="en-US" sz="1800" dirty="0"/>
              <a:t>함수가 돌려주는 </a:t>
            </a:r>
            <a:r>
              <a:rPr lang="ko-KR" altLang="en-US" sz="1800" dirty="0" err="1"/>
              <a:t>반환값을</a:t>
            </a:r>
            <a:r>
              <a:rPr lang="ko-KR" altLang="en-US" sz="1800" dirty="0"/>
              <a:t> 설명하는 태그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806360808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5CA03-B10C-F0FE-01ED-267D8793D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9BE1F-62C4-856C-2FDB-FF6A275E6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내용 정리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F70F27-0516-9EFC-F53A-5A35C7193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/>
              <a:t>부가 명령어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lvl="0"/>
            <a:r>
              <a:rPr lang="ko-KR" altLang="ko-KR" sz="1800" dirty="0"/>
              <a:t>@note : 사용자에게 참고할 추가 정보 제공</a:t>
            </a:r>
            <a:r>
              <a:rPr lang="en-US" altLang="ko-KR" sz="1800" dirty="0"/>
              <a:t> &amp; </a:t>
            </a:r>
            <a:r>
              <a:rPr lang="ko-KR" altLang="en-US" sz="1800" dirty="0"/>
              <a:t>주의주기</a:t>
            </a:r>
            <a:endParaRPr lang="ko-KR" altLang="ko-KR" sz="1800" dirty="0"/>
          </a:p>
          <a:p>
            <a:pPr lvl="0"/>
            <a:r>
              <a:rPr lang="ko-KR" altLang="ko-KR" sz="1800" dirty="0"/>
              <a:t>@warning : 부작용이나 주의할 사항, 위험 요소 등을 </a:t>
            </a:r>
            <a:r>
              <a:rPr lang="ko-KR" altLang="en-US" sz="1800" dirty="0"/>
              <a:t>사전에 경고</a:t>
            </a:r>
            <a:endParaRPr lang="ko-KR" altLang="ko-KR" sz="1800" dirty="0"/>
          </a:p>
          <a:p>
            <a:pPr lvl="0"/>
            <a:r>
              <a:rPr lang="ko-KR" altLang="ko-KR" sz="1800" dirty="0"/>
              <a:t>@see : 관련 있는 다른 </a:t>
            </a:r>
            <a:r>
              <a:rPr lang="ko-KR" altLang="ko-KR" sz="1800" dirty="0" err="1"/>
              <a:t>클래스·파일·URL</a:t>
            </a:r>
            <a:r>
              <a:rPr lang="ko-KR" altLang="ko-KR" sz="1800" dirty="0"/>
              <a:t> 등을 참조</a:t>
            </a:r>
            <a:r>
              <a:rPr lang="ko-KR" altLang="en-US" sz="1800" dirty="0"/>
              <a:t>해서 하이퍼링크 연결</a:t>
            </a:r>
            <a:endParaRPr lang="en-US" altLang="ko-KR" sz="1800" dirty="0"/>
          </a:p>
          <a:p>
            <a:pPr lvl="0"/>
            <a:r>
              <a:rPr lang="ko-KR" altLang="ko-KR" sz="1800" dirty="0"/>
              <a:t>@todo : </a:t>
            </a:r>
            <a:r>
              <a:rPr lang="ko-KR" altLang="en-US" sz="1800" dirty="0"/>
              <a:t>앞으로 </a:t>
            </a:r>
            <a:r>
              <a:rPr lang="ko-KR" altLang="en-US" sz="1800" dirty="0" err="1"/>
              <a:t>해야할</a:t>
            </a:r>
            <a:r>
              <a:rPr lang="ko-KR" altLang="en-US" sz="1800" dirty="0"/>
              <a:t> 작업 혹은 개선사항을 알 수 있는 명령어</a:t>
            </a:r>
            <a:endParaRPr lang="en-US" altLang="ko-KR" sz="1800" dirty="0"/>
          </a:p>
          <a:p>
            <a:pPr lvl="0"/>
            <a:r>
              <a:rPr lang="ko-KR" altLang="ko-KR" sz="1800" dirty="0"/>
              <a:t>@code ~ @endcode : </a:t>
            </a:r>
            <a:r>
              <a:rPr lang="ko-KR" altLang="en-US" sz="1800" dirty="0"/>
              <a:t>문서안에 코드 예제를 깔끔하게 정리하여 보여주기 위해 사용</a:t>
            </a:r>
            <a:endParaRPr lang="ko-KR" altLang="ko-KR" sz="1800" dirty="0"/>
          </a:p>
          <a:p>
            <a:pPr lvl="0"/>
            <a:r>
              <a:rPr lang="ko-KR" altLang="ko-KR" sz="1800" dirty="0"/>
              <a:t>@file : 소스 파일 자체에 대한 설명을 작성할 때 사용</a:t>
            </a:r>
          </a:p>
        </p:txBody>
      </p:sp>
    </p:spTree>
    <p:extLst>
      <p:ext uri="{BB962C8B-B14F-4D97-AF65-F5344CB8AC3E}">
        <p14:creationId xmlns:p14="http://schemas.microsoft.com/office/powerpoint/2010/main" val="390268776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1BAB-4E92-36F6-EC57-7052A891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5C5F1-21D1-C56C-8CDD-7F0AE25D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문서화 도구 비교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1E49FC-0391-DD41-E319-89E394B76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 err="1"/>
              <a:t>독시젠의</a:t>
            </a:r>
            <a:r>
              <a:rPr lang="ko-KR" altLang="en-US" sz="3000" b="1" dirty="0"/>
              <a:t> 특징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7B45A-735E-1523-9362-945696AEB252}"/>
              </a:ext>
            </a:extLst>
          </p:cNvPr>
          <p:cNvSpPr txBox="1"/>
          <p:nvPr/>
        </p:nvSpPr>
        <p:spPr>
          <a:xfrm>
            <a:off x="376382" y="1902844"/>
            <a:ext cx="53201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다양한 출력 형식(HTML/PDF/</a:t>
            </a:r>
            <a:r>
              <a:rPr lang="ko-KR" altLang="ko-KR" dirty="0" err="1"/>
              <a:t>LaTeX</a:t>
            </a:r>
            <a:r>
              <a:rPr lang="ko-KR" altLang="ko-KR" dirty="0"/>
              <a:t> 등)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여러 언어 지원</a:t>
            </a:r>
            <a:r>
              <a:rPr lang="en-US" altLang="ko-K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상호 참조(하이퍼링크)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다이어그램 자동 생성</a:t>
            </a:r>
            <a:r>
              <a:rPr lang="en-US" altLang="ko-KR" dirty="0"/>
              <a:t>(</a:t>
            </a:r>
            <a:r>
              <a:rPr lang="en-US" altLang="ko-KR" dirty="0" err="1"/>
              <a:t>Graphviz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155571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D5CE0-AD46-F215-34CF-C37313B4F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1265D-DA7F-358F-80C1-548CE9C3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문서화 도구 비교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CA5E16-ED2E-376C-0E9D-56F887723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 err="1"/>
              <a:t>스핀스의</a:t>
            </a:r>
            <a:r>
              <a:rPr lang="ko-KR" altLang="en-US" sz="3000" b="1" dirty="0"/>
              <a:t> 특징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FA4FC-52DD-DFA8-464E-0BE57714DEF4}"/>
              </a:ext>
            </a:extLst>
          </p:cNvPr>
          <p:cNvSpPr txBox="1"/>
          <p:nvPr/>
        </p:nvSpPr>
        <p:spPr>
          <a:xfrm>
            <a:off x="376382" y="1893608"/>
            <a:ext cx="53201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파이썬 생태계 표준 문서화 도구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설치방법 </a:t>
            </a:r>
            <a:r>
              <a:rPr lang="en-US" altLang="ko-KR" dirty="0"/>
              <a:t>: </a:t>
            </a:r>
            <a:r>
              <a:rPr lang="ko-KR" altLang="ko-KR" dirty="0" err="1"/>
              <a:t>pip</a:t>
            </a:r>
            <a:r>
              <a:rPr lang="ko-KR" altLang="ko-KR" dirty="0"/>
              <a:t> </a:t>
            </a:r>
            <a:r>
              <a:rPr lang="ko-KR" altLang="ko-KR" dirty="0" err="1"/>
              <a:t>install</a:t>
            </a:r>
            <a:r>
              <a:rPr lang="ko-KR" altLang="ko-KR" dirty="0"/>
              <a:t> </a:t>
            </a:r>
            <a:r>
              <a:rPr lang="ko-KR" altLang="ko-KR" dirty="0" err="1"/>
              <a:t>sphinx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터미널</a:t>
            </a:r>
            <a:r>
              <a:rPr lang="en-US" altLang="ko-KR" dirty="0"/>
              <a:t> </a:t>
            </a:r>
            <a:r>
              <a:rPr lang="ko-KR" altLang="en-US" dirty="0"/>
              <a:t>명령어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reStructuredText</a:t>
            </a:r>
            <a:r>
              <a:rPr lang="ko-KR" altLang="ko-KR" dirty="0"/>
              <a:t>/</a:t>
            </a:r>
            <a:r>
              <a:rPr lang="ko-KR" altLang="ko-KR" dirty="0" err="1"/>
              <a:t>Markdown</a:t>
            </a:r>
            <a:r>
              <a:rPr lang="en-US" altLang="ko-KR" dirty="0"/>
              <a:t> </a:t>
            </a:r>
            <a:r>
              <a:rPr lang="ko-KR" altLang="en-US" dirty="0"/>
              <a:t>같은 </a:t>
            </a:r>
            <a:br>
              <a:rPr lang="en-US" altLang="ko-KR" dirty="0"/>
            </a:br>
            <a:r>
              <a:rPr lang="ko-KR" altLang="en-US" dirty="0"/>
              <a:t>글쓰기 전용</a:t>
            </a:r>
            <a:r>
              <a:rPr lang="en-US" altLang="ko-KR" dirty="0"/>
              <a:t> </a:t>
            </a:r>
            <a:r>
              <a:rPr lang="ko-KR" altLang="en-US" dirty="0"/>
              <a:t>언어 위에서 작동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설명서 제작에 용이함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코드 주석을 </a:t>
            </a:r>
            <a:r>
              <a:rPr lang="en-US" altLang="ko-KR" dirty="0" err="1"/>
              <a:t>autodoc</a:t>
            </a:r>
            <a:r>
              <a:rPr lang="ko-KR" altLang="en-US" dirty="0"/>
              <a:t>으로 자동으로 가져옴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30498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59D60-40B2-24D7-0B00-AB19ABB3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548A7-0C12-270F-886B-B17BBDD7A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문서화 도구 비교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59C34E-ECF6-4E5C-C8DF-AACF485C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778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/>
              <a:t>자바독의 특징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57F39-7483-1391-2106-E69D7299BBF5}"/>
              </a:ext>
            </a:extLst>
          </p:cNvPr>
          <p:cNvSpPr txBox="1"/>
          <p:nvPr/>
        </p:nvSpPr>
        <p:spPr>
          <a:xfrm>
            <a:off x="376382" y="1872060"/>
            <a:ext cx="5320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자바 전용 문서화 도구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설치방법 </a:t>
            </a:r>
            <a:r>
              <a:rPr lang="en-US" altLang="ko-KR" dirty="0"/>
              <a:t>: JDK </a:t>
            </a:r>
            <a:r>
              <a:rPr lang="ko-KR" altLang="en-US" dirty="0" err="1"/>
              <a:t>내장되어있어</a:t>
            </a:r>
            <a:r>
              <a:rPr lang="ko-KR" altLang="en-US" dirty="0"/>
              <a:t> 설치</a:t>
            </a:r>
            <a:r>
              <a:rPr lang="en-US" altLang="ko-KR" dirty="0"/>
              <a:t>X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클래스 · 메서드 · 필드 목록을 자동으로 표로 정리해서 보여줌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Eclipse</a:t>
            </a:r>
            <a:r>
              <a:rPr lang="ko-KR" altLang="en-US" dirty="0"/>
              <a:t>같은 </a:t>
            </a:r>
            <a:r>
              <a:rPr lang="en-US" altLang="ko-KR" dirty="0" err="1"/>
              <a:t>IDE와</a:t>
            </a:r>
            <a:r>
              <a:rPr lang="en-US" altLang="ko-KR" dirty="0"/>
              <a:t> </a:t>
            </a:r>
            <a:r>
              <a:rPr lang="en-US" altLang="ko-KR" dirty="0" err="1"/>
              <a:t>완벽하게</a:t>
            </a:r>
            <a:r>
              <a:rPr lang="en-US" altLang="ko-KR" dirty="0"/>
              <a:t> </a:t>
            </a:r>
            <a:r>
              <a:rPr lang="en-US" altLang="ko-KR" dirty="0" err="1"/>
              <a:t>통합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70696104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20389-F87E-BDC4-D1D1-84084D7C7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450A499C-DDA9-0148-8BF8-E937BC6C5C07}"/>
              </a:ext>
            </a:extLst>
          </p:cNvPr>
          <p:cNvSpPr/>
          <p:nvPr/>
        </p:nvSpPr>
        <p:spPr>
          <a:xfrm>
            <a:off x="597130" y="1273267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B5AF435-2CB0-523A-30A3-C8CEF0AD3AEA}"/>
              </a:ext>
            </a:extLst>
          </p:cNvPr>
          <p:cNvSpPr/>
          <p:nvPr/>
        </p:nvSpPr>
        <p:spPr>
          <a:xfrm>
            <a:off x="2791690" y="1273267"/>
            <a:ext cx="28346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F577F2D-09C4-014B-6ABC-A097D05080C8}"/>
              </a:ext>
            </a:extLst>
          </p:cNvPr>
          <p:cNvSpPr/>
          <p:nvPr/>
        </p:nvSpPr>
        <p:spPr>
          <a:xfrm>
            <a:off x="2791690" y="1273267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Doxygen</a:t>
            </a:r>
            <a:endParaRPr lang="en-US" sz="14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276C4B79-E6A7-EA38-52CA-0B9A965C2902}"/>
              </a:ext>
            </a:extLst>
          </p:cNvPr>
          <p:cNvSpPr/>
          <p:nvPr/>
        </p:nvSpPr>
        <p:spPr>
          <a:xfrm>
            <a:off x="5626330" y="1273267"/>
            <a:ext cx="28346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50BE081-58D7-7555-9429-3642407D9D0B}"/>
              </a:ext>
            </a:extLst>
          </p:cNvPr>
          <p:cNvSpPr/>
          <p:nvPr/>
        </p:nvSpPr>
        <p:spPr>
          <a:xfrm>
            <a:off x="5626330" y="1273267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Sphinx</a:t>
            </a:r>
            <a:endParaRPr lang="en-US" sz="1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7AF11DB-DDA2-D702-0ADF-BF7497A081BF}"/>
              </a:ext>
            </a:extLst>
          </p:cNvPr>
          <p:cNvSpPr/>
          <p:nvPr/>
        </p:nvSpPr>
        <p:spPr>
          <a:xfrm>
            <a:off x="8460970" y="1273267"/>
            <a:ext cx="283464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7C6F8CE8-269F-4F56-C30A-5B3AD37196E9}"/>
              </a:ext>
            </a:extLst>
          </p:cNvPr>
          <p:cNvSpPr/>
          <p:nvPr/>
        </p:nvSpPr>
        <p:spPr>
          <a:xfrm>
            <a:off x="8460970" y="1273267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</a:t>
            </a:r>
            <a:endParaRPr lang="en-US" sz="14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4EABD9B8-E10B-EDB6-4504-1C1DE686DFFF}"/>
              </a:ext>
            </a:extLst>
          </p:cNvPr>
          <p:cNvSpPr/>
          <p:nvPr/>
        </p:nvSpPr>
        <p:spPr>
          <a:xfrm>
            <a:off x="597130" y="1776187"/>
            <a:ext cx="219456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875C1B2-F556-5619-0DB8-EA2CC671C8AC}"/>
              </a:ext>
            </a:extLst>
          </p:cNvPr>
          <p:cNvSpPr/>
          <p:nvPr/>
        </p:nvSpPr>
        <p:spPr>
          <a:xfrm>
            <a:off x="706858" y="1776187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대상 언어</a:t>
            </a:r>
            <a:endParaRPr lang="en-US" sz="115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4C1FDCBA-600F-E9A6-ED6A-52383BF1D056}"/>
              </a:ext>
            </a:extLst>
          </p:cNvPr>
          <p:cNvSpPr/>
          <p:nvPr/>
        </p:nvSpPr>
        <p:spPr>
          <a:xfrm>
            <a:off x="2791690" y="1776187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6EF0851D-C314-C32B-8411-28EB410F9699}"/>
              </a:ext>
            </a:extLst>
          </p:cNvPr>
          <p:cNvSpPr/>
          <p:nvPr/>
        </p:nvSpPr>
        <p:spPr>
          <a:xfrm>
            <a:off x="2901418" y="1776187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등 다중 언어</a:t>
            </a:r>
            <a:endParaRPr lang="en-US" sz="115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18EBF965-6807-FA02-F40A-DFD69415C2E3}"/>
              </a:ext>
            </a:extLst>
          </p:cNvPr>
          <p:cNvSpPr/>
          <p:nvPr/>
        </p:nvSpPr>
        <p:spPr>
          <a:xfrm>
            <a:off x="5626330" y="1776187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82B00604-91A6-53FF-C5DC-124CEF9CAFB0}"/>
              </a:ext>
            </a:extLst>
          </p:cNvPr>
          <p:cNvSpPr/>
          <p:nvPr/>
        </p:nvSpPr>
        <p:spPr>
          <a:xfrm>
            <a:off x="5736058" y="1776187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5422EBA1-F818-3678-FCBE-17EF425E879F}"/>
              </a:ext>
            </a:extLst>
          </p:cNvPr>
          <p:cNvSpPr/>
          <p:nvPr/>
        </p:nvSpPr>
        <p:spPr>
          <a:xfrm>
            <a:off x="8460970" y="1776187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A5207316-07C9-A10D-BFF5-B29A5B91F541}"/>
              </a:ext>
            </a:extLst>
          </p:cNvPr>
          <p:cNvSpPr/>
          <p:nvPr/>
        </p:nvSpPr>
        <p:spPr>
          <a:xfrm>
            <a:off x="8570698" y="1776187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5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B7AED9CD-FD09-2314-5EE5-4398FDD53B40}"/>
              </a:ext>
            </a:extLst>
          </p:cNvPr>
          <p:cNvSpPr/>
          <p:nvPr/>
        </p:nvSpPr>
        <p:spPr>
          <a:xfrm>
            <a:off x="597130" y="2288251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0765D1F3-63AB-8B5E-A600-F6C536A526F7}"/>
              </a:ext>
            </a:extLst>
          </p:cNvPr>
          <p:cNvSpPr/>
          <p:nvPr/>
        </p:nvSpPr>
        <p:spPr>
          <a:xfrm>
            <a:off x="706858" y="2288251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스타일</a:t>
            </a:r>
            <a:endParaRPr lang="en-US" sz="1150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C5DA0F3C-1782-1509-0BF3-745D6ECC5FC6}"/>
              </a:ext>
            </a:extLst>
          </p:cNvPr>
          <p:cNvSpPr/>
          <p:nvPr/>
        </p:nvSpPr>
        <p:spPr>
          <a:xfrm>
            <a:off x="2791690" y="2288251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995B222E-0E38-0507-B23E-BB2BD7A1C927}"/>
              </a:ext>
            </a:extLst>
          </p:cNvPr>
          <p:cNvSpPr/>
          <p:nvPr/>
        </p:nvSpPr>
        <p:spPr>
          <a:xfrm>
            <a:off x="2901418" y="2288251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레퍼런스 중심</a:t>
            </a:r>
            <a:endParaRPr lang="en-US" sz="115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DA84D034-E912-4347-7FA2-38608E4D19F7}"/>
              </a:ext>
            </a:extLst>
          </p:cNvPr>
          <p:cNvSpPr/>
          <p:nvPr/>
        </p:nvSpPr>
        <p:spPr>
          <a:xfrm>
            <a:off x="5626330" y="2288251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1D51906-293B-6FE7-DBEB-F5DCA2C0ABB3}"/>
              </a:ext>
            </a:extLst>
          </p:cNvPr>
          <p:cNvSpPr/>
          <p:nvPr/>
        </p:nvSpPr>
        <p:spPr>
          <a:xfrm>
            <a:off x="5736058" y="2288251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튜토리얼 + 레퍼런스</a:t>
            </a:r>
            <a:endParaRPr lang="en-US" sz="1150" dirty="0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585BB780-33F8-CC42-E569-1327D0CAC9E0}"/>
              </a:ext>
            </a:extLst>
          </p:cNvPr>
          <p:cNvSpPr/>
          <p:nvPr/>
        </p:nvSpPr>
        <p:spPr>
          <a:xfrm>
            <a:off x="8460970" y="2288251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2CDF7E4F-A09A-88D0-1E0F-DA1810F1B1E4}"/>
              </a:ext>
            </a:extLst>
          </p:cNvPr>
          <p:cNvSpPr/>
          <p:nvPr/>
        </p:nvSpPr>
        <p:spPr>
          <a:xfrm>
            <a:off x="8570698" y="2288251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레퍼런스 중심</a:t>
            </a:r>
            <a:endParaRPr lang="en-US" sz="1150" dirty="0"/>
          </a:p>
        </p:txBody>
      </p:sp>
      <p:sp>
        <p:nvSpPr>
          <p:cNvPr id="52" name="Shape 25">
            <a:extLst>
              <a:ext uri="{FF2B5EF4-FFF2-40B4-BE49-F238E27FC236}">
                <a16:creationId xmlns:a16="http://schemas.microsoft.com/office/drawing/2014/main" id="{F2DBBCD9-AFBE-FEC0-5991-66F0D1E6A59A}"/>
              </a:ext>
            </a:extLst>
          </p:cNvPr>
          <p:cNvSpPr/>
          <p:nvPr/>
        </p:nvSpPr>
        <p:spPr>
          <a:xfrm>
            <a:off x="597130" y="2800315"/>
            <a:ext cx="219456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57C06A42-820C-98C5-5C45-0179B68D36B7}"/>
              </a:ext>
            </a:extLst>
          </p:cNvPr>
          <p:cNvSpPr/>
          <p:nvPr/>
        </p:nvSpPr>
        <p:spPr>
          <a:xfrm>
            <a:off x="706858" y="2800315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</a:t>
            </a:r>
            <a:endParaRPr lang="en-US" sz="1150" dirty="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55DFC468-62C8-CC91-1C22-C2B4FC63B786}"/>
              </a:ext>
            </a:extLst>
          </p:cNvPr>
          <p:cNvSpPr/>
          <p:nvPr/>
        </p:nvSpPr>
        <p:spPr>
          <a:xfrm>
            <a:off x="2791690" y="2800315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4707BA62-EADB-A896-956A-4E7156B32C3D}"/>
              </a:ext>
            </a:extLst>
          </p:cNvPr>
          <p:cNvSpPr/>
          <p:nvPr/>
        </p:nvSpPr>
        <p:spPr>
          <a:xfrm>
            <a:off x="2901418" y="2800315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Graphviz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설치 필요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5601A903-40CC-7089-FF9A-F9359C5C6C8B}"/>
              </a:ext>
            </a:extLst>
          </p:cNvPr>
          <p:cNvSpPr/>
          <p:nvPr/>
        </p:nvSpPr>
        <p:spPr>
          <a:xfrm>
            <a:off x="5626330" y="2800315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2AA11743-F9EA-FCA1-3FAF-146C608695B2}"/>
              </a:ext>
            </a:extLst>
          </p:cNvPr>
          <p:cNvSpPr/>
          <p:nvPr/>
        </p:nvSpPr>
        <p:spPr>
          <a:xfrm>
            <a:off x="5736058" y="2800315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 설치 시 가능</a:t>
            </a:r>
            <a:endParaRPr lang="en-US" sz="1150" dirty="0"/>
          </a:p>
        </p:txBody>
      </p:sp>
      <p:sp>
        <p:nvSpPr>
          <p:cNvPr id="64" name="Shape 31">
            <a:extLst>
              <a:ext uri="{FF2B5EF4-FFF2-40B4-BE49-F238E27FC236}">
                <a16:creationId xmlns:a16="http://schemas.microsoft.com/office/drawing/2014/main" id="{31297275-9A35-2831-6397-50D2F92F5CB6}"/>
              </a:ext>
            </a:extLst>
          </p:cNvPr>
          <p:cNvSpPr/>
          <p:nvPr/>
        </p:nvSpPr>
        <p:spPr>
          <a:xfrm>
            <a:off x="8460970" y="2800315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2323667D-C218-8C3E-A95A-1434249581F6}"/>
              </a:ext>
            </a:extLst>
          </p:cNvPr>
          <p:cNvSpPr/>
          <p:nvPr/>
        </p:nvSpPr>
        <p:spPr>
          <a:xfrm>
            <a:off x="8570698" y="2800315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미지원</a:t>
            </a:r>
            <a:endParaRPr lang="en-US" sz="1150" dirty="0"/>
          </a:p>
        </p:txBody>
      </p:sp>
      <p:sp>
        <p:nvSpPr>
          <p:cNvPr id="68" name="Shape 33">
            <a:extLst>
              <a:ext uri="{FF2B5EF4-FFF2-40B4-BE49-F238E27FC236}">
                <a16:creationId xmlns:a16="http://schemas.microsoft.com/office/drawing/2014/main" id="{FCED6C8F-998C-FC98-3683-12BBE6EF965F}"/>
              </a:ext>
            </a:extLst>
          </p:cNvPr>
          <p:cNvSpPr/>
          <p:nvPr/>
        </p:nvSpPr>
        <p:spPr>
          <a:xfrm>
            <a:off x="597130" y="3312379"/>
            <a:ext cx="21945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A3C49DE4-A33E-15CE-6C3B-B2944143C7AD}"/>
              </a:ext>
            </a:extLst>
          </p:cNvPr>
          <p:cNvSpPr/>
          <p:nvPr/>
        </p:nvSpPr>
        <p:spPr>
          <a:xfrm>
            <a:off x="706858" y="3312379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난이도</a:t>
            </a:r>
            <a:endParaRPr lang="en-US" sz="1150" dirty="0"/>
          </a:p>
        </p:txBody>
      </p:sp>
      <p:sp>
        <p:nvSpPr>
          <p:cNvPr id="72" name="Shape 35">
            <a:extLst>
              <a:ext uri="{FF2B5EF4-FFF2-40B4-BE49-F238E27FC236}">
                <a16:creationId xmlns:a16="http://schemas.microsoft.com/office/drawing/2014/main" id="{3B0865AD-20E2-224F-777D-F5F67CD07E48}"/>
              </a:ext>
            </a:extLst>
          </p:cNvPr>
          <p:cNvSpPr/>
          <p:nvPr/>
        </p:nvSpPr>
        <p:spPr>
          <a:xfrm>
            <a:off x="2791690" y="3312379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36">
            <a:extLst>
              <a:ext uri="{FF2B5EF4-FFF2-40B4-BE49-F238E27FC236}">
                <a16:creationId xmlns:a16="http://schemas.microsoft.com/office/drawing/2014/main" id="{DAF6C3DC-295F-6837-AB96-00EA8A568ADC}"/>
              </a:ext>
            </a:extLst>
          </p:cNvPr>
          <p:cNvSpPr/>
          <p:nvPr/>
        </p:nvSpPr>
        <p:spPr>
          <a:xfrm>
            <a:off x="2901418" y="3312379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설치 필요</a:t>
            </a:r>
            <a:endParaRPr lang="en-US" sz="1150" dirty="0"/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0BEB6E68-5746-673D-7D8F-3AE95271F10F}"/>
              </a:ext>
            </a:extLst>
          </p:cNvPr>
          <p:cNvSpPr/>
          <p:nvPr/>
        </p:nvSpPr>
        <p:spPr>
          <a:xfrm>
            <a:off x="5626330" y="3312379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38">
            <a:extLst>
              <a:ext uri="{FF2B5EF4-FFF2-40B4-BE49-F238E27FC236}">
                <a16:creationId xmlns:a16="http://schemas.microsoft.com/office/drawing/2014/main" id="{0F8F9A83-B243-2CD7-2282-913F7F36A053}"/>
              </a:ext>
            </a:extLst>
          </p:cNvPr>
          <p:cNvSpPr/>
          <p:nvPr/>
        </p:nvSpPr>
        <p:spPr>
          <a:xfrm>
            <a:off x="5736058" y="3312379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sphinx 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 명령어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CC867ACB-C764-B1D2-11B8-349EEC03C45D}"/>
              </a:ext>
            </a:extLst>
          </p:cNvPr>
          <p:cNvSpPr/>
          <p:nvPr/>
        </p:nvSpPr>
        <p:spPr>
          <a:xfrm>
            <a:off x="8460970" y="3312379"/>
            <a:ext cx="28346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2C11EE77-E41A-918F-FCA4-97620987CED2}"/>
              </a:ext>
            </a:extLst>
          </p:cNvPr>
          <p:cNvSpPr/>
          <p:nvPr/>
        </p:nvSpPr>
        <p:spPr>
          <a:xfrm>
            <a:off x="8570698" y="3312379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내장, 설치 불필요</a:t>
            </a:r>
            <a:endParaRPr lang="en-US" sz="1150" dirty="0"/>
          </a:p>
        </p:txBody>
      </p:sp>
      <p:sp>
        <p:nvSpPr>
          <p:cNvPr id="84" name="Shape 41">
            <a:extLst>
              <a:ext uri="{FF2B5EF4-FFF2-40B4-BE49-F238E27FC236}">
                <a16:creationId xmlns:a16="http://schemas.microsoft.com/office/drawing/2014/main" id="{3C00168B-064C-B5C2-7CBB-6A1D4BE3BC1E}"/>
              </a:ext>
            </a:extLst>
          </p:cNvPr>
          <p:cNvSpPr/>
          <p:nvPr/>
        </p:nvSpPr>
        <p:spPr>
          <a:xfrm>
            <a:off x="597130" y="3824443"/>
            <a:ext cx="219456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42">
            <a:extLst>
              <a:ext uri="{FF2B5EF4-FFF2-40B4-BE49-F238E27FC236}">
                <a16:creationId xmlns:a16="http://schemas.microsoft.com/office/drawing/2014/main" id="{E15DFCE2-5B09-1B58-8AF6-88D665675A31}"/>
              </a:ext>
            </a:extLst>
          </p:cNvPr>
          <p:cNvSpPr/>
          <p:nvPr/>
        </p:nvSpPr>
        <p:spPr>
          <a:xfrm>
            <a:off x="706858" y="3824443"/>
            <a:ext cx="19751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통합</a:t>
            </a:r>
            <a:endParaRPr lang="en-US" sz="1150" dirty="0"/>
          </a:p>
        </p:txBody>
      </p:sp>
      <p:sp>
        <p:nvSpPr>
          <p:cNvPr id="88" name="Shape 43">
            <a:extLst>
              <a:ext uri="{FF2B5EF4-FFF2-40B4-BE49-F238E27FC236}">
                <a16:creationId xmlns:a16="http://schemas.microsoft.com/office/drawing/2014/main" id="{9034A08B-B71F-D9A8-F06B-7F4AE5051605}"/>
              </a:ext>
            </a:extLst>
          </p:cNvPr>
          <p:cNvSpPr/>
          <p:nvPr/>
        </p:nvSpPr>
        <p:spPr>
          <a:xfrm>
            <a:off x="2791690" y="3824443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44">
            <a:extLst>
              <a:ext uri="{FF2B5EF4-FFF2-40B4-BE49-F238E27FC236}">
                <a16:creationId xmlns:a16="http://schemas.microsoft.com/office/drawing/2014/main" id="{AD1E1E69-5556-836D-A35E-741BBADC7C17}"/>
              </a:ext>
            </a:extLst>
          </p:cNvPr>
          <p:cNvSpPr/>
          <p:nvPr/>
        </p:nvSpPr>
        <p:spPr>
          <a:xfrm>
            <a:off x="2901418" y="3824443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설명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92" name="Shape 45">
            <a:extLst>
              <a:ext uri="{FF2B5EF4-FFF2-40B4-BE49-F238E27FC236}">
                <a16:creationId xmlns:a16="http://schemas.microsoft.com/office/drawing/2014/main" id="{21807F33-AB71-9D71-0A92-614AE7075297}"/>
              </a:ext>
            </a:extLst>
          </p:cNvPr>
          <p:cNvSpPr/>
          <p:nvPr/>
        </p:nvSpPr>
        <p:spPr>
          <a:xfrm>
            <a:off x="5626330" y="3824443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46">
            <a:extLst>
              <a:ext uri="{FF2B5EF4-FFF2-40B4-BE49-F238E27FC236}">
                <a16:creationId xmlns:a16="http://schemas.microsoft.com/office/drawing/2014/main" id="{CF0A487D-3702-E44E-B951-51DD3195B72E}"/>
              </a:ext>
            </a:extLst>
          </p:cNvPr>
          <p:cNvSpPr/>
          <p:nvPr/>
        </p:nvSpPr>
        <p:spPr>
          <a:xfrm>
            <a:off x="5736058" y="3824443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0000"/>
              </a:lnSpc>
            </a:pP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설명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96" name="Shape 47">
            <a:extLst>
              <a:ext uri="{FF2B5EF4-FFF2-40B4-BE49-F238E27FC236}">
                <a16:creationId xmlns:a16="http://schemas.microsoft.com/office/drawing/2014/main" id="{EDA2DE1D-8207-3755-0DF6-9F016F6A0053}"/>
              </a:ext>
            </a:extLst>
          </p:cNvPr>
          <p:cNvSpPr/>
          <p:nvPr/>
        </p:nvSpPr>
        <p:spPr>
          <a:xfrm>
            <a:off x="8460970" y="3824443"/>
            <a:ext cx="2834640" cy="512064"/>
          </a:xfrm>
          <a:prstGeom prst="rect">
            <a:avLst/>
          </a:prstGeom>
          <a:solidFill>
            <a:srgbClr val="EAF2F6"/>
          </a:solidFill>
          <a:ln w="12700">
            <a:solidFill>
              <a:srgbClr val="E3E9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48">
            <a:extLst>
              <a:ext uri="{FF2B5EF4-FFF2-40B4-BE49-F238E27FC236}">
                <a16:creationId xmlns:a16="http://schemas.microsoft.com/office/drawing/2014/main" id="{86B5F21E-D5CD-7707-C2E4-151E6CB8AA14}"/>
              </a:ext>
            </a:extLst>
          </p:cNvPr>
          <p:cNvSpPr/>
          <p:nvPr/>
        </p:nvSpPr>
        <p:spPr>
          <a:xfrm>
            <a:off x="8570698" y="3824443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매우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뛰어남</a:t>
            </a: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서식 등</a:t>
            </a:r>
            <a:r>
              <a:rPr lang="en-US" altLang="ko-KR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71865D-2848-AAF6-D476-4ECC7FF3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문서화 도구 비교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820EC4-BB1F-AF9E-045C-654A9C434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3762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</a:t>
            </a:r>
            <a:r>
              <a:rPr lang="ko-KR" altLang="en-US" sz="3000" b="1" dirty="0"/>
              <a:t>한 눈 비교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A43B1CF-5DF9-41DA-5E08-81B1411E1023}"/>
              </a:ext>
            </a:extLst>
          </p:cNvPr>
          <p:cNvSpPr txBox="1"/>
          <p:nvPr/>
        </p:nvSpPr>
        <p:spPr>
          <a:xfrm>
            <a:off x="896389" y="5362283"/>
            <a:ext cx="10399221" cy="1222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/>
              <a:t>다양한 언어의 코드에 적용하고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클래스</a:t>
            </a:r>
            <a:r>
              <a:rPr lang="en-US" altLang="ko-KR" sz="1600" dirty="0"/>
              <a:t> </a:t>
            </a:r>
            <a:r>
              <a:rPr lang="en-US" altLang="ko-KR" sz="1600" dirty="0" err="1"/>
              <a:t>구조·호출</a:t>
            </a:r>
            <a:r>
              <a:rPr lang="en-US" altLang="ko-KR" sz="1600" dirty="0"/>
              <a:t> </a:t>
            </a:r>
            <a:r>
              <a:rPr lang="en-US" altLang="ko-KR" sz="1600" dirty="0" err="1"/>
              <a:t>관계를</a:t>
            </a:r>
            <a:r>
              <a:rPr lang="en-US" altLang="ko-KR" sz="1600" dirty="0"/>
              <a:t> </a:t>
            </a:r>
            <a:r>
              <a:rPr lang="en-US" altLang="ko-KR" sz="1600" dirty="0" err="1"/>
              <a:t>그림으로</a:t>
            </a:r>
            <a:r>
              <a:rPr lang="en-US" altLang="ko-KR" sz="1600" dirty="0"/>
              <a:t> </a:t>
            </a:r>
            <a:r>
              <a:rPr lang="en-US" altLang="ko-KR" sz="1600" dirty="0" err="1"/>
              <a:t>보고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싶다면</a:t>
            </a:r>
            <a:r>
              <a:rPr lang="en-US" altLang="ko-KR" sz="1600" dirty="0"/>
              <a:t> → </a:t>
            </a:r>
            <a:r>
              <a:rPr lang="en-US" altLang="ko-KR" sz="1600" dirty="0" err="1"/>
              <a:t>Doxygen</a:t>
            </a:r>
            <a:endParaRPr lang="en-US" altLang="ko-KR" sz="16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ko-KR" sz="1600" dirty="0"/>
              <a:t>Python </a:t>
            </a:r>
            <a:r>
              <a:rPr lang="en-US" altLang="ko-KR" sz="1600" dirty="0" err="1"/>
              <a:t>프로젝트이거나</a:t>
            </a:r>
            <a:r>
              <a:rPr lang="en-US" altLang="ko-KR" sz="1600" dirty="0"/>
              <a:t>, </a:t>
            </a:r>
            <a:r>
              <a:rPr lang="ko-KR" altLang="en-US" sz="1600" dirty="0"/>
              <a:t>코드 </a:t>
            </a:r>
            <a:r>
              <a:rPr lang="en-US" altLang="ko-KR" sz="1600" dirty="0" err="1"/>
              <a:t>튜토리얼까지</a:t>
            </a:r>
            <a:r>
              <a:rPr lang="en-US" altLang="ko-KR" sz="1600" dirty="0"/>
              <a:t> </a:t>
            </a:r>
            <a:r>
              <a:rPr lang="en-US" altLang="ko-KR" sz="1600" dirty="0" err="1"/>
              <a:t>함께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쓰고</a:t>
            </a:r>
            <a:r>
              <a:rPr lang="en-US" altLang="ko-KR" sz="1600" dirty="0"/>
              <a:t> </a:t>
            </a:r>
            <a:r>
              <a:rPr lang="en-US" altLang="ko-KR" sz="1600" dirty="0" err="1"/>
              <a:t>싶다면</a:t>
            </a:r>
            <a:r>
              <a:rPr lang="en-US" altLang="ko-KR" sz="1600" dirty="0"/>
              <a:t> → Sphinx</a:t>
            </a:r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altLang="ko-KR" sz="1600" dirty="0"/>
              <a:t>Java </a:t>
            </a:r>
            <a:r>
              <a:rPr lang="en-US" altLang="ko-KR" sz="1600" dirty="0" err="1"/>
              <a:t>프로젝트이고</a:t>
            </a:r>
            <a:r>
              <a:rPr lang="en-US" altLang="ko-KR" sz="1600" dirty="0"/>
              <a:t>, </a:t>
            </a:r>
            <a:r>
              <a:rPr lang="ko-KR" altLang="en-US" sz="1600" dirty="0"/>
              <a:t>다른 문서화 도구가 없다면 </a:t>
            </a:r>
            <a:r>
              <a:rPr lang="en-US" altLang="ko-KR" sz="1600" dirty="0"/>
              <a:t>→ Javadoc</a:t>
            </a:r>
          </a:p>
        </p:txBody>
      </p:sp>
    </p:spTree>
    <p:extLst>
      <p:ext uri="{BB962C8B-B14F-4D97-AF65-F5344CB8AC3E}">
        <p14:creationId xmlns:p14="http://schemas.microsoft.com/office/powerpoint/2010/main" val="324320012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6421-B90A-488A-F5F1-3230DC93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766EB-9830-A119-88C4-0E1725913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en-US" altLang="ko-KR" dirty="0" err="1"/>
              <a:t>협업</a:t>
            </a:r>
            <a:r>
              <a:rPr lang="en-US" altLang="ko-KR" dirty="0"/>
              <a:t> 시 </a:t>
            </a:r>
            <a:r>
              <a:rPr lang="en-US" altLang="ko-KR" dirty="0" err="1"/>
              <a:t>컨벤션</a:t>
            </a:r>
            <a:r>
              <a:rPr lang="en-US" altLang="ko-KR" dirty="0"/>
              <a:t> </a:t>
            </a:r>
            <a:r>
              <a:rPr lang="en-US" altLang="ko-KR" dirty="0" err="1"/>
              <a:t>유지</a:t>
            </a:r>
            <a:r>
              <a:rPr lang="en-US" altLang="ko-KR" dirty="0"/>
              <a:t> 팁-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EC45EB-ABC7-D8F3-6669-322FFD133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2" y="1253331"/>
            <a:ext cx="11658600" cy="46671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&lt;1. </a:t>
            </a:r>
            <a:r>
              <a:rPr lang="ko-KR" altLang="en-US" sz="3000" b="1" dirty="0"/>
              <a:t>태그 사용 규칙 문서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r>
              <a:rPr lang="ko-KR" altLang="en-US" sz="2000" b="1" dirty="0"/>
              <a:t>  </a:t>
            </a:r>
            <a:r>
              <a:rPr lang="ko-KR" altLang="en-US" sz="2000" dirty="0"/>
              <a:t>태그를 서로 제각각 사용하면 문서 전체가 들쭉날쭉해질 가능성이 있음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  -&gt;</a:t>
            </a:r>
            <a:r>
              <a:rPr lang="ko-KR" altLang="en-US" sz="2000" dirty="0"/>
              <a:t>규칙을 만들어 준수하면 누가 써도 똑같은 형식이 나와 일관성 있음</a:t>
            </a:r>
            <a:br>
              <a:rPr lang="en-US" altLang="ko-KR" sz="2000" dirty="0"/>
            </a:br>
            <a:br>
              <a:rPr lang="en-US" altLang="ko-KR" sz="2000" dirty="0"/>
            </a:br>
            <a:endParaRPr lang="en-US" altLang="ko-KR" sz="2000" dirty="0"/>
          </a:p>
          <a:p>
            <a:pPr marL="0" indent="0">
              <a:buNone/>
            </a:pPr>
            <a:r>
              <a:rPr lang="en-US" altLang="ko-KR" sz="3000" b="1" dirty="0"/>
              <a:t>&lt;2. IDE</a:t>
            </a:r>
            <a:r>
              <a:rPr lang="ko-KR" altLang="en-US" sz="3000" b="1" dirty="0"/>
              <a:t> </a:t>
            </a:r>
            <a:r>
              <a:rPr lang="ko-KR" altLang="en-US" sz="3000" b="1" dirty="0" err="1"/>
              <a:t>스니펫</a:t>
            </a:r>
            <a:r>
              <a:rPr lang="ko-KR" altLang="en-US" sz="3000" b="1" dirty="0"/>
              <a:t> 사용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r>
              <a:rPr lang="en-US" altLang="ko-KR" sz="3000" b="1" dirty="0"/>
              <a:t> </a:t>
            </a:r>
            <a:r>
              <a:rPr lang="ko-KR" altLang="en-US" sz="2000" dirty="0"/>
              <a:t>손으로 태그를 치면 실수하는 일이 생기고 많은 주석을 사용하면 할 수록 시간 비용이 많이 </a:t>
            </a:r>
            <a:r>
              <a:rPr lang="ko-KR" altLang="en-US" sz="2000" dirty="0" err="1"/>
              <a:t>들어감</a:t>
            </a:r>
            <a:br>
              <a:rPr lang="en-US" altLang="ko-KR" sz="2000" dirty="0"/>
            </a:br>
            <a:r>
              <a:rPr lang="en-US" altLang="ko-KR" sz="2000" dirty="0"/>
              <a:t>  </a:t>
            </a:r>
          </a:p>
          <a:p>
            <a:pPr marL="0" indent="0">
              <a:buNone/>
            </a:pPr>
            <a:r>
              <a:rPr lang="en-US" altLang="ko-KR" sz="2000" dirty="0"/>
              <a:t>  -&gt;</a:t>
            </a:r>
            <a:r>
              <a:rPr lang="ko-KR" altLang="en-US" sz="2000" dirty="0"/>
              <a:t>자동완성 </a:t>
            </a:r>
            <a:r>
              <a:rPr lang="ko-KR" altLang="en-US" sz="2000" dirty="0" err="1"/>
              <a:t>스니펫을</a:t>
            </a:r>
            <a:r>
              <a:rPr lang="ko-KR" altLang="en-US" sz="2000" dirty="0"/>
              <a:t> 통해 미리 틀을 만들고 등록하면 피로와 시간이 더 적게 </a:t>
            </a:r>
            <a:r>
              <a:rPr lang="ko-KR" altLang="en-US" sz="2000" dirty="0" err="1"/>
              <a:t>들어감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1500" dirty="0">
                <a:solidFill>
                  <a:srgbClr val="FF0000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500" dirty="0" err="1">
                <a:solidFill>
                  <a:srgbClr val="FF0000"/>
                </a:solidFill>
                <a:highlight>
                  <a:srgbClr val="FFFF00"/>
                </a:highlight>
              </a:rPr>
              <a:t>스니펫</a:t>
            </a:r>
            <a:r>
              <a:rPr lang="en-US" altLang="ko-KR" sz="15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500" dirty="0">
                <a:highlight>
                  <a:srgbClr val="FFFF00"/>
                </a:highlight>
              </a:rPr>
              <a:t>: </a:t>
            </a:r>
            <a:r>
              <a:rPr lang="ko-KR" altLang="en-US" sz="1500" dirty="0">
                <a:highlight>
                  <a:srgbClr val="FFFF00"/>
                </a:highlight>
              </a:rPr>
              <a:t>자주 쓰는 코드를 미리 저장해두는 틀</a:t>
            </a:r>
            <a:endParaRPr lang="en-US" altLang="ko-KR" sz="1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8685252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443D-3DDE-ED8D-ED5D-6A6518ED2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F5F93-30C6-677C-4643-C7C0DB70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1345"/>
          </a:xfrm>
        </p:spPr>
        <p:txBody>
          <a:bodyPr/>
          <a:lstStyle/>
          <a:p>
            <a:r>
              <a:rPr lang="en-US" altLang="ko-KR" dirty="0"/>
              <a:t>-</a:t>
            </a:r>
            <a:r>
              <a:rPr lang="en-US" altLang="ko-KR" dirty="0" err="1"/>
              <a:t>협업</a:t>
            </a:r>
            <a:r>
              <a:rPr lang="en-US" altLang="ko-KR" dirty="0"/>
              <a:t> 시 </a:t>
            </a:r>
            <a:r>
              <a:rPr lang="en-US" altLang="ko-KR" dirty="0" err="1"/>
              <a:t>컨벤션</a:t>
            </a:r>
            <a:r>
              <a:rPr lang="en-US" altLang="ko-KR" dirty="0"/>
              <a:t> </a:t>
            </a:r>
            <a:r>
              <a:rPr lang="en-US" altLang="ko-KR" dirty="0" err="1"/>
              <a:t>유지</a:t>
            </a:r>
            <a:r>
              <a:rPr lang="en-US" altLang="ko-KR" dirty="0"/>
              <a:t> 팁-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53EF90-21D0-2EAD-CEF3-F71A8332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381" y="1253331"/>
            <a:ext cx="11677073" cy="2302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3000" b="1" dirty="0"/>
              <a:t>&lt;3. </a:t>
            </a:r>
            <a:r>
              <a:rPr lang="en-US" altLang="ko-KR" sz="3000" b="1" dirty="0" err="1"/>
              <a:t>doxyfile</a:t>
            </a:r>
            <a:r>
              <a:rPr lang="en-US" altLang="ko-KR" sz="3000" b="1" dirty="0"/>
              <a:t> </a:t>
            </a:r>
            <a:r>
              <a:rPr lang="ko-KR" altLang="en-US" sz="3000" b="1" dirty="0"/>
              <a:t>공유</a:t>
            </a:r>
            <a:r>
              <a:rPr lang="en-US" altLang="ko-KR" sz="3000" b="1" dirty="0"/>
              <a:t>&gt;</a:t>
            </a:r>
            <a:br>
              <a:rPr lang="en-US" altLang="ko-KR" sz="3000" b="1" dirty="0"/>
            </a:br>
            <a:endParaRPr lang="en-US" altLang="ko-KR" sz="3000" b="1" dirty="0"/>
          </a:p>
          <a:p>
            <a:pPr marL="0" indent="0">
              <a:buNone/>
            </a:pPr>
            <a:r>
              <a:rPr lang="ko-KR" altLang="en-US" sz="2000" dirty="0"/>
              <a:t>  </a:t>
            </a:r>
            <a:r>
              <a:rPr lang="en-US" altLang="ko-KR" sz="2000" dirty="0" err="1"/>
              <a:t>doxyfile</a:t>
            </a:r>
            <a:r>
              <a:rPr lang="ko-KR" altLang="en-US" sz="2000" dirty="0"/>
              <a:t> 설정이 다르면 문서의 모양</a:t>
            </a:r>
            <a:r>
              <a:rPr lang="en-US" altLang="ko-KR" sz="2000" dirty="0"/>
              <a:t>,</a:t>
            </a:r>
            <a:r>
              <a:rPr lang="ko-KR" altLang="en-US" sz="2000" dirty="0"/>
              <a:t>레이아웃</a:t>
            </a:r>
            <a:r>
              <a:rPr lang="en-US" altLang="ko-KR" sz="2000" dirty="0"/>
              <a:t>,</a:t>
            </a:r>
            <a:r>
              <a:rPr lang="ko-KR" altLang="en-US" sz="2000" dirty="0"/>
              <a:t>내용</a:t>
            </a:r>
            <a:r>
              <a:rPr lang="en-US" altLang="ko-KR" sz="2000" dirty="0"/>
              <a:t> </a:t>
            </a:r>
            <a:r>
              <a:rPr lang="ko-KR" altLang="en-US" sz="2000" dirty="0"/>
              <a:t>변화와 글자가 깨질 수 있음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en-US" altLang="ko-KR" sz="2000" dirty="0"/>
              <a:t>  -&gt; </a:t>
            </a:r>
            <a:r>
              <a:rPr lang="ko-KR" altLang="en-US" sz="2000" dirty="0"/>
              <a:t>똑같은 설정의 </a:t>
            </a:r>
            <a:r>
              <a:rPr lang="en-US" altLang="ko-KR" sz="2000" dirty="0" err="1"/>
              <a:t>doxyfile</a:t>
            </a:r>
            <a:r>
              <a:rPr lang="ko-KR" altLang="en-US" sz="2000" dirty="0"/>
              <a:t>을 공유하여 통일성 유지가 가능해진다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7047409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74410" y="1943766"/>
            <a:ext cx="8467447" cy="1629697"/>
          </a:xfrm>
        </p:spPr>
        <p:txBody>
          <a:bodyPr>
            <a:noAutofit/>
          </a:bodyPr>
          <a:lstStyle/>
          <a:p>
            <a:r>
              <a:rPr lang="ko-KR" altLang="en-US" sz="8800" b="1" dirty="0">
                <a:solidFill>
                  <a:schemeClr val="bg1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감사합니다</a:t>
            </a:r>
            <a:r>
              <a:rPr lang="en-US" altLang="ko-KR" sz="8800" b="1" dirty="0">
                <a:solidFill>
                  <a:schemeClr val="bg1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.</a:t>
            </a:r>
            <a:endParaRPr lang="ko-KR" altLang="en-US" sz="8800" b="1" dirty="0">
              <a:solidFill>
                <a:schemeClr val="bg1"/>
              </a:solidFill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323303" y="4396111"/>
            <a:ext cx="2566219" cy="566839"/>
          </a:xfrm>
        </p:spPr>
        <p:txBody>
          <a:bodyPr>
            <a:no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reference</a:t>
            </a:r>
            <a:endParaRPr lang="ko-KR" altLang="en-US" sz="3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022422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CB7785-DC26-4923-B897-8D55CAD73C38}"/>
              </a:ext>
            </a:extLst>
          </p:cNvPr>
          <p:cNvSpPr txBox="1"/>
          <p:nvPr/>
        </p:nvSpPr>
        <p:spPr>
          <a:xfrm>
            <a:off x="2044700" y="2743199"/>
            <a:ext cx="8801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/>
              <a:t>Expert</a:t>
            </a:r>
            <a:r>
              <a:rPr lang="ko-KR" altLang="en-US" sz="8000" dirty="0"/>
              <a:t> </a:t>
            </a:r>
            <a:r>
              <a:rPr lang="en-US" altLang="ko-KR" sz="8000" dirty="0"/>
              <a:t>project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11285484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455B365-FA2A-4A5D-85CD-8DB15183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E71C5F-96B5-4710-8C6A-15798A912B1C}"/>
              </a:ext>
            </a:extLst>
          </p:cNvPr>
          <p:cNvSpPr txBox="1"/>
          <p:nvPr/>
        </p:nvSpPr>
        <p:spPr>
          <a:xfrm>
            <a:off x="8890000" y="2050534"/>
            <a:ext cx="2768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/>
              <a:t>문서 파일 인코딩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B3853-15D9-4558-8BAD-C481C825A40C}"/>
              </a:ext>
            </a:extLst>
          </p:cNvPr>
          <p:cNvSpPr txBox="1"/>
          <p:nvPr/>
        </p:nvSpPr>
        <p:spPr>
          <a:xfrm>
            <a:off x="8890000" y="2327533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프로젝트 이름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A620D-6429-4FC2-8CE1-3B10C076515F}"/>
              </a:ext>
            </a:extLst>
          </p:cNvPr>
          <p:cNvSpPr txBox="1"/>
          <p:nvPr/>
        </p:nvSpPr>
        <p:spPr>
          <a:xfrm>
            <a:off x="7302500" y="2589143"/>
            <a:ext cx="7493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프로젝트 버전</a:t>
            </a:r>
            <a:r>
              <a:rPr lang="en-US" altLang="ko-KR" sz="1100" dirty="0"/>
              <a:t>/</a:t>
            </a:r>
            <a:r>
              <a:rPr lang="ko-KR" altLang="en-US" sz="1100" dirty="0"/>
              <a:t>번호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5806363-D77B-4E1D-BEBC-28D29EB8300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0400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48534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C8D13F1-935C-4F45-A41E-3FE4F69C792F}"/>
              </a:ext>
            </a:extLst>
          </p:cNvPr>
          <p:cNvGraphicFramePr>
            <a:graphicFrameLocks noGrp="1"/>
          </p:cNvGraphicFramePr>
          <p:nvPr/>
        </p:nvGraphicFramePr>
        <p:xfrm>
          <a:off x="7302500" y="2853283"/>
          <a:ext cx="10515600" cy="259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18613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프로젝트 간단 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07426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8BE77A0-7084-495E-B199-6977DABFB02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21811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12138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B29E27-93E1-411E-9B59-EEB35CA48FBC}"/>
              </a:ext>
            </a:extLst>
          </p:cNvPr>
          <p:cNvGraphicFramePr>
            <a:graphicFrameLocks noGrp="1"/>
          </p:cNvGraphicFramePr>
          <p:nvPr/>
        </p:nvGraphicFramePr>
        <p:xfrm>
          <a:off x="7302500" y="3175814"/>
          <a:ext cx="10515600" cy="259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92192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프로젝트 로고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846468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92191A7-D684-4FF5-B8DD-AB171DC2C84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899110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67397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26C974C-F222-48AC-A96C-D5B6231AE24C}"/>
              </a:ext>
            </a:extLst>
          </p:cNvPr>
          <p:cNvGraphicFramePr>
            <a:graphicFrameLocks noGrp="1"/>
          </p:cNvGraphicFramePr>
          <p:nvPr/>
        </p:nvGraphicFramePr>
        <p:xfrm>
          <a:off x="7302500" y="4163728"/>
          <a:ext cx="2070100" cy="259080"/>
        </p:xfrm>
        <a:graphic>
          <a:graphicData uri="http://schemas.openxmlformats.org/drawingml/2006/table">
            <a:tbl>
              <a:tblPr/>
              <a:tblGrid>
                <a:gridCol w="2070100">
                  <a:extLst>
                    <a:ext uri="{9D8B030D-6E8A-4147-A177-3AD203B41FA5}">
                      <a16:colId xmlns:a16="http://schemas.microsoft.com/office/drawing/2014/main" val="3831547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프로젝트 아이콘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334036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88106F7-14D1-4A35-8834-CD046666C70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30552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345565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99C7D0E-727B-4F3A-9687-4A22A9D78788}"/>
              </a:ext>
            </a:extLst>
          </p:cNvPr>
          <p:cNvGraphicFramePr>
            <a:graphicFrameLocks noGrp="1"/>
          </p:cNvGraphicFramePr>
          <p:nvPr/>
        </p:nvGraphicFramePr>
        <p:xfrm>
          <a:off x="7302500" y="5133165"/>
          <a:ext cx="2559050" cy="259080"/>
        </p:xfrm>
        <a:graphic>
          <a:graphicData uri="http://schemas.openxmlformats.org/drawingml/2006/table">
            <a:tbl>
              <a:tblPr/>
              <a:tblGrid>
                <a:gridCol w="2559050">
                  <a:extLst>
                    <a:ext uri="{9D8B030D-6E8A-4147-A177-3AD203B41FA5}">
                      <a16:colId xmlns:a16="http://schemas.microsoft.com/office/drawing/2014/main" val="1248787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출력 디렉터리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508552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744648F-48A7-4426-9F47-14470E8670E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384160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203690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6BD417F-BF4A-45EB-8830-15A2234728E7}"/>
              </a:ext>
            </a:extLst>
          </p:cNvPr>
          <p:cNvGraphicFramePr>
            <a:graphicFrameLocks noGrp="1"/>
          </p:cNvGraphicFramePr>
          <p:nvPr/>
        </p:nvGraphicFramePr>
        <p:xfrm>
          <a:off x="7607300" y="5439896"/>
          <a:ext cx="10515600" cy="274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499311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하위 디렉터리 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8982057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28D7674-2A20-48A8-9C0A-FFBB81B5EC1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08638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90301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4DEB7F33-9706-434C-9D50-D92040EC7C84}"/>
              </a:ext>
            </a:extLst>
          </p:cNvPr>
          <p:cNvGraphicFramePr>
            <a:graphicFrameLocks noGrp="1"/>
          </p:cNvGraphicFramePr>
          <p:nvPr/>
        </p:nvGraphicFramePr>
        <p:xfrm>
          <a:off x="7607300" y="5695270"/>
          <a:ext cx="10515600" cy="2743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18608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하위 디렉터리 단계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3894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9CF3ADE-0ADD-4272-B8EC-ED2FE355A71A}"/>
              </a:ext>
            </a:extLst>
          </p:cNvPr>
          <p:cNvSpPr txBox="1"/>
          <p:nvPr/>
        </p:nvSpPr>
        <p:spPr>
          <a:xfrm>
            <a:off x="7607300" y="5954003"/>
            <a:ext cx="9061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유니코드 이름 허용</a:t>
            </a:r>
          </a:p>
        </p:txBody>
      </p:sp>
    </p:spTree>
    <p:extLst>
      <p:ext uri="{BB962C8B-B14F-4D97-AF65-F5344CB8AC3E}">
        <p14:creationId xmlns:p14="http://schemas.microsoft.com/office/powerpoint/2010/main" val="1557305653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FAEC7-F8AC-44D8-9327-62EE9FF33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3115AE-A2D6-41B6-BC21-AFA8A6B19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E974AB-FBED-49ED-83EF-EC979798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5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2CB510-6C1F-4101-9386-75E04F5243F3}"/>
              </a:ext>
            </a:extLst>
          </p:cNvPr>
          <p:cNvSpPr txBox="1"/>
          <p:nvPr/>
        </p:nvSpPr>
        <p:spPr>
          <a:xfrm>
            <a:off x="6934200" y="1804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출력 언어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6DAA54-FF74-4E68-BB2B-5943501387DE}"/>
              </a:ext>
            </a:extLst>
          </p:cNvPr>
          <p:cNvSpPr txBox="1"/>
          <p:nvPr/>
        </p:nvSpPr>
        <p:spPr>
          <a:xfrm>
            <a:off x="4464050" y="604341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멤버 간단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90B502-A3CE-4A41-8686-12D98A30DE08}"/>
              </a:ext>
            </a:extLst>
          </p:cNvPr>
          <p:cNvSpPr txBox="1"/>
          <p:nvPr/>
        </p:nvSpPr>
        <p:spPr>
          <a:xfrm>
            <a:off x="4464050" y="1003042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간단한 설명 반복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02A0CB1-2965-4096-9340-1B331EBCA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1375173"/>
            <a:ext cx="302999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같은 관사를 구분/축약하는 설정 </a:t>
            </a:r>
            <a:endParaRPr kumimoji="0" lang="ko-KR" altLang="ko-K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E960E0-E2C3-4E44-94C4-E9C8D8A2CB1B}"/>
              </a:ext>
            </a:extLst>
          </p:cNvPr>
          <p:cNvSpPr txBox="1"/>
          <p:nvPr/>
        </p:nvSpPr>
        <p:spPr>
          <a:xfrm>
            <a:off x="4337050" y="2793484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항상 상세 설명 섹션 표시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CE9FF4-9F6C-40BF-B05C-BBFB75AF826F}"/>
              </a:ext>
            </a:extLst>
          </p:cNvPr>
          <p:cNvSpPr txBox="1"/>
          <p:nvPr/>
        </p:nvSpPr>
        <p:spPr>
          <a:xfrm>
            <a:off x="4337050" y="3089692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상속된 멤버를 인라인으로 표시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57F1F2-DC44-403E-80D4-FF03C56D3E4B}"/>
              </a:ext>
            </a:extLst>
          </p:cNvPr>
          <p:cNvSpPr txBox="1"/>
          <p:nvPr/>
        </p:nvSpPr>
        <p:spPr>
          <a:xfrm>
            <a:off x="4337050" y="3409295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전체 경로 이름 사용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5DB599-3B74-4A00-B3FE-1F7EE3310F37}"/>
              </a:ext>
            </a:extLst>
          </p:cNvPr>
          <p:cNvSpPr txBox="1"/>
          <p:nvPr/>
        </p:nvSpPr>
        <p:spPr>
          <a:xfrm>
            <a:off x="3943350" y="3843844"/>
            <a:ext cx="651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경로에서 제거할 부분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A0AFE91D-59EF-4365-AD2E-851C2BBF6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#include</a:t>
            </a:r>
            <a:r>
              <a:rPr kumimoji="0" lang="ko-KR" altLang="ko-K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경로에서 제거할 부분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02AFC7B-5360-46BD-B5BB-A497E435D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350" y="5381345"/>
            <a:ext cx="29097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#include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경로에서 제거할 부분 </a:t>
            </a:r>
            <a:endParaRPr kumimoji="0" lang="ko-KR" altLang="ko-K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31662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82551-044D-4163-A8FD-BAC2339C0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0" name="내용 개체 틀 9">
            <a:extLst>
              <a:ext uri="{FF2B5EF4-FFF2-40B4-BE49-F238E27FC236}">
                <a16:creationId xmlns:a16="http://schemas.microsoft.com/office/drawing/2014/main" id="{5A330067-E8A3-4853-91F1-AF066F31AC7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13394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891058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C3EB99EC-1013-4CDF-AB50-2C02EF4E4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17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48CA54-0094-4B68-8DC9-B4BD31ADB91C}"/>
              </a:ext>
            </a:extLst>
          </p:cNvPr>
          <p:cNvSpPr txBox="1"/>
          <p:nvPr/>
        </p:nvSpPr>
        <p:spPr>
          <a:xfrm>
            <a:off x="4279900" y="1129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문서 파일 이름을 짧게 생성할지 설정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7229E-4870-47B3-B956-B51FDD29DE6C}"/>
              </a:ext>
            </a:extLst>
          </p:cNvPr>
          <p:cNvSpPr txBox="1"/>
          <p:nvPr/>
        </p:nvSpPr>
        <p:spPr>
          <a:xfrm>
            <a:off x="4279900" y="432594"/>
            <a:ext cx="6184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Javadoc </a:t>
            </a:r>
            <a:r>
              <a:rPr lang="ko-KR" altLang="en-US" dirty="0"/>
              <a:t>형식 주석의 첫 문장을 자동으로 요약문으로 처리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932758F-B5FB-454F-809F-BC181FD9876F}"/>
              </a:ext>
            </a:extLst>
          </p:cNvPr>
          <p:cNvGraphicFramePr>
            <a:graphicFrameLocks noGrp="1"/>
          </p:cNvGraphicFramePr>
          <p:nvPr/>
        </p:nvGraphicFramePr>
        <p:xfrm>
          <a:off x="4279900" y="801291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2081927"/>
                    </a:ext>
                  </a:extLst>
                </a:gridCol>
              </a:tblGrid>
              <a:tr h="173514">
                <a:tc>
                  <a:txBody>
                    <a:bodyPr/>
                    <a:lstStyle/>
                    <a:p>
                      <a:r>
                        <a:rPr lang="en-US" altLang="ko-KR" dirty="0"/>
                        <a:t>Javadoc </a:t>
                      </a:r>
                      <a:r>
                        <a:rPr lang="ko-KR" altLang="en-US" dirty="0"/>
                        <a:t>주석에서 배너 형태를 허용할지 설정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72343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6E99CD-D8A3-4FCE-AE27-CDD0366C5712}"/>
              </a:ext>
            </a:extLst>
          </p:cNvPr>
          <p:cNvSpPr txBox="1"/>
          <p:nvPr/>
        </p:nvSpPr>
        <p:spPr>
          <a:xfrm>
            <a:off x="4279900" y="1130737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Qt </a:t>
            </a:r>
            <a:r>
              <a:rPr lang="ko-KR" altLang="en-US" dirty="0"/>
              <a:t>스타일 주석의 첫 문장을 자동으로 요약문으로 처리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F041F-1D3B-4312-821E-97BF13ED845A}"/>
              </a:ext>
            </a:extLst>
          </p:cNvPr>
          <p:cNvSpPr txBox="1"/>
          <p:nvPr/>
        </p:nvSpPr>
        <p:spPr>
          <a:xfrm>
            <a:off x="4216400" y="1495862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여러 줄 </a:t>
            </a:r>
            <a:r>
              <a:rPr lang="en-US" altLang="ko-KR" dirty="0"/>
              <a:t>C++ </a:t>
            </a:r>
            <a:r>
              <a:rPr lang="ko-KR" altLang="en-US" dirty="0"/>
              <a:t>주석을 요약으로 </a:t>
            </a:r>
            <a:r>
              <a:rPr lang="en-US" altLang="ko-KR" dirty="0"/>
              <a:t>///</a:t>
            </a:r>
            <a:r>
              <a:rPr lang="ko-KR" altLang="en-US" dirty="0"/>
              <a:t>또는 </a:t>
            </a:r>
            <a:r>
              <a:rPr lang="en-US" altLang="ko-KR" dirty="0"/>
              <a:t>/** */</a:t>
            </a:r>
            <a:endParaRPr lang="ko-KR" alt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2D3322A9-BD28-482E-97A1-1DFA83B2B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1821936"/>
            <a:ext cx="47644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""" 설명 """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같은 문서 주석을 인식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7061E8-ACB6-432C-A7C3-12357EFD6C30}"/>
              </a:ext>
            </a:extLst>
          </p:cNvPr>
          <p:cNvSpPr txBox="1"/>
          <p:nvPr/>
        </p:nvSpPr>
        <p:spPr>
          <a:xfrm>
            <a:off x="4216400" y="2200553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부모 클래스</a:t>
            </a:r>
            <a:r>
              <a:rPr lang="en-US" altLang="ko-KR" dirty="0"/>
              <a:t>/</a:t>
            </a:r>
            <a:r>
              <a:rPr lang="ko-KR" altLang="en-US" dirty="0"/>
              <a:t>함수의 문서 설명을 자식이 자동으로 상속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B05209-2848-4D30-A4BF-D3EA1CBC60BE}"/>
              </a:ext>
            </a:extLst>
          </p:cNvPr>
          <p:cNvSpPr txBox="1"/>
          <p:nvPr/>
        </p:nvSpPr>
        <p:spPr>
          <a:xfrm>
            <a:off x="4216400" y="2559130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클래스의 멤버 함수</a:t>
            </a:r>
            <a:r>
              <a:rPr lang="en-US" altLang="ko-KR" dirty="0"/>
              <a:t>/</a:t>
            </a:r>
            <a:r>
              <a:rPr lang="ko-KR" altLang="en-US" dirty="0"/>
              <a:t>변수마다 별도의 페이지를 만들지 설정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7CF64-2806-4605-9CFF-D2059CF775AB}"/>
              </a:ext>
            </a:extLst>
          </p:cNvPr>
          <p:cNvSpPr txBox="1"/>
          <p:nvPr/>
        </p:nvSpPr>
        <p:spPr>
          <a:xfrm>
            <a:off x="4279900" y="2917031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탭</a:t>
            </a:r>
            <a:r>
              <a:rPr lang="en-US" altLang="ko-KR" dirty="0"/>
              <a:t>(Tab) </a:t>
            </a:r>
            <a:r>
              <a:rPr lang="ko-KR" altLang="en-US" dirty="0"/>
              <a:t>하나를 </a:t>
            </a:r>
            <a:r>
              <a:rPr lang="ko-KR" altLang="en-US" b="1" dirty="0"/>
              <a:t>공백 </a:t>
            </a:r>
            <a:r>
              <a:rPr lang="en-US" altLang="ko-KR" b="1" dirty="0"/>
              <a:t>4</a:t>
            </a:r>
            <a:r>
              <a:rPr lang="ko-KR" altLang="en-US" b="1" dirty="0"/>
              <a:t>칸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A8A4BD-E137-466E-AD44-3C56613E576A}"/>
              </a:ext>
            </a:extLst>
          </p:cNvPr>
          <p:cNvSpPr txBox="1"/>
          <p:nvPr/>
        </p:nvSpPr>
        <p:spPr>
          <a:xfrm>
            <a:off x="3810000" y="3462971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ALIASES = </a:t>
            </a:r>
            <a:r>
              <a:rPr lang="ko-KR" altLang="en-US" dirty="0"/>
              <a:t>별칭</a:t>
            </a:r>
            <a:r>
              <a:rPr lang="en-US" altLang="ko-KR" dirty="0"/>
              <a:t>(</a:t>
            </a:r>
            <a:r>
              <a:rPr lang="ko-KR" altLang="en-US" dirty="0"/>
              <a:t>사용자 정의 명령어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BB01E8-86C0-4D0D-A075-18FC1C04A2F2}"/>
              </a:ext>
            </a:extLst>
          </p:cNvPr>
          <p:cNvSpPr txBox="1"/>
          <p:nvPr/>
        </p:nvSpPr>
        <p:spPr>
          <a:xfrm>
            <a:off x="4216400" y="4988422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 </a:t>
            </a:r>
            <a:r>
              <a:rPr lang="ko-KR" altLang="en-US" dirty="0"/>
              <a:t>언어 코드에 맞게 문서 출력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EB573B-F30B-4DC4-9E2A-5CEC55B976B1}"/>
              </a:ext>
            </a:extLst>
          </p:cNvPr>
          <p:cNvSpPr txBox="1"/>
          <p:nvPr/>
        </p:nvSpPr>
        <p:spPr>
          <a:xfrm>
            <a:off x="4216400" y="5315922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Java </a:t>
            </a:r>
            <a:r>
              <a:rPr lang="ko-KR" altLang="en-US" dirty="0"/>
              <a:t>코드에 맞게 문서 출력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35B857-A93F-474F-9222-07AB5766F06F}"/>
              </a:ext>
            </a:extLst>
          </p:cNvPr>
          <p:cNvSpPr txBox="1"/>
          <p:nvPr/>
        </p:nvSpPr>
        <p:spPr>
          <a:xfrm>
            <a:off x="4216400" y="5685254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Fortran </a:t>
            </a:r>
            <a:r>
              <a:rPr lang="ko-KR" altLang="en-US" dirty="0"/>
              <a:t>코드에 맞게 문서 출력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F68116-1B3F-43F7-A3BA-EFD1CBFB01E4}"/>
              </a:ext>
            </a:extLst>
          </p:cNvPr>
          <p:cNvSpPr txBox="1"/>
          <p:nvPr/>
        </p:nvSpPr>
        <p:spPr>
          <a:xfrm>
            <a:off x="4216400" y="6066462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VHDL </a:t>
            </a:r>
            <a:r>
              <a:rPr lang="ko-KR" altLang="en-US" dirty="0"/>
              <a:t>코드에 맞게 문서 출력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1211A3-5447-4DC9-8537-55AF0ADFD48C}"/>
              </a:ext>
            </a:extLst>
          </p:cNvPr>
          <p:cNvSpPr txBox="1"/>
          <p:nvPr/>
        </p:nvSpPr>
        <p:spPr>
          <a:xfrm>
            <a:off x="4216400" y="6392107"/>
            <a:ext cx="744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Slice </a:t>
            </a:r>
            <a:r>
              <a:rPr lang="ko-KR" altLang="en-US" dirty="0"/>
              <a:t>언어 코드에 맞게 문서 출력</a:t>
            </a:r>
          </a:p>
        </p:txBody>
      </p:sp>
    </p:spTree>
    <p:extLst>
      <p:ext uri="{BB962C8B-B14F-4D97-AF65-F5344CB8AC3E}">
        <p14:creationId xmlns:p14="http://schemas.microsoft.com/office/powerpoint/2010/main" val="3921665370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CD34C-4444-4ABB-B1C1-5509A210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58D922FD-44DC-4F03-9AC4-F19A85323C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8321243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41096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49702D26-AF72-4EEC-8FC5-5EB29160F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BFBB9-90DB-4D98-B016-6353E46C1D6A}"/>
              </a:ext>
            </a:extLst>
          </p:cNvPr>
          <p:cNvSpPr txBox="1"/>
          <p:nvPr/>
        </p:nvSpPr>
        <p:spPr>
          <a:xfrm>
            <a:off x="3943350" y="230188"/>
            <a:ext cx="61849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/>
              <a:t>Markdown </a:t>
            </a:r>
            <a:r>
              <a:rPr lang="ko-KR" altLang="en-US" sz="1600"/>
              <a:t>문법을 </a:t>
            </a:r>
            <a:r>
              <a:rPr lang="en-US" altLang="ko-KR" sz="1600"/>
              <a:t>Doxygen </a:t>
            </a:r>
            <a:r>
              <a:rPr lang="ko-KR" altLang="en-US" sz="1600"/>
              <a:t>문서에서 사용할 수 있게 함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19B0C-17A8-4BB7-A570-F771785D90D2}"/>
              </a:ext>
            </a:extLst>
          </p:cNvPr>
          <p:cNvSpPr txBox="1"/>
          <p:nvPr/>
        </p:nvSpPr>
        <p:spPr>
          <a:xfrm>
            <a:off x="4330700" y="2228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Markdown </a:t>
            </a:r>
            <a:r>
              <a:rPr lang="ko-KR" altLang="en-US" dirty="0"/>
              <a:t>문법을 </a:t>
            </a:r>
            <a:r>
              <a:rPr lang="en-US" altLang="ko-KR" dirty="0" err="1"/>
              <a:t>Doxygen</a:t>
            </a:r>
            <a:r>
              <a:rPr lang="en-US" altLang="ko-KR" dirty="0"/>
              <a:t> </a:t>
            </a:r>
            <a:r>
              <a:rPr lang="ko-KR" altLang="en-US" dirty="0"/>
              <a:t>문서에서 사용할 수 있게 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EDDD4-D30C-4503-9829-36CCD69CDB85}"/>
              </a:ext>
            </a:extLst>
          </p:cNvPr>
          <p:cNvSpPr txBox="1"/>
          <p:nvPr/>
        </p:nvSpPr>
        <p:spPr>
          <a:xfrm>
            <a:off x="4330700" y="26755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Markdown </a:t>
            </a:r>
            <a:r>
              <a:rPr lang="ko-KR" altLang="en-US" dirty="0"/>
              <a:t>문법을 좀 더 엄격하게 적용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B02C71E-E666-4E16-8CD9-40E9C23CE8A9}"/>
              </a:ext>
            </a:extLst>
          </p:cNvPr>
          <p:cNvGraphicFramePr>
            <a:graphicFrameLocks noGrp="1"/>
          </p:cNvGraphicFramePr>
          <p:nvPr/>
        </p:nvGraphicFramePr>
        <p:xfrm>
          <a:off x="4330700" y="3188355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5958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문서의 제목</a:t>
                      </a:r>
                      <a:r>
                        <a:rPr lang="en-US" altLang="ko-KR" dirty="0"/>
                        <a:t>(Heading)</a:t>
                      </a:r>
                      <a:r>
                        <a:rPr lang="ko-KR" altLang="en-US" dirty="0"/>
                        <a:t>을 목차</a:t>
                      </a:r>
                      <a:r>
                        <a:rPr lang="en-US" altLang="ko-KR" dirty="0"/>
                        <a:t>(TOC)</a:t>
                      </a:r>
                      <a:r>
                        <a:rPr lang="ko-KR" altLang="en-US" dirty="0"/>
                        <a:t>에 포함할 단계 설정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252602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79D980A-1615-454C-8906-D6612B0118D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01813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585854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51622ED2-F516-471D-8D30-425877AC3CBA}"/>
              </a:ext>
            </a:extLst>
          </p:cNvPr>
          <p:cNvGraphicFramePr>
            <a:graphicFrameLocks noGrp="1"/>
          </p:cNvGraphicFramePr>
          <p:nvPr/>
        </p:nvGraphicFramePr>
        <p:xfrm>
          <a:off x="5842000" y="377904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906725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/>
                        <a:t>Markdown </a:t>
                      </a:r>
                      <a:r>
                        <a:rPr lang="ko-KR" altLang="en-US" dirty="0"/>
                        <a:t>제목 등에 생성되는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의 형식을 설정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45735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4A6D288-1705-4556-A7DC-8FD4A80F8AD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51055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353585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DAF4445-8559-4ABF-AE1C-86E0C423E689}"/>
              </a:ext>
            </a:extLst>
          </p:cNvPr>
          <p:cNvGraphicFramePr>
            <a:graphicFrameLocks noGrp="1"/>
          </p:cNvGraphicFramePr>
          <p:nvPr/>
        </p:nvGraphicFramePr>
        <p:xfrm>
          <a:off x="4330700" y="432768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034863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코드에서 클래스명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함수명</a:t>
                      </a:r>
                      <a:r>
                        <a:rPr lang="ko-KR" altLang="en-US" dirty="0"/>
                        <a:t> 등을 자동으로 링크로 연결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79977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6A331B2-8E95-4BA7-BCB9-58698AC4AD0D}"/>
              </a:ext>
            </a:extLst>
          </p:cNvPr>
          <p:cNvSpPr txBox="1"/>
          <p:nvPr/>
        </p:nvSpPr>
        <p:spPr>
          <a:xfrm>
            <a:off x="3943350" y="4987905"/>
            <a:ext cx="8178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자동 링크로 만들지 않을 단어를 지정</a:t>
            </a:r>
          </a:p>
        </p:txBody>
      </p:sp>
    </p:spTree>
    <p:extLst>
      <p:ext uri="{BB962C8B-B14F-4D97-AF65-F5344CB8AC3E}">
        <p14:creationId xmlns:p14="http://schemas.microsoft.com/office/powerpoint/2010/main" val="1903677929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8377E-D072-4078-B7B0-3543F2D7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0D8AEC0-BA83-4007-8664-A8A909C898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60004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04453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0089F68C-B30F-4916-9578-598DE28A6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3CCCCA6-FEB5-4B5F-B21E-ECDDB59D356F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182245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90668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C++ STL(Standard Template Library)</a:t>
                      </a:r>
                      <a:r>
                        <a:rPr lang="ko-KR" altLang="en-US" dirty="0"/>
                        <a:t>을 </a:t>
                      </a:r>
                      <a:r>
                        <a:rPr lang="en-US" dirty="0" err="1"/>
                        <a:t>Doxygen</a:t>
                      </a:r>
                      <a:r>
                        <a:rPr lang="ko-KR" altLang="en-US" dirty="0"/>
                        <a:t>이 인식하도록 지원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6723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5C78839-40CA-4A6D-A85B-F57818AEFB4B}"/>
              </a:ext>
            </a:extLst>
          </p:cNvPr>
          <p:cNvSpPr txBox="1"/>
          <p:nvPr/>
        </p:nvSpPr>
        <p:spPr>
          <a:xfrm>
            <a:off x="4216400" y="565348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C++/CLI </a:t>
            </a:r>
            <a:r>
              <a:rPr lang="ko-KR" altLang="en-US"/>
              <a:t>문법을 인식하도록 지원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B5F6-ED00-4BCE-88BC-807EEF0ABE39}"/>
              </a:ext>
            </a:extLst>
          </p:cNvPr>
          <p:cNvSpPr txBox="1"/>
          <p:nvPr/>
        </p:nvSpPr>
        <p:spPr>
          <a:xfrm>
            <a:off x="4216400" y="1128018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SIP</a:t>
            </a:r>
            <a:r>
              <a:rPr lang="ko-KR" altLang="en-US" dirty="0"/>
              <a:t>로 작성된 </a:t>
            </a:r>
            <a:r>
              <a:rPr lang="en-US" altLang="ko-KR" dirty="0"/>
              <a:t>Python/C++ </a:t>
            </a:r>
            <a:r>
              <a:rPr lang="ko-KR" altLang="en-US" dirty="0"/>
              <a:t>바인딩 코드를 지원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F066BF7-191A-4B90-85E3-E5D833102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1631436"/>
            <a:ext cx="3776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IDL의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property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인식하도록 지원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4D9A883-6EDB-43AB-AA9D-77CFF9F02B2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641356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42872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E40B681-E3FF-4870-835A-3751416E84D0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213485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9082187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같은 그룹에 속한 멤버에게 그룹 설명을 분배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0127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4AC034A-A4A6-4A11-8A41-6A44777286B1}"/>
              </a:ext>
            </a:extLst>
          </p:cNvPr>
          <p:cNvSpPr txBox="1"/>
          <p:nvPr/>
        </p:nvSpPr>
        <p:spPr>
          <a:xfrm>
            <a:off x="4216400" y="2559375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클래스 안의 클래스 등 중첩된 요소를 그룹으로 묶음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947B5B-6EE1-4A3C-8C05-F53782BC0AC6}"/>
              </a:ext>
            </a:extLst>
          </p:cNvPr>
          <p:cNvSpPr txBox="1"/>
          <p:nvPr/>
        </p:nvSpPr>
        <p:spPr>
          <a:xfrm>
            <a:off x="4216400" y="2974848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그룹 안의 클래스</a:t>
            </a:r>
            <a:r>
              <a:rPr lang="en-US" altLang="ko-KR" dirty="0"/>
              <a:t>/</a:t>
            </a:r>
            <a:r>
              <a:rPr lang="ko-KR" altLang="en-US" dirty="0"/>
              <a:t>함수 등을 하위 그룹으로 나눔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607B5D-1E49-446A-BD65-7BACBEF3AC09}"/>
              </a:ext>
            </a:extLst>
          </p:cNvPr>
          <p:cNvSpPr txBox="1"/>
          <p:nvPr/>
        </p:nvSpPr>
        <p:spPr>
          <a:xfrm>
            <a:off x="4216400" y="3491377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그룹에 속한 클래스를 별도 페이지가 아니라 그룹 페이지에 바로 표시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3B29A6F-6AEF-4757-AF8C-06C69D1B1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3892035"/>
            <a:ext cx="65453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간단한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struct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를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별도 문서가 아니라 현재 페이지에 바로 표시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D890C34-B163-4FEB-84A8-B1712D0D467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55271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121551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81962C9-C6FD-4B09-9491-249A97F219AF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4346743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45227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/>
                        <a:t>typedef </a:t>
                      </a:r>
                      <a:r>
                        <a:rPr lang="ko-KR" altLang="en-US" dirty="0"/>
                        <a:t>이름이 원래 </a:t>
                      </a:r>
                      <a:r>
                        <a:rPr lang="en-US" altLang="ko-KR" dirty="0"/>
                        <a:t>struct </a:t>
                      </a:r>
                      <a:r>
                        <a:rPr lang="ko-KR" altLang="en-US" dirty="0"/>
                        <a:t>이름을 대신하도록 처리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049223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5666F2D-A153-4E85-8DF5-3EE018E48A2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70998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810988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B3ED042-E7CD-40D4-B15F-65AFC63C4B1A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4924785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673237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Doxygen</a:t>
                      </a:r>
                      <a:r>
                        <a:rPr lang="ko-KR" altLang="en-US" dirty="0"/>
                        <a:t>이 이름을 찾을 때 사용하는 캐시 크기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4193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332073B-2AD1-4404-9DF8-B42EA004DF0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986483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316246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2F12BD75-AD75-41A5-9B31-DADEEDB98B9A}"/>
              </a:ext>
            </a:extLst>
          </p:cNvPr>
          <p:cNvGraphicFramePr>
            <a:graphicFrameLocks noGrp="1"/>
          </p:cNvGraphicFramePr>
          <p:nvPr/>
        </p:nvGraphicFramePr>
        <p:xfrm>
          <a:off x="4216400" y="5532186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727759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 err="1"/>
                        <a:t>Doxygen</a:t>
                      </a:r>
                      <a:r>
                        <a:rPr lang="ko-KR" altLang="en-US" dirty="0"/>
                        <a:t>이 문서를 생성할 때 사용할 작업 스레드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313706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62BFCD8D-E1E0-443B-8358-3607D27A5A22}"/>
              </a:ext>
            </a:extLst>
          </p:cNvPr>
          <p:cNvSpPr txBox="1"/>
          <p:nvPr/>
        </p:nvSpPr>
        <p:spPr>
          <a:xfrm>
            <a:off x="5651500" y="6182176"/>
            <a:ext cx="736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생성된 문서에 생성 시간을 표시할지 설정</a:t>
            </a:r>
          </a:p>
        </p:txBody>
      </p:sp>
    </p:spTree>
    <p:extLst>
      <p:ext uri="{BB962C8B-B14F-4D97-AF65-F5344CB8AC3E}">
        <p14:creationId xmlns:p14="http://schemas.microsoft.com/office/powerpoint/2010/main" val="116613375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3EC7DF-0378-6E1F-CFBB-62A7A0221382}"/>
              </a:ext>
            </a:extLst>
          </p:cNvPr>
          <p:cNvSpPr txBox="1"/>
          <p:nvPr/>
        </p:nvSpPr>
        <p:spPr>
          <a:xfrm>
            <a:off x="1732547" y="1780674"/>
            <a:ext cx="877102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/>
              <a:t>Expert </a:t>
            </a:r>
            <a:r>
              <a:rPr lang="en-US" altLang="ko-KR" sz="11500" dirty="0" err="1"/>
              <a:t>Bulid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1459889361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4769772-4D25-2F4A-F662-771797C3E7F7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F637DC1-C5D7-E338-2548-8C863D4B8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B014A31-4C06-F0E2-96A9-014CE506F4EC}"/>
              </a:ext>
            </a:extLst>
          </p:cNvPr>
          <p:cNvSpPr/>
          <p:nvPr/>
        </p:nvSpPr>
        <p:spPr>
          <a:xfrm>
            <a:off x="2555368" y="1036320"/>
            <a:ext cx="1638300" cy="8763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8A436E9-0B8B-35C9-EAB3-7F52B20369B2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EXTRACT_ALL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문서화 주석이 없는 코드 요소도 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EXTRACT_PRIVATE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PRIVATE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접근 지정자로 선언된 클래스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멤버를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EXTRACT_PRIV_VIRTUAL : PRIVATE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접근 지정자로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선언된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virtual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멤버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함수를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EXTRACT_PACKAGE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Java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package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접근 수준의 클래스나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멤버를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EXTRACT_STATIC : static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선언된 클래스 멤버나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전역 함수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변수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등을 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523019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3FED-EA62-8161-CD58-3E28CD937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486BE9-EC79-51BA-FA26-734395867FF5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67A4B0C-97DB-9148-F648-FA9C1B6B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CF2A6EF-26E3-D7FF-6660-678CD8643BDA}"/>
              </a:ext>
            </a:extLst>
          </p:cNvPr>
          <p:cNvSpPr/>
          <p:nvPr/>
        </p:nvSpPr>
        <p:spPr>
          <a:xfrm>
            <a:off x="2555368" y="1901952"/>
            <a:ext cx="1638300" cy="701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175F02-1F18-52E5-FD27-51791E2E7A84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EXTRACT_LOCAL_CLASSES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 내부에 정의된 지역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클래스를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EXTRACT_LOCAL_METHODS :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 내부에서 정의된 로컬 메서드를 문서에 포함할지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결정하는 설정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EXTRACT_ANON_NSPACES : C++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익명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namespace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안에 있는 요소를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포함할지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RESOLVE_UNNAMED_PARAMS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함수의 이름이 없는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매개변수를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어떻게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처리할지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(YES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시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추론하여 처리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</p:txBody>
      </p:sp>
    </p:spTree>
    <p:extLst>
      <p:ext uri="{BB962C8B-B14F-4D97-AF65-F5344CB8AC3E}">
        <p14:creationId xmlns:p14="http://schemas.microsoft.com/office/powerpoint/2010/main" val="309547613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CDCC2-911E-173C-A779-1E62DC23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AA810DA-69ED-49BD-1B60-D7603B848E0A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7AD7D3-A524-27E6-EDE1-DABEC6AC8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39EC6C0-0A4D-B833-562C-EA4818FC8287}"/>
              </a:ext>
            </a:extLst>
          </p:cNvPr>
          <p:cNvSpPr/>
          <p:nvPr/>
        </p:nvSpPr>
        <p:spPr>
          <a:xfrm>
            <a:off x="2555368" y="2590800"/>
            <a:ext cx="1638300" cy="838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29F38B-723B-1F76-BF3B-C89E0A2FACDC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HIDE_UNDOC_MEMBERS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주석이 없는 클래스의 멤버를 문서에서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숨길지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HIDE_UNDOC_CLASSES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주석이 없는 클래스를 문서에서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숨길지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HIDE_UNDOC_NAMESPACES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주석이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없는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namespace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문서에서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숨길지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HIDE_FRIEND_COMPOUNDS : friend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선언으로 인해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표시되는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compound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숨길지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HIDE_IN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_BODY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_DOCS :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함수의 본문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안에서 작성된 문서화 주석을 문서에서 숨길지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6889035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97F6-85A5-B64B-AD42-89FB20B1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2A1227-7927-AF3F-BAAB-9AF76250AEA2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EF2979F-F7F6-3C88-22B1-6BFCCD9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0E91D0C-71C4-2030-951D-66A64ED254A1}"/>
              </a:ext>
            </a:extLst>
          </p:cNvPr>
          <p:cNvSpPr/>
          <p:nvPr/>
        </p:nvSpPr>
        <p:spPr>
          <a:xfrm>
            <a:off x="2555368" y="3429000"/>
            <a:ext cx="2128392" cy="74676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5B7E279-C8DD-1D36-0F57-683D6960B2F7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INTERNAL_DOCS : internal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표시된 문서 내용을 일반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포함할지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CASE_SENSE_NAMES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변수 등의 이름을 검색하거나 참조할 때 대소문자를 구분할지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결정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SYSTEM)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HIDE_SCOPE_NAMES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문서에서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namespace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scope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이름을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HIDE_COMPOUND_REFERENCE : compound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 대한 참조 정보를 문서에서 숨길지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설정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179923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44CD-4C80-D37E-5A5B-BBA6C56A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4C4733-09E9-7B7A-C971-B85C558939F2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A5C79CE-E40B-7653-BEA6-3932453AA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86" y="719475"/>
            <a:ext cx="5290178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C08138F-B167-3B8D-857C-F3EB94FCC5F5}"/>
              </a:ext>
            </a:extLst>
          </p:cNvPr>
          <p:cNvSpPr/>
          <p:nvPr/>
        </p:nvSpPr>
        <p:spPr>
          <a:xfrm>
            <a:off x="2555368" y="4160520"/>
            <a:ext cx="1701672" cy="86868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1D8094-CB40-08B1-736D-1F2BFC88B326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SHOW_HEADERFILE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클래스나 구조체가 어떤 헤더 파일에 정의되어 있는지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SHOW_INCLUDE_FILES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해당 파일에서 어떤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파일을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#include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하고 있는지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SHOW_GROUPED_MEMB_INC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그룹으로 묶인 멤버에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대해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include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정보를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FORCE_LOCAL_INCLUDES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헤더 파일을 표시할 때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로컬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include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형식을 강제로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사용할지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NO)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INLINE_INFO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클래스나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함수가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inline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으로 선언되었는지 여부를 문서에 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YES)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793287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1986-D1B3-AF1D-58B2-27E4AEFB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B5732D2-002A-CCA8-BDDD-6BD7B9BFA7B3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9371A3-6A0D-77FE-07DE-1D0398B4B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680" y="719475"/>
            <a:ext cx="5257189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7DEE312-6B10-0414-6A5F-B554558CA49C}"/>
              </a:ext>
            </a:extLst>
          </p:cNvPr>
          <p:cNvSpPr/>
          <p:nvPr/>
        </p:nvSpPr>
        <p:spPr>
          <a:xfrm>
            <a:off x="2555368" y="1000760"/>
            <a:ext cx="1701672" cy="10414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46CE6E-DCF4-3B88-5DCA-3826D76014D9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SORT_MEMBER_DOCS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클래스의 멤버 함수와 변수 등을 이름순으로 정렬할지 결정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SORT_BRIEF_DOCS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멤버의 간단한 설명을 이름순으로 정렬할지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SORT_MEMBERS_CTORS_1st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클래스의 멤버 목록에서 생성자를 가장 먼저 표시할지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  <a:endParaRPr lang="en-US" altLang="ko-KR" baseline="30000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ko-KR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SORT_GROUP_NAMES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문서의 그룹을 이름순으로 정렬할지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SORT_BY_SCOPE_NAME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클래스나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namespace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등의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scope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포함한 전체 이름을 기준으로 정렬할지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STRICT_PROTO_MATCHING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함수 선언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프로토타입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)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과 함수 정의를 연결할 때 매개변수 타입까지 엄격하게 일치하는지 확인할지 결정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NO)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07502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E808-FADE-15E7-2730-C4A8641E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C5C3DA-02D8-EE9B-FE24-5108B1DB6B14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DBDFC7D-CA67-7BE1-C3AB-C13F144AC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4680" y="719475"/>
            <a:ext cx="5257189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4B5B11C-833A-06DC-8886-2EF6B9A70174}"/>
              </a:ext>
            </a:extLst>
          </p:cNvPr>
          <p:cNvSpPr/>
          <p:nvPr/>
        </p:nvSpPr>
        <p:spPr>
          <a:xfrm>
            <a:off x="2555368" y="2042160"/>
            <a:ext cx="1701672" cy="8534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899931-E175-74B2-24F5-41D2790B9CD2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GENERATE_TODOLIST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 작성한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todo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항목을 모아서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Todo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GENERATE_TESTLIST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 작성한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\test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항목을 모아서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Test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GENERATE_BUGLIST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 작성한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\bug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항목을 모아서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Bug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GENERATE_DEPRECATEDLIST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\deprecated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로 표시한 요소를 모아서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Deprecated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GENERATE_REQUIREMENTS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코드에서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\req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를 사용해 작성한 요구사항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(Requirements)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목록을 생성할지 결정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(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기본값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YES)</a:t>
            </a:r>
          </a:p>
        </p:txBody>
      </p:sp>
    </p:spTree>
    <p:extLst>
      <p:ext uri="{BB962C8B-B14F-4D97-AF65-F5344CB8AC3E}">
        <p14:creationId xmlns:p14="http://schemas.microsoft.com/office/powerpoint/2010/main" val="223961901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2AAB-8A2A-C03A-6898-AE3B6B85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C4B1F00-D45B-D03B-96E3-704A7A06C5BE}"/>
              </a:ext>
            </a:extLst>
          </p:cNvPr>
          <p:cNvSpPr txBox="1"/>
          <p:nvPr/>
        </p:nvSpPr>
        <p:spPr>
          <a:xfrm>
            <a:off x="33865" y="33865"/>
            <a:ext cx="2542684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Expert - Build</a:t>
            </a:r>
            <a:endParaRPr lang="ko-KR" altLang="en-US" sz="2400" dirty="0"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47913D0-0B8D-F90D-FD8D-E820082CC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359" y="719475"/>
            <a:ext cx="5213830" cy="54190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767D9EE-DA77-1F6A-155D-20534B0EF5E7}"/>
              </a:ext>
            </a:extLst>
          </p:cNvPr>
          <p:cNvSpPr/>
          <p:nvPr/>
        </p:nvSpPr>
        <p:spPr>
          <a:xfrm>
            <a:off x="2555368" y="3505200"/>
            <a:ext cx="3073272" cy="222504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34B122-04C5-6253-91A2-E06CC90513A1}"/>
              </a:ext>
            </a:extLst>
          </p:cNvPr>
          <p:cNvSpPr/>
          <p:nvPr/>
        </p:nvSpPr>
        <p:spPr>
          <a:xfrm>
            <a:off x="6303637" y="719474"/>
            <a:ext cx="5578493" cy="541904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FILE_VERSION_FILTER :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파일의 버전 정보를 가져올 때 사용할 외부 명령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/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스크립트를 지정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LAYOUT_FILE :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문서의 화면 구성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(Layout)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사용자 정의할 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XML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파일을 지정하는 설정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CITE_BIB_FILES :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에서 사용할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BibTeX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 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참고문헌 파일</a:t>
            </a: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(.bib)**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을 지정하는 설정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  <a:p>
            <a:pPr marL="266700" indent="-266700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altLang="ko-KR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EXTERNAL_TOOL_PATH : </a:t>
            </a:r>
            <a:r>
              <a:rPr lang="en-US" altLang="ko-KR" dirty="0" err="1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Doxygen</a:t>
            </a:r>
            <a:r>
              <a:rPr lang="ko-KR" altLang="en-US" dirty="0"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이 문서를 생성할 때 사용하는 외부 프로그램이나 도구의 경로를 지정하는 설정</a:t>
            </a:r>
            <a:endParaRPr lang="en-US" altLang="ko-KR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62950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F73F93-9ABE-DE60-B5B4-B3465B36D749}"/>
              </a:ext>
            </a:extLst>
          </p:cNvPr>
          <p:cNvSpPr txBox="1"/>
          <p:nvPr/>
        </p:nvSpPr>
        <p:spPr>
          <a:xfrm>
            <a:off x="1335505" y="2370222"/>
            <a:ext cx="87710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800" dirty="0"/>
              <a:t>Expert Messages</a:t>
            </a:r>
            <a:endParaRPr lang="ko-KR" altLang="en-US" sz="8800" dirty="0"/>
          </a:p>
        </p:txBody>
      </p:sp>
    </p:spTree>
    <p:extLst>
      <p:ext uri="{BB962C8B-B14F-4D97-AF65-F5344CB8AC3E}">
        <p14:creationId xmlns:p14="http://schemas.microsoft.com/office/powerpoint/2010/main" val="237563499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228278-9DEC-FCFF-7335-2C4C3A43F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6A67B-B14A-ECF7-9A70-CB951E123F11}"/>
              </a:ext>
            </a:extLst>
          </p:cNvPr>
          <p:cNvSpPr txBox="1"/>
          <p:nvPr/>
        </p:nvSpPr>
        <p:spPr>
          <a:xfrm>
            <a:off x="1379825" y="2394777"/>
            <a:ext cx="25271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dirty="0"/>
              <a:t>문서를 생성할 때 어떤 경고 메시지를 출력할지 설정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C73E9D-ACAD-5413-5A23-D219CA04A9F5}"/>
              </a:ext>
            </a:extLst>
          </p:cNvPr>
          <p:cNvSpPr txBox="1"/>
          <p:nvPr/>
        </p:nvSpPr>
        <p:spPr>
          <a:xfrm>
            <a:off x="7494297" y="2610193"/>
            <a:ext cx="4448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@param에 존재하지 않는 매개변수를 적었거나</a:t>
            </a:r>
            <a:r>
              <a:rPr lang="en-US" altLang="ko-KR" sz="1000" dirty="0"/>
              <a:t> </a:t>
            </a:r>
            <a:r>
              <a:rPr lang="ko-KR" altLang="ko-KR" sz="1000" dirty="0"/>
              <a:t>문법을 잘못 썼을 때 경고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1A4EF0-F73E-A1C1-6AEE-FA8704EB6D19}"/>
              </a:ext>
            </a:extLst>
          </p:cNvPr>
          <p:cNvSpPr txBox="1"/>
          <p:nvPr/>
        </p:nvSpPr>
        <p:spPr>
          <a:xfrm>
            <a:off x="7494298" y="2187274"/>
            <a:ext cx="3845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 기능 자체를 켤지 끌지 (이게 꺼지면 아래 항목들 다 무의미)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0F5430-D55B-8245-4C0D-E45D1CC5569C}"/>
              </a:ext>
            </a:extLst>
          </p:cNvPr>
          <p:cNvSpPr txBox="1"/>
          <p:nvPr/>
        </p:nvSpPr>
        <p:spPr>
          <a:xfrm>
            <a:off x="7494298" y="1998121"/>
            <a:ext cx="41871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켜면 진행 상황 메시지까지 다 숨김 (에러/경고만 빼고 조용하게)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B78EC6-E3DE-D836-788C-7FAE2BC2EDEB}"/>
              </a:ext>
            </a:extLst>
          </p:cNvPr>
          <p:cNvSpPr txBox="1"/>
          <p:nvPr/>
        </p:nvSpPr>
        <p:spPr>
          <a:xfrm>
            <a:off x="7494297" y="3031900"/>
            <a:ext cx="39218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@param·@return을 아예 통째로 안 썼을 때 경고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E36EEB-1262-411B-6BCB-680F5A480427}"/>
              </a:ext>
            </a:extLst>
          </p:cNvPr>
          <p:cNvSpPr txBox="1"/>
          <p:nvPr/>
        </p:nvSpPr>
        <p:spPr>
          <a:xfrm>
            <a:off x="7196933" y="4818741"/>
            <a:ext cx="71350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경고를 화면 대신 파일로 저장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71B6C7-A112-C16D-110B-CBF6E8D9A662}"/>
              </a:ext>
            </a:extLst>
          </p:cNvPr>
          <p:cNvSpPr txBox="1"/>
          <p:nvPr/>
        </p:nvSpPr>
        <p:spPr>
          <a:xfrm>
            <a:off x="9301018" y="4222042"/>
            <a:ext cx="42781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경고에 줄 번호를 표시하는 형식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1C6F59-634B-737D-1068-1A8B92BBA235}"/>
              </a:ext>
            </a:extLst>
          </p:cNvPr>
          <p:cNvSpPr txBox="1"/>
          <p:nvPr/>
        </p:nvSpPr>
        <p:spPr>
          <a:xfrm>
            <a:off x="8767571" y="3955407"/>
            <a:ext cx="4914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 메시지 출력 형식 (</a:t>
            </a:r>
            <a:r>
              <a:rPr lang="ko-KR" altLang="ko-KR" sz="1000" dirty="0" err="1"/>
              <a:t>파일명:줄번호</a:t>
            </a:r>
            <a:r>
              <a:rPr lang="ko-KR" altLang="ko-KR" sz="1000" dirty="0"/>
              <a:t>: 내용)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380102-9206-8EA4-FD4B-89C58474B096}"/>
              </a:ext>
            </a:extLst>
          </p:cNvPr>
          <p:cNvSpPr txBox="1"/>
          <p:nvPr/>
        </p:nvSpPr>
        <p:spPr>
          <a:xfrm>
            <a:off x="7814821" y="3660272"/>
            <a:ext cx="5075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경고를 아예 에러로 취급해서 문서 생성을 멈춤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E86DD2-83E1-7486-099E-61AA0AA6BDA2}"/>
              </a:ext>
            </a:extLst>
          </p:cNvPr>
          <p:cNvSpPr txBox="1"/>
          <p:nvPr/>
        </p:nvSpPr>
        <p:spPr>
          <a:xfrm>
            <a:off x="7543297" y="3415808"/>
            <a:ext cx="5075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문서 레이아웃 설정 파일(</a:t>
            </a:r>
            <a:r>
              <a:rPr lang="ko-KR" altLang="ko-KR" sz="1000" dirty="0" err="1"/>
              <a:t>DoxygenLayout.xml</a:t>
            </a:r>
            <a:r>
              <a:rPr lang="ko-KR" altLang="ko-KR" sz="1000" dirty="0"/>
              <a:t>)</a:t>
            </a:r>
            <a:r>
              <a:rPr lang="ko-KR" altLang="ko-KR" sz="1000" dirty="0" err="1"/>
              <a:t>에</a:t>
            </a:r>
            <a:r>
              <a:rPr lang="ko-KR" altLang="ko-KR" sz="1000" dirty="0"/>
              <a:t> 오류가 있으면 경고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2B79E2-BEB7-ECAC-50AD-964089C7A070}"/>
              </a:ext>
            </a:extLst>
          </p:cNvPr>
          <p:cNvSpPr txBox="1"/>
          <p:nvPr/>
        </p:nvSpPr>
        <p:spPr>
          <a:xfrm>
            <a:off x="7568340" y="3217832"/>
            <a:ext cx="50753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enum</a:t>
            </a:r>
            <a:r>
              <a:rPr lang="ko-KR" altLang="ko-KR" sz="1000" dirty="0"/>
              <a:t> 값 중 문서화 안 된 것이 있으면 경고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F629FE-3DE2-CC9A-76DC-3CE5C7CF2143}"/>
              </a:ext>
            </a:extLst>
          </p:cNvPr>
          <p:cNvSpPr txBox="1"/>
          <p:nvPr/>
        </p:nvSpPr>
        <p:spPr>
          <a:xfrm>
            <a:off x="7494297" y="2839946"/>
            <a:ext cx="45350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매개변수가 3개인데 2개만 @param 썼을 때처럼, 일부만 빠뜨렸을 때 경고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05F82F-DFEF-2BAE-8075-F36276D1A8B6}"/>
              </a:ext>
            </a:extLst>
          </p:cNvPr>
          <p:cNvSpPr txBox="1"/>
          <p:nvPr/>
        </p:nvSpPr>
        <p:spPr>
          <a:xfrm>
            <a:off x="7494297" y="2424654"/>
            <a:ext cx="25724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문서화 안 된 함수/변수가 있으면 경고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0E4FEC-DBD8-6E39-F3F4-25982009FB89}"/>
              </a:ext>
            </a:extLst>
          </p:cNvPr>
          <p:cNvSpPr txBox="1"/>
          <p:nvPr/>
        </p:nvSpPr>
        <p:spPr>
          <a:xfrm>
            <a:off x="4514051" y="5715259"/>
            <a:ext cx="7167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e</a:t>
            </a:r>
            <a:r>
              <a:rPr lang="ko-KR" altLang="ko-KR" sz="1000" dirty="0" err="1"/>
              <a:t>num</a:t>
            </a:r>
            <a:r>
              <a:rPr lang="en-US" altLang="ko-KR" sz="1000" dirty="0"/>
              <a:t>:</a:t>
            </a:r>
            <a:r>
              <a:rPr lang="ko-KR" altLang="ko-KR" sz="1000" dirty="0"/>
              <a:t> 변수에 넣을 수 있는 값의 후보들을 미리 </a:t>
            </a:r>
            <a:r>
              <a:rPr lang="ko-KR" altLang="ko-KR" sz="1000" dirty="0" err="1"/>
              <a:t>정해놓은</a:t>
            </a:r>
            <a:r>
              <a:rPr lang="ko-KR" altLang="ko-KR" sz="1000" dirty="0"/>
              <a:t> </a:t>
            </a:r>
            <a:r>
              <a:rPr lang="ko-KR" altLang="en-US" sz="1000" dirty="0"/>
              <a:t>것</a:t>
            </a:r>
          </a:p>
        </p:txBody>
      </p:sp>
    </p:spTree>
    <p:extLst>
      <p:ext uri="{BB962C8B-B14F-4D97-AF65-F5344CB8AC3E}">
        <p14:creationId xmlns:p14="http://schemas.microsoft.com/office/powerpoint/2010/main" val="3239174454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DA9F8-2FF9-B160-C71C-CB1B910A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94" y="581693"/>
            <a:ext cx="10904622" cy="5373939"/>
          </a:xfrm>
        </p:spPr>
        <p:txBody>
          <a:bodyPr>
            <a:normAutofit/>
          </a:bodyPr>
          <a:lstStyle/>
          <a:p>
            <a:r>
              <a:rPr lang="en-US" altLang="ko-KR" sz="9600" dirty="0"/>
              <a:t>Export</a:t>
            </a:r>
            <a:r>
              <a:rPr lang="ko-KR" altLang="en-US" sz="9600" dirty="0"/>
              <a:t> </a:t>
            </a:r>
            <a:r>
              <a:rPr lang="en-US" altLang="ko-KR" sz="9600" dirty="0"/>
              <a:t>input</a:t>
            </a:r>
            <a:r>
              <a:rPr lang="ko-KR" altLang="en-US" sz="9600" dirty="0"/>
              <a:t> </a:t>
            </a:r>
            <a:r>
              <a:rPr lang="en-US" altLang="ko-KR" sz="9600" dirty="0"/>
              <a:t> </a:t>
            </a:r>
            <a:br>
              <a:rPr lang="en-US" altLang="ko-KR" sz="9600" dirty="0"/>
            </a:b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048926700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image displays a configuration dialogue for Doxygen, showing input options for file and directory specification, as well as character encoding configuration.&#10;&#10;AI 생성 콘텐츠는 정확하지 않을 수 있습니다.">
            <a:extLst>
              <a:ext uri="{FF2B5EF4-FFF2-40B4-BE49-F238E27FC236}">
                <a16:creationId xmlns:a16="http://schemas.microsoft.com/office/drawing/2014/main" id="{79556B00-068D-28BD-6A34-3AC62CA8D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002"/>
            <a:ext cx="12192000" cy="31782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DEFD08-D104-3CCD-5651-CFA9F77F0F95}"/>
              </a:ext>
            </a:extLst>
          </p:cNvPr>
          <p:cNvSpPr txBox="1"/>
          <p:nvPr/>
        </p:nvSpPr>
        <p:spPr>
          <a:xfrm>
            <a:off x="0" y="3862742"/>
            <a:ext cx="120719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– Configuration options related to the input files</a:t>
            </a:r>
            <a:br>
              <a:rPr lang="en-US" altLang="ko-KR" dirty="0"/>
            </a:br>
            <a:r>
              <a:rPr lang="ko-KR" altLang="ko-KR" dirty="0" err="1"/>
              <a:t>Doxygen이</a:t>
            </a:r>
            <a:r>
              <a:rPr lang="ko-KR" altLang="ko-KR" dirty="0"/>
              <a:t> 분석하고 문서로 뽑아낼 대상 코드 파일이나 폴더(디렉터리)의 위치를 적어주는</a:t>
            </a:r>
            <a:r>
              <a:rPr lang="en-US" altLang="ko-KR" dirty="0"/>
              <a:t> </a:t>
            </a:r>
            <a:r>
              <a:rPr lang="ko-KR" altLang="en-US" dirty="0"/>
              <a:t>칸입니다 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칸 안에 글씨를 쓰거나 </a:t>
            </a:r>
            <a:r>
              <a:rPr lang="en-US" altLang="ko-KR" dirty="0"/>
              <a:t>( main.cpp , </a:t>
            </a:r>
            <a:r>
              <a:rPr lang="ko-KR" altLang="ko-KR" dirty="0"/>
              <a:t>/</a:t>
            </a:r>
            <a:r>
              <a:rPr lang="ko-KR" altLang="ko-KR" dirty="0" err="1"/>
              <a:t>usr</a:t>
            </a:r>
            <a:r>
              <a:rPr lang="ko-KR" altLang="ko-KR" dirty="0"/>
              <a:t>/</a:t>
            </a:r>
            <a:r>
              <a:rPr lang="ko-KR" altLang="ko-KR" dirty="0" err="1"/>
              <a:t>src</a:t>
            </a:r>
            <a:r>
              <a:rPr lang="ko-KR" altLang="ko-KR" dirty="0"/>
              <a:t>/</a:t>
            </a:r>
            <a:r>
              <a:rPr lang="ko-KR" altLang="ko-KR" dirty="0" err="1"/>
              <a:t>myproject</a:t>
            </a:r>
            <a:r>
              <a:rPr lang="en-US" altLang="ko-KR" dirty="0"/>
              <a:t>) </a:t>
            </a:r>
            <a:r>
              <a:rPr lang="ko-KR" altLang="en-US" dirty="0" err="1"/>
              <a:t>파일찾기나</a:t>
            </a:r>
            <a:r>
              <a:rPr lang="ko-KR" altLang="en-US" dirty="0"/>
              <a:t> </a:t>
            </a:r>
            <a:r>
              <a:rPr lang="ko-KR" altLang="en-US" dirty="0" err="1"/>
              <a:t>폴더찾기</a:t>
            </a:r>
            <a:r>
              <a:rPr lang="ko-KR" altLang="en-US" dirty="0"/>
              <a:t> 기능을 </a:t>
            </a:r>
            <a:r>
              <a:rPr lang="ko-KR" altLang="en-US" dirty="0" err="1"/>
              <a:t>쓸수</a:t>
            </a:r>
            <a:r>
              <a:rPr lang="ko-KR" altLang="en-US" dirty="0"/>
              <a:t> 도 있습니다</a:t>
            </a:r>
            <a:br>
              <a:rPr lang="en-US" altLang="ko-KR" dirty="0"/>
            </a:br>
            <a:r>
              <a:rPr lang="ko-KR" altLang="en-US" dirty="0"/>
              <a:t>빈칸으로 두면 </a:t>
            </a:r>
            <a:r>
              <a:rPr lang="en-US" altLang="ko-KR" dirty="0"/>
              <a:t> </a:t>
            </a:r>
            <a:r>
              <a:rPr lang="en-US" altLang="ko-KR" dirty="0" err="1"/>
              <a:t>Doxygen</a:t>
            </a:r>
            <a:r>
              <a:rPr lang="ko-KR" altLang="en-US" dirty="0"/>
              <a:t>이 현재 실행하고 있는 폴더 안에 있는 파일을 </a:t>
            </a:r>
            <a:r>
              <a:rPr lang="en-US" altLang="ko-KR" dirty="0"/>
              <a:t>	</a:t>
            </a:r>
            <a:r>
              <a:rPr lang="ko-KR" altLang="en-US" dirty="0"/>
              <a:t>자동으로 뒤져서 문서화를 진행 합니다</a:t>
            </a:r>
            <a:r>
              <a:rPr lang="en-US" altLang="ko-KR" dirty="0"/>
              <a:t>.</a:t>
            </a:r>
            <a:r>
              <a:rPr lang="ko-KR" altLang="ko-KR" dirty="0"/>
              <a:t>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1401DE-0951-F87E-DCB8-5F1AC0211D60}"/>
              </a:ext>
            </a:extLst>
          </p:cNvPr>
          <p:cNvSpPr txBox="1"/>
          <p:nvPr/>
        </p:nvSpPr>
        <p:spPr>
          <a:xfrm>
            <a:off x="0" y="5340070"/>
            <a:ext cx="1207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INPUT_ENCODING (</a:t>
            </a:r>
            <a:r>
              <a:rPr lang="ko-KR" altLang="en-US" dirty="0"/>
              <a:t>글자 깨짐 방지 설정입니다</a:t>
            </a:r>
            <a:r>
              <a:rPr lang="en-US" altLang="ko-KR" dirty="0"/>
              <a:t>) </a:t>
            </a:r>
            <a:r>
              <a:rPr lang="ko-KR" altLang="en-US" dirty="0"/>
              <a:t> </a:t>
            </a:r>
            <a:r>
              <a:rPr lang="en-US" altLang="ko-KR" dirty="0"/>
              <a:t>UTF-8 </a:t>
            </a:r>
            <a:r>
              <a:rPr lang="ko-KR" altLang="en-US" dirty="0"/>
              <a:t>이 기본입니다</a:t>
            </a:r>
          </a:p>
        </p:txBody>
      </p:sp>
    </p:spTree>
    <p:extLst>
      <p:ext uri="{BB962C8B-B14F-4D97-AF65-F5344CB8AC3E}">
        <p14:creationId xmlns:p14="http://schemas.microsoft.com/office/powerpoint/2010/main" val="1261678839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text describes how to use Doxygen tags for specifying character encodings and file patterns to filter source files.&#10;&#10;AI 생성 콘텐츠는 정확하지 않을 수 있습니다.">
            <a:extLst>
              <a:ext uri="{FF2B5EF4-FFF2-40B4-BE49-F238E27FC236}">
                <a16:creationId xmlns:a16="http://schemas.microsoft.com/office/drawing/2014/main" id="{6597CFFF-90FB-226A-C850-FB7698F4D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761"/>
            <a:ext cx="12192000" cy="4494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0C0949-37DD-90C2-E2C1-CB23501424E4}"/>
              </a:ext>
            </a:extLst>
          </p:cNvPr>
          <p:cNvSpPr txBox="1"/>
          <p:nvPr/>
        </p:nvSpPr>
        <p:spPr>
          <a:xfrm>
            <a:off x="979054" y="1506485"/>
            <a:ext cx="12071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특정 확장자를 가진 파일만 다른 방식으로 </a:t>
            </a:r>
            <a:r>
              <a:rPr lang="ko-KR" altLang="en-US" dirty="0" err="1">
                <a:solidFill>
                  <a:schemeClr val="bg1"/>
                </a:solidFill>
              </a:rPr>
              <a:t>읽을수</a:t>
            </a:r>
            <a:r>
              <a:rPr lang="ko-KR" altLang="en-US" dirty="0">
                <a:solidFill>
                  <a:schemeClr val="bg1"/>
                </a:solidFill>
              </a:rPr>
              <a:t> 있습니다 빈칸 안에 쓰면 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예</a:t>
            </a:r>
            <a:r>
              <a:rPr lang="en-US" altLang="ko-KR" dirty="0">
                <a:solidFill>
                  <a:schemeClr val="bg1"/>
                </a:solidFill>
              </a:rPr>
              <a:t>) </a:t>
            </a:r>
            <a:r>
              <a:rPr lang="ko-KR" altLang="ko-KR" dirty="0">
                <a:solidFill>
                  <a:schemeClr val="bg1"/>
                </a:solidFill>
              </a:rPr>
              <a:t>*.</a:t>
            </a:r>
            <a:r>
              <a:rPr lang="ko-KR" altLang="ko-KR" dirty="0" err="1">
                <a:solidFill>
                  <a:schemeClr val="bg1"/>
                </a:solidFill>
              </a:rPr>
              <a:t>php</a:t>
            </a:r>
            <a:r>
              <a:rPr lang="ko-KR" altLang="ko-KR" dirty="0">
                <a:solidFill>
                  <a:schemeClr val="bg1"/>
                </a:solidFill>
              </a:rPr>
              <a:t>=ISO-8859-1</a:t>
            </a:r>
            <a:r>
              <a:rPr lang="en-US" altLang="ko-KR" dirty="0">
                <a:solidFill>
                  <a:schemeClr val="bg1"/>
                </a:solidFill>
              </a:rPr>
              <a:t> ,</a:t>
            </a:r>
            <a:r>
              <a:rPr lang="ko-KR" altLang="ko-KR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  </a:t>
            </a:r>
            <a:r>
              <a:rPr lang="ko-KR" altLang="ko-KR" dirty="0">
                <a:solidFill>
                  <a:schemeClr val="bg1"/>
                </a:solidFill>
              </a:rPr>
              <a:t>*.c=EUC-KR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327EC-FCF0-50DF-B62C-FB1AB66CFA45}"/>
              </a:ext>
            </a:extLst>
          </p:cNvPr>
          <p:cNvSpPr txBox="1"/>
          <p:nvPr/>
        </p:nvSpPr>
        <p:spPr>
          <a:xfrm>
            <a:off x="1320800" y="3822224"/>
            <a:ext cx="965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폴더안에있는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파일중</a:t>
            </a:r>
            <a:r>
              <a:rPr lang="ko-KR" altLang="en-US" dirty="0">
                <a:solidFill>
                  <a:schemeClr val="bg1"/>
                </a:solidFill>
              </a:rPr>
              <a:t> 어떤 확장자를 가진 파일만 분석할 것인지 필터링하는 기능입니다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230166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The provided text appears to be a snippet from a configuration file or documentation, explaining how to use tags like RECURSIVE, EXCLUDE, and EXCLUDE_SYMLINKS in a Doxygen setup. It is not an image, but a textual description of how to manage file and directory inclusion or exclusion during documentation generation.&#10;&#10;AI 생성 콘텐츠는 정확하지 않을 수 있습니다.">
            <a:extLst>
              <a:ext uri="{FF2B5EF4-FFF2-40B4-BE49-F238E27FC236}">
                <a16:creationId xmlns:a16="http://schemas.microsoft.com/office/drawing/2014/main" id="{F39C1D33-4073-147F-200A-F53CC6AC3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0193"/>
            <a:ext cx="12192000" cy="32918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97F4C5-D85C-E5AB-36FD-F91A40D809A2}"/>
              </a:ext>
            </a:extLst>
          </p:cNvPr>
          <p:cNvSpPr txBox="1"/>
          <p:nvPr/>
        </p:nvSpPr>
        <p:spPr>
          <a:xfrm>
            <a:off x="0" y="346209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RECURSIVE – </a:t>
            </a:r>
            <a:r>
              <a:rPr lang="ko-KR" altLang="en-US" dirty="0"/>
              <a:t>이 기능을 클릭하면 지정한 </a:t>
            </a:r>
            <a:r>
              <a:rPr lang="ko-KR" altLang="en-US" dirty="0" err="1"/>
              <a:t>폴더안에이는</a:t>
            </a:r>
            <a:r>
              <a:rPr lang="ko-KR" altLang="en-US" dirty="0"/>
              <a:t> 하위 디렉토리들까지 들어가서 소스 코드를 찾는 기능입니다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EBEEB-F175-C85E-D424-27ADFB02A08F}"/>
              </a:ext>
            </a:extLst>
          </p:cNvPr>
          <p:cNvSpPr txBox="1"/>
          <p:nvPr/>
        </p:nvSpPr>
        <p:spPr>
          <a:xfrm>
            <a:off x="424873" y="989396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이 파일이나 폴더는 빼고 분석할 수 있는 기능입니다</a:t>
            </a:r>
            <a:r>
              <a:rPr lang="en-US" altLang="ko-KR" dirty="0">
                <a:solidFill>
                  <a:schemeClr val="bg1"/>
                </a:solidFill>
              </a:rPr>
              <a:t>. (.</a:t>
            </a:r>
            <a:r>
              <a:rPr lang="ko-KR" altLang="ko-KR" dirty="0" err="1">
                <a:solidFill>
                  <a:schemeClr val="bg1"/>
                </a:solidFill>
              </a:rPr>
              <a:t>gitignore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r>
              <a:rPr lang="ko-KR" altLang="en-US" dirty="0">
                <a:solidFill>
                  <a:schemeClr val="bg1"/>
                </a:solidFill>
              </a:rPr>
              <a:t>와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같은 역할 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66BE6-017E-C96F-7E9D-305938D21AF1}"/>
              </a:ext>
            </a:extLst>
          </p:cNvPr>
          <p:cNvSpPr txBox="1"/>
          <p:nvPr/>
        </p:nvSpPr>
        <p:spPr>
          <a:xfrm>
            <a:off x="0" y="401016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EXCLUDE_SYMLINKS – </a:t>
            </a:r>
            <a:r>
              <a:rPr lang="ko-KR" altLang="en-US" dirty="0"/>
              <a:t>이 기능을 클릭하면 </a:t>
            </a:r>
            <a:r>
              <a:rPr lang="ko-KR" altLang="en-US" dirty="0" err="1"/>
              <a:t>심볼릭</a:t>
            </a:r>
            <a:r>
              <a:rPr lang="ko-KR" altLang="en-US" dirty="0"/>
              <a:t> 링크</a:t>
            </a:r>
            <a:r>
              <a:rPr lang="en-US" altLang="ko-KR" dirty="0"/>
              <a:t>(</a:t>
            </a:r>
            <a:r>
              <a:rPr lang="ko-KR" altLang="en-US" dirty="0"/>
              <a:t>바로가기 개념</a:t>
            </a:r>
            <a:r>
              <a:rPr lang="en-US" altLang="ko-KR" dirty="0"/>
              <a:t>)</a:t>
            </a:r>
            <a:r>
              <a:rPr lang="ko-KR" altLang="en-US" dirty="0"/>
              <a:t>를 분석 대상에서 </a:t>
            </a:r>
            <a:r>
              <a:rPr lang="ko-KR" altLang="en-US" dirty="0" err="1"/>
              <a:t>뺄지</a:t>
            </a:r>
            <a:r>
              <a:rPr lang="ko-KR" altLang="en-US" dirty="0"/>
              <a:t> 결정하는 옵션입니다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78326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EXCLUDE_SYMBOLS,&#10;&#10;AI 생성 콘텐츠는 정확하지 않을 수 있습니다.">
            <a:extLst>
              <a:ext uri="{FF2B5EF4-FFF2-40B4-BE49-F238E27FC236}">
                <a16:creationId xmlns:a16="http://schemas.microsoft.com/office/drawing/2014/main" id="{E8D5D61F-9D98-A434-B7A0-B3C32A566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022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4417F4-6996-7820-5D91-6D5760ED9806}"/>
              </a:ext>
            </a:extLst>
          </p:cNvPr>
          <p:cNvSpPr txBox="1"/>
          <p:nvPr/>
        </p:nvSpPr>
        <p:spPr>
          <a:xfrm>
            <a:off x="0" y="222778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EXCLUDE_PATTERNS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이름 패턴이나</a:t>
            </a:r>
            <a:r>
              <a:rPr lang="en-US" altLang="ko-KR" dirty="0">
                <a:solidFill>
                  <a:schemeClr val="bg1"/>
                </a:solidFill>
              </a:rPr>
              <a:t>/</a:t>
            </a:r>
            <a:r>
              <a:rPr lang="ko-KR" altLang="en-US" dirty="0">
                <a:solidFill>
                  <a:schemeClr val="bg1"/>
                </a:solidFill>
              </a:rPr>
              <a:t>규칙으로 뺄 수 있는 옵션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E9A0A-997F-41FF-847C-34CE529C048B}"/>
              </a:ext>
            </a:extLst>
          </p:cNvPr>
          <p:cNvSpPr txBox="1"/>
          <p:nvPr/>
        </p:nvSpPr>
        <p:spPr>
          <a:xfrm>
            <a:off x="0" y="2356378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EXCLUDE_SYMBOLS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코드 내부에 있는 클래스 함수 등을 문서에 숨기게 해주는 옵션입니다 </a:t>
            </a:r>
            <a:r>
              <a:rPr lang="en-US" altLang="ko-KR" dirty="0">
                <a:solidFill>
                  <a:schemeClr val="bg1"/>
                </a:solidFill>
              </a:rPr>
              <a:t>. (</a:t>
            </a:r>
            <a:r>
              <a:rPr lang="ko-KR" altLang="en-US" dirty="0">
                <a:solidFill>
                  <a:schemeClr val="bg1"/>
                </a:solidFill>
              </a:rPr>
              <a:t>결과물에 </a:t>
            </a:r>
            <a:r>
              <a:rPr lang="ko-KR" altLang="en-US" dirty="0" err="1">
                <a:solidFill>
                  <a:schemeClr val="bg1"/>
                </a:solidFill>
              </a:rPr>
              <a:t>안나옴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685441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9B64F-3E3E-72BC-212B-6FD82664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The provided text appears to be a snippet from a software documentation or configuration file, detailing how to include example files in a project. It explains how to use tags like EXAMPLE_PATH and EXAMPLE_PATTERNS to specify which files or directories to include in the project, and how to use the RECURSIVE tag to search subdirectories for additional files.&#10;&#10;AI 생성 콘텐츠는 정확하지 않을 수 있습니다.">
            <a:extLst>
              <a:ext uri="{FF2B5EF4-FFF2-40B4-BE49-F238E27FC236}">
                <a16:creationId xmlns:a16="http://schemas.microsoft.com/office/drawing/2014/main" id="{15C77046-A0F4-A637-0330-D6CB0C34B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891"/>
            <a:ext cx="12192000" cy="4380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6504D3-AC03-FB13-3A6F-7C2D998B11E8}"/>
              </a:ext>
            </a:extLst>
          </p:cNvPr>
          <p:cNvSpPr txBox="1"/>
          <p:nvPr/>
        </p:nvSpPr>
        <p:spPr>
          <a:xfrm>
            <a:off x="0" y="2356378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EXCLUDE_SYMBOLS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ko-KR" dirty="0" err="1">
                <a:solidFill>
                  <a:schemeClr val="bg1"/>
                </a:solidFill>
              </a:rPr>
              <a:t>EXAMPLE_PATH로</a:t>
            </a:r>
            <a:r>
              <a:rPr lang="ko-KR" altLang="ko-KR" dirty="0">
                <a:solidFill>
                  <a:schemeClr val="bg1"/>
                </a:solidFill>
              </a:rPr>
              <a:t> 지정한 예제 폴더 안에서 </a:t>
            </a:r>
            <a:r>
              <a:rPr lang="ko-KR" altLang="ko-KR" b="1" dirty="0">
                <a:solidFill>
                  <a:schemeClr val="bg1"/>
                </a:solidFill>
              </a:rPr>
              <a:t>어떤 확장자를 가진 파일만 진짜 예제로 쓸 것인지</a:t>
            </a:r>
            <a:r>
              <a:rPr lang="ko-KR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필터링</a:t>
            </a:r>
            <a:r>
              <a:rPr lang="ko-KR" altLang="ko-KR" dirty="0">
                <a:solidFill>
                  <a:schemeClr val="bg1"/>
                </a:solidFill>
              </a:rPr>
              <a:t> 옵션입니다.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18315-615D-3865-DD92-B2A15D87CCE3}"/>
              </a:ext>
            </a:extLst>
          </p:cNvPr>
          <p:cNvSpPr txBox="1"/>
          <p:nvPr/>
        </p:nvSpPr>
        <p:spPr>
          <a:xfrm>
            <a:off x="0" y="229421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EXCLUDE_PATH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ko-KR" dirty="0">
                <a:solidFill>
                  <a:schemeClr val="bg1"/>
                </a:solidFill>
              </a:rPr>
              <a:t>예제 소스 코드들이 </a:t>
            </a:r>
            <a:r>
              <a:rPr lang="ko-KR" altLang="ko-KR" dirty="0" err="1">
                <a:solidFill>
                  <a:schemeClr val="bg1"/>
                </a:solidFill>
              </a:rPr>
              <a:t>모여있는</a:t>
            </a:r>
            <a:r>
              <a:rPr lang="ko-KR" altLang="ko-KR" dirty="0">
                <a:solidFill>
                  <a:schemeClr val="bg1"/>
                </a:solidFill>
              </a:rPr>
              <a:t> 폴더의 경로를 알려주는 곳입니다.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E539E-688C-F3A9-375C-129D26059A8D}"/>
              </a:ext>
            </a:extLst>
          </p:cNvPr>
          <p:cNvSpPr txBox="1"/>
          <p:nvPr/>
        </p:nvSpPr>
        <p:spPr>
          <a:xfrm>
            <a:off x="0" y="4442173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EXCLUDE_RECURSIVE</a:t>
            </a:r>
            <a:br>
              <a:rPr lang="en-US" altLang="ko-KR" dirty="0"/>
            </a:br>
            <a:r>
              <a:rPr lang="ko-KR" altLang="en-US" dirty="0"/>
              <a:t>예제 폴더 안에 있는 하위 디렉토리까지 들어가서 찾을지 결정하는 옵션</a:t>
            </a:r>
          </a:p>
        </p:txBody>
      </p:sp>
    </p:spTree>
    <p:extLst>
      <p:ext uri="{BB962C8B-B14F-4D97-AF65-F5344CB8AC3E}">
        <p14:creationId xmlns:p14="http://schemas.microsoft.com/office/powerpoint/2010/main" val="186236989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provided text appears to be a set of instructions or documentation on how to use certain tags in Doxygen, a documentation generator for software. It explains how to use the `IMAGE_PATH` tag to include images in documentation and the `INPUT_FILTER` tag to process input files through a specified program before Doxygen scans them.&#10;&#10;AI 생성 콘텐츠는 정확하지 않을 수 있습니다.">
            <a:extLst>
              <a:ext uri="{FF2B5EF4-FFF2-40B4-BE49-F238E27FC236}">
                <a16:creationId xmlns:a16="http://schemas.microsoft.com/office/drawing/2014/main" id="{8013A467-65F2-C66D-B966-AE074A770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160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BC6BCE-6933-9211-9F66-A977F1F4BD3E}"/>
              </a:ext>
            </a:extLst>
          </p:cNvPr>
          <p:cNvSpPr txBox="1"/>
          <p:nvPr/>
        </p:nvSpPr>
        <p:spPr>
          <a:xfrm>
            <a:off x="-73892" y="258403"/>
            <a:ext cx="10732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IMAGE_PATH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 err="1">
                <a:solidFill>
                  <a:schemeClr val="bg1"/>
                </a:solidFill>
              </a:rPr>
              <a:t>Doxygen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문서 안에 삽입할 이미지 폴더 위치를 지정하는 옵션입니다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FB661-AF13-12AD-3CDE-F8BE955BAECC}"/>
              </a:ext>
            </a:extLst>
          </p:cNvPr>
          <p:cNvSpPr txBox="1"/>
          <p:nvPr/>
        </p:nvSpPr>
        <p:spPr>
          <a:xfrm>
            <a:off x="-73892" y="1840345"/>
            <a:ext cx="1226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INPUT_FILTER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ko-KR" dirty="0" err="1">
                <a:solidFill>
                  <a:schemeClr val="bg1"/>
                </a:solidFill>
              </a:rPr>
              <a:t>Doxygen이</a:t>
            </a:r>
            <a:r>
              <a:rPr lang="ko-KR" altLang="ko-KR" dirty="0">
                <a:solidFill>
                  <a:schemeClr val="bg1"/>
                </a:solidFill>
              </a:rPr>
              <a:t> 소스 코드를 읽어 들이기 직전에, </a:t>
            </a:r>
            <a:r>
              <a:rPr lang="ko-KR" altLang="ko-KR" b="1" dirty="0">
                <a:solidFill>
                  <a:schemeClr val="bg1"/>
                </a:solidFill>
              </a:rPr>
              <a:t>특정 외부 프로그램(스크립트)을 먼저 거치게 만드는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ko-KR" altLang="ko-KR" b="1" dirty="0" err="1">
                <a:solidFill>
                  <a:schemeClr val="bg1"/>
                </a:solidFill>
              </a:rPr>
              <a:t>전처리</a:t>
            </a:r>
            <a:r>
              <a:rPr lang="ko-KR" altLang="ko-KR" b="1" dirty="0">
                <a:solidFill>
                  <a:schemeClr val="bg1"/>
                </a:solidFill>
              </a:rPr>
              <a:t> 기능</a:t>
            </a:r>
            <a:r>
              <a:rPr lang="ko-KR" altLang="ko-KR" dirty="0">
                <a:solidFill>
                  <a:schemeClr val="bg1"/>
                </a:solidFill>
              </a:rPr>
              <a:t>입니다.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228DF-6418-8BA4-4A55-A5EACABB020A}"/>
              </a:ext>
            </a:extLst>
          </p:cNvPr>
          <p:cNvSpPr txBox="1"/>
          <p:nvPr/>
        </p:nvSpPr>
        <p:spPr>
          <a:xfrm>
            <a:off x="0" y="3412836"/>
            <a:ext cx="1226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FILTER_PATTERNS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ko-KR" altLang="en-US" dirty="0">
                <a:solidFill>
                  <a:schemeClr val="bg1"/>
                </a:solidFill>
              </a:rPr>
              <a:t>특정파일이나 특정 확장자에만 필터를 적용하게 할 수 있는 기능입니다</a:t>
            </a:r>
            <a:r>
              <a:rPr lang="ko-KR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02363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420A5-443A-D66F-62AB-BDC774E0A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The text describes various configuration options for a documentation generation tool, explaining how to filter input files, use markdown files as main pages, and implicitly include README.md files in subdirectories.&#10;&#10;AI 생성 콘텐츠는 정확하지 않을 수 있습니다.">
            <a:extLst>
              <a:ext uri="{FF2B5EF4-FFF2-40B4-BE49-F238E27FC236}">
                <a16:creationId xmlns:a16="http://schemas.microsoft.com/office/drawing/2014/main" id="{81720942-8568-46FE-6751-867A08AD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68"/>
          <a:stretch>
            <a:fillRect/>
          </a:stretch>
        </p:blipFill>
        <p:spPr>
          <a:xfrm>
            <a:off x="0" y="-13110"/>
            <a:ext cx="12192000" cy="3334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A295FF-3AC7-B21B-75FC-415F09E12C1A}"/>
              </a:ext>
            </a:extLst>
          </p:cNvPr>
          <p:cNvSpPr txBox="1"/>
          <p:nvPr/>
        </p:nvSpPr>
        <p:spPr>
          <a:xfrm>
            <a:off x="-1" y="3477351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/>
              <a:t>FILTER_SOURCE_FILES </a:t>
            </a:r>
            <a:br>
              <a:rPr lang="en-US" altLang="ko-KR" dirty="0"/>
            </a:br>
            <a:r>
              <a:rPr lang="ko-KR" altLang="ko-KR" dirty="0"/>
              <a:t>설명서를 만들 때 썼던 코드 번역기를, 사용자들이 원본 코드를 구경할 때도 똑같이 덧씌워서 가공된 상태로 보여줄까? 아니면 구경할 때는 필터 없이 쌩 원본을 </a:t>
            </a:r>
            <a:r>
              <a:rPr lang="ko-KR" altLang="ko-KR" dirty="0" err="1"/>
              <a:t>보여줄까?를</a:t>
            </a:r>
            <a:r>
              <a:rPr lang="ko-KR" altLang="ko-KR" dirty="0"/>
              <a:t> 결정하는 스위치입니다.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83E70-2976-B89A-629B-D9861584C6FC}"/>
              </a:ext>
            </a:extLst>
          </p:cNvPr>
          <p:cNvSpPr txBox="1"/>
          <p:nvPr/>
        </p:nvSpPr>
        <p:spPr>
          <a:xfrm>
            <a:off x="0" y="4556815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FILTER_SOURCE_PATTERNS</a:t>
            </a:r>
            <a:br>
              <a:rPr lang="en-US" altLang="ko-KR" dirty="0"/>
            </a:br>
            <a:r>
              <a:rPr lang="ko-KR" altLang="ko-KR" dirty="0"/>
              <a:t>특정 확장자(예: *.</a:t>
            </a:r>
            <a:r>
              <a:rPr lang="ko-KR" altLang="ko-KR" dirty="0" err="1"/>
              <a:t>cpp</a:t>
            </a:r>
            <a:r>
              <a:rPr lang="ko-KR" altLang="ko-KR" dirty="0"/>
              <a:t>, *.c)를 가진 파일만 쏙쏙 골라서 열람용 필터를 다르게 적용하고 싶을 때 규칙을 적어주는 곳입니다..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416724-2C77-3912-F4C9-200DA73F58A7}"/>
              </a:ext>
            </a:extLst>
          </p:cNvPr>
          <p:cNvSpPr txBox="1"/>
          <p:nvPr/>
        </p:nvSpPr>
        <p:spPr>
          <a:xfrm>
            <a:off x="-2" y="5636279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USE_MODFILE_AS_MAINPAGE</a:t>
            </a:r>
            <a:br>
              <a:rPr lang="en-US" altLang="ko-KR" dirty="0"/>
            </a:br>
            <a:r>
              <a:rPr lang="ko-KR" altLang="ko-KR" dirty="0"/>
              <a:t>생성된 </a:t>
            </a:r>
            <a:r>
              <a:rPr lang="ko-KR" altLang="ko-KR" dirty="0" err="1"/>
              <a:t>Doxygen</a:t>
            </a:r>
            <a:r>
              <a:rPr lang="ko-KR" altLang="ko-KR" dirty="0"/>
              <a:t> 웹사이트 문서에 접속했을 때 가장 먼저 뜨는 </a:t>
            </a:r>
            <a:r>
              <a:rPr lang="ko-KR" altLang="ko-KR" b="1" dirty="0"/>
              <a:t>첫 화면을 내가 지정한 마크다운(</a:t>
            </a:r>
            <a:r>
              <a:rPr lang="en-US" altLang="ko-KR" b="1" dirty="0"/>
              <a:t>README.md</a:t>
            </a:r>
            <a:r>
              <a:rPr lang="ko-KR" altLang="ko-KR" b="1" dirty="0"/>
              <a:t>) 파일의 내용으로 채워 넣는 기능</a:t>
            </a:r>
            <a:r>
              <a:rPr lang="ko-KR" altLang="ko-KR" dirty="0"/>
              <a:t>입니다.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5332503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image shows a text snippet with configuration settings, specifically regarding documentation and Fortran code commenting conventions.&#10;&#10;AI 생성 콘텐츠는 정확하지 않을 수 있습니다.">
            <a:extLst>
              <a:ext uri="{FF2B5EF4-FFF2-40B4-BE49-F238E27FC236}">
                <a16:creationId xmlns:a16="http://schemas.microsoft.com/office/drawing/2014/main" id="{72272E6A-FB35-51E8-7580-E243FC74E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874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852517-ABF4-20C3-EB7E-957F81258427}"/>
              </a:ext>
            </a:extLst>
          </p:cNvPr>
          <p:cNvSpPr txBox="1"/>
          <p:nvPr/>
        </p:nvSpPr>
        <p:spPr>
          <a:xfrm>
            <a:off x="-36946" y="2505670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b="1" dirty="0"/>
              <a:t>IMPLICIT_DIR_</a:t>
            </a:r>
            <a:r>
              <a:rPr lang="en-US" altLang="ko-KR" b="1" dirty="0"/>
              <a:t>DOCS</a:t>
            </a:r>
            <a:endParaRPr lang="ko-KR" altLang="ko-KR" b="1" dirty="0"/>
          </a:p>
          <a:p>
            <a:pPr lvl="0"/>
            <a:r>
              <a:rPr lang="ko-KR" altLang="ko-KR" dirty="0"/>
              <a:t>프로젝트 폴더 안에 있는</a:t>
            </a:r>
            <a:r>
              <a:rPr lang="en-US" altLang="ko-KR" dirty="0"/>
              <a:t> </a:t>
            </a:r>
            <a:r>
              <a:rPr lang="ko-KR" altLang="ko-KR" dirty="0"/>
              <a:t>하위 디렉터리들에 각각 들어있는 README.md 파일을</a:t>
            </a:r>
            <a:r>
              <a:rPr lang="en-US" altLang="ko-KR" dirty="0"/>
              <a:t> </a:t>
            </a:r>
            <a:r>
              <a:rPr lang="ko-KR" altLang="en-US" dirty="0"/>
              <a:t>그 폴더를 </a:t>
            </a:r>
            <a:r>
              <a:rPr lang="ko-KR" altLang="ko-KR" dirty="0"/>
              <a:t>설명하는 공식 문서로 자동 지정해 주는 아주 편리한 기능입니다.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71E77-9631-D16D-A997-EBE5390F0320}"/>
              </a:ext>
            </a:extLst>
          </p:cNvPr>
          <p:cNvSpPr txBox="1"/>
          <p:nvPr/>
        </p:nvSpPr>
        <p:spPr>
          <a:xfrm>
            <a:off x="-36946" y="3847252"/>
            <a:ext cx="12265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dirty="0"/>
              <a:t>FORTRAN_COMMENT_AFTER </a:t>
            </a:r>
            <a:br>
              <a:rPr lang="en-US" altLang="ko-KR" dirty="0"/>
            </a:br>
            <a:r>
              <a:rPr lang="ko-KR" altLang="en-US" dirty="0" err="1"/>
              <a:t>포드란</a:t>
            </a:r>
            <a:r>
              <a:rPr lang="ko-KR" altLang="en-US" dirty="0"/>
              <a:t> 언어 주석 시작 </a:t>
            </a:r>
            <a:r>
              <a:rPr lang="ko-KR" altLang="en-US"/>
              <a:t>위치 무시해도 </a:t>
            </a:r>
            <a:r>
              <a:rPr lang="ko-KR" altLang="en-US" dirty="0"/>
              <a:t>되는 옵션</a:t>
            </a:r>
            <a:r>
              <a:rPr lang="en-US" altLang="ko-KR" dirty="0"/>
              <a:t>	</a:t>
            </a:r>
            <a:br>
              <a:rPr lang="en-US" altLang="ko-KR" dirty="0"/>
            </a:b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46285273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C400313-41F1-3830-CE38-0FD87086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94" y="581693"/>
            <a:ext cx="10904622" cy="5373939"/>
          </a:xfrm>
        </p:spPr>
        <p:txBody>
          <a:bodyPr>
            <a:normAutofit/>
          </a:bodyPr>
          <a:lstStyle/>
          <a:p>
            <a:r>
              <a:rPr lang="en-US" altLang="ko-KR" sz="8000" dirty="0"/>
              <a:t>Export</a:t>
            </a:r>
            <a:r>
              <a:rPr lang="ko-KR" altLang="en-US" sz="8000" dirty="0"/>
              <a:t> </a:t>
            </a:r>
            <a:r>
              <a:rPr lang="en-US" altLang="ko-KR" sz="8000" dirty="0" err="1"/>
              <a:t>Sourec</a:t>
            </a:r>
            <a:r>
              <a:rPr lang="en-US" altLang="ko-KR" sz="8000" dirty="0"/>
              <a:t> browser</a:t>
            </a:r>
            <a:r>
              <a:rPr lang="ko-KR" altLang="en-US" sz="8000" dirty="0"/>
              <a:t> </a:t>
            </a:r>
            <a:r>
              <a:rPr lang="en-US" altLang="ko-KR" sz="8000" dirty="0"/>
              <a:t> </a:t>
            </a:r>
            <a:br>
              <a:rPr lang="en-US" altLang="ko-KR" sz="8000" dirty="0"/>
            </a:b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11441240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E08F45F-8015-8A84-30DA-8730C49F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87250" cy="6734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1301C-DF54-B177-CD39-19749193067E}"/>
              </a:ext>
            </a:extLst>
          </p:cNvPr>
          <p:cNvSpPr txBox="1"/>
          <p:nvPr/>
        </p:nvSpPr>
        <p:spPr>
          <a:xfrm>
            <a:off x="1962727" y="2775590"/>
            <a:ext cx="6142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소스 코드 브라우저 설정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3176F-A4CF-0417-C3F1-2E120CB7A620}"/>
              </a:ext>
            </a:extLst>
          </p:cNvPr>
          <p:cNvSpPr txBox="1"/>
          <p:nvPr/>
        </p:nvSpPr>
        <p:spPr>
          <a:xfrm>
            <a:off x="7319817" y="1981308"/>
            <a:ext cx="48721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문서에서 소스 코드 자체를 볼 수 있는 소스 브라우저 생성 여</a:t>
            </a:r>
            <a:r>
              <a:rPr lang="ko-KR" altLang="en-US" sz="1000" dirty="0"/>
              <a:t>부</a:t>
            </a:r>
            <a:r>
              <a:rPr lang="ko-KR" altLang="ko-KR" sz="1000" dirty="0"/>
              <a:t>)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C52914-5A61-622F-8B26-5F056CBF872B}"/>
              </a:ext>
            </a:extLst>
          </p:cNvPr>
          <p:cNvSpPr txBox="1"/>
          <p:nvPr/>
        </p:nvSpPr>
        <p:spPr>
          <a:xfrm>
            <a:off x="7319817" y="2172113"/>
            <a:ext cx="61421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함수/클래스 설명 바로 아래에 소스 코드를 함께 표시할지 여부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86005-F201-E929-BA81-1543CA3E4F9E}"/>
              </a:ext>
            </a:extLst>
          </p:cNvPr>
          <p:cNvSpPr txBox="1"/>
          <p:nvPr/>
        </p:nvSpPr>
        <p:spPr>
          <a:xfrm>
            <a:off x="7319817" y="2386672"/>
            <a:ext cx="4040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소스 코드 표시 시 일반 주석(문서화 주석 제외)을 제거할지 여부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C58D1-DFE7-F174-B068-DFE9079C13FA}"/>
              </a:ext>
            </a:extLst>
          </p:cNvPr>
          <p:cNvSpPr txBox="1"/>
          <p:nvPr/>
        </p:nvSpPr>
        <p:spPr>
          <a:xfrm>
            <a:off x="7319817" y="2609139"/>
            <a:ext cx="42902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함수/변수마다 "이 함수를 호출하는 곳(</a:t>
            </a:r>
            <a:r>
              <a:rPr lang="ko-KR" altLang="ko-KR" sz="1000" dirty="0" err="1"/>
              <a:t>referenced</a:t>
            </a:r>
            <a:r>
              <a:rPr lang="ko-KR" altLang="ko-KR" sz="1000" dirty="0"/>
              <a:t> </a:t>
            </a:r>
            <a:r>
              <a:rPr lang="ko-KR" altLang="ko-KR" sz="1000" dirty="0" err="1"/>
              <a:t>by</a:t>
            </a:r>
            <a:r>
              <a:rPr lang="ko-KR" altLang="ko-KR" sz="1000" dirty="0"/>
              <a:t>)" 목록 표시 여부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3C9E8E-DEAF-D9A5-0F4E-F3AB82487A54}"/>
              </a:ext>
            </a:extLst>
          </p:cNvPr>
          <p:cNvSpPr txBox="1"/>
          <p:nvPr/>
        </p:nvSpPr>
        <p:spPr>
          <a:xfrm>
            <a:off x="7311160" y="2823698"/>
            <a:ext cx="41419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함수/변수마다 "이 함수가 호출하는 것(</a:t>
            </a:r>
            <a:r>
              <a:rPr lang="ko-KR" altLang="ko-KR" sz="1000" dirty="0" err="1"/>
              <a:t>references</a:t>
            </a:r>
            <a:r>
              <a:rPr lang="ko-KR" altLang="ko-KR" sz="1000" dirty="0"/>
              <a:t>)" 목록 표시 여부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0A01F5-EBA1-5E84-D90C-973EC51D522A}"/>
              </a:ext>
            </a:extLst>
          </p:cNvPr>
          <p:cNvSpPr txBox="1"/>
          <p:nvPr/>
        </p:nvSpPr>
        <p:spPr>
          <a:xfrm>
            <a:off x="7319817" y="3014503"/>
            <a:ext cx="4040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REFERENCES 관계 표시 시 소스 코드로 바로 링크 연결할지 여부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4857D3-9631-5155-F3DB-BB86004411E7}"/>
              </a:ext>
            </a:extLst>
          </p:cNvPr>
          <p:cNvSpPr txBox="1"/>
          <p:nvPr/>
        </p:nvSpPr>
        <p:spPr>
          <a:xfrm>
            <a:off x="7319817" y="3229062"/>
            <a:ext cx="55649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900" dirty="0"/>
              <a:t>소스 코드 내 하이퍼링크에 마우스를 올리면 </a:t>
            </a:r>
            <a:r>
              <a:rPr lang="ko-KR" altLang="ko-KR" sz="900" dirty="0" err="1"/>
              <a:t>툴팁으로</a:t>
            </a:r>
            <a:r>
              <a:rPr lang="ko-KR" altLang="ko-KR" sz="900" dirty="0"/>
              <a:t> 함수 설명 미리보기 표시 (기본값 YES)</a:t>
            </a:r>
            <a:endParaRPr lang="ko-KR" alt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B51C6D-E00D-3BEA-7E9D-7D80081811EC}"/>
              </a:ext>
            </a:extLst>
          </p:cNvPr>
          <p:cNvSpPr txBox="1"/>
          <p:nvPr/>
        </p:nvSpPr>
        <p:spPr>
          <a:xfrm>
            <a:off x="7319817" y="3419867"/>
            <a:ext cx="67286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Doxygen</a:t>
            </a:r>
            <a:r>
              <a:rPr lang="ko-KR" altLang="ko-KR" sz="1000" dirty="0"/>
              <a:t> 자체 소스 브라우저 대신 GNU GLOBAL(</a:t>
            </a:r>
            <a:r>
              <a:rPr lang="ko-KR" altLang="ko-KR" sz="1000" dirty="0" err="1"/>
              <a:t>htags</a:t>
            </a:r>
            <a:r>
              <a:rPr lang="ko-KR" altLang="ko-KR" sz="1000" dirty="0"/>
              <a:t>) 도구를 사용할지 여부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A80051-D47A-0874-952A-3AC490567403}"/>
              </a:ext>
            </a:extLst>
          </p:cNvPr>
          <p:cNvSpPr txBox="1"/>
          <p:nvPr/>
        </p:nvSpPr>
        <p:spPr>
          <a:xfrm>
            <a:off x="7311160" y="3615296"/>
            <a:ext cx="7024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/>
              <a:t>클래스 문서에 원본 헤더 파일 링크를 그대로 첨부할지 여부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9EE426-24A5-9FD4-604C-6CC22CBB5DE3}"/>
              </a:ext>
            </a:extLst>
          </p:cNvPr>
          <p:cNvSpPr txBox="1"/>
          <p:nvPr/>
        </p:nvSpPr>
        <p:spPr>
          <a:xfrm>
            <a:off x="7319817" y="3801535"/>
            <a:ext cx="48721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Clang</a:t>
            </a:r>
            <a:r>
              <a:rPr lang="ko-KR" altLang="ko-KR" sz="1000" dirty="0"/>
              <a:t> </a:t>
            </a:r>
            <a:r>
              <a:rPr lang="ko-KR" altLang="ko-KR" sz="1000" dirty="0" err="1"/>
              <a:t>파서를</a:t>
            </a:r>
            <a:r>
              <a:rPr lang="ko-KR" altLang="ko-KR" sz="1000" dirty="0"/>
              <a:t> 사용해 더 정확하게 소스 코드를 분석할지 여부 (C/C++ 정확도 향상)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73C295-96D7-47FA-A3CF-3A78823D46FB}"/>
              </a:ext>
            </a:extLst>
          </p:cNvPr>
          <p:cNvSpPr txBox="1"/>
          <p:nvPr/>
        </p:nvSpPr>
        <p:spPr>
          <a:xfrm>
            <a:off x="7319817" y="4020660"/>
            <a:ext cx="3412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Clang</a:t>
            </a:r>
            <a:r>
              <a:rPr lang="ko-KR" altLang="ko-KR" sz="1000" dirty="0"/>
              <a:t> 파싱 시 표준 </a:t>
            </a:r>
            <a:r>
              <a:rPr lang="ko-KR" altLang="ko-KR" sz="1000" dirty="0" err="1"/>
              <a:t>include</a:t>
            </a:r>
            <a:r>
              <a:rPr lang="ko-KR" altLang="ko-KR" sz="1000" dirty="0"/>
              <a:t> 경로를 자동 추가할지 여부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963727-CFC4-F456-12F9-8720358B740C}"/>
              </a:ext>
            </a:extLst>
          </p:cNvPr>
          <p:cNvSpPr txBox="1"/>
          <p:nvPr/>
        </p:nvSpPr>
        <p:spPr>
          <a:xfrm>
            <a:off x="6945746" y="4319356"/>
            <a:ext cx="7167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Clang</a:t>
            </a:r>
            <a:r>
              <a:rPr lang="ko-KR" altLang="ko-KR" sz="1000" dirty="0"/>
              <a:t> </a:t>
            </a:r>
            <a:r>
              <a:rPr lang="ko-KR" altLang="ko-KR" sz="1000" dirty="0" err="1"/>
              <a:t>파서에</a:t>
            </a:r>
            <a:r>
              <a:rPr lang="ko-KR" altLang="ko-KR" sz="1000" dirty="0"/>
              <a:t> 전달할 추가 컴파일 옵션 목록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BBA034-1CCB-0DB5-52A2-A20C48A95D6D}"/>
              </a:ext>
            </a:extLst>
          </p:cNvPr>
          <p:cNvSpPr txBox="1"/>
          <p:nvPr/>
        </p:nvSpPr>
        <p:spPr>
          <a:xfrm>
            <a:off x="6945746" y="5674289"/>
            <a:ext cx="71674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dirty="0" err="1"/>
              <a:t>compile_commands.json</a:t>
            </a:r>
            <a:r>
              <a:rPr lang="ko-KR" altLang="ko-KR" sz="1000" dirty="0"/>
              <a:t> 같은 </a:t>
            </a:r>
            <a:r>
              <a:rPr lang="ko-KR" altLang="ko-KR" sz="1000" dirty="0" err="1"/>
              <a:t>Clang</a:t>
            </a:r>
            <a:r>
              <a:rPr lang="ko-KR" altLang="ko-KR" sz="1000" dirty="0"/>
              <a:t> 컴파일 데이터베이스 경로 지정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737987-51A1-31C9-B3FA-51AED3B57647}"/>
              </a:ext>
            </a:extLst>
          </p:cNvPr>
          <p:cNvSpPr txBox="1"/>
          <p:nvPr/>
        </p:nvSpPr>
        <p:spPr>
          <a:xfrm>
            <a:off x="4521200" y="4678169"/>
            <a:ext cx="716741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1" dirty="0"/>
              <a:t>GNU GLOBAL</a:t>
            </a:r>
            <a:r>
              <a:rPr lang="en-US" altLang="ko-KR" sz="1000" b="1" dirty="0"/>
              <a:t> :</a:t>
            </a:r>
          </a:p>
          <a:p>
            <a:r>
              <a:rPr lang="ko-KR" altLang="ko-KR" sz="1000" dirty="0"/>
              <a:t>소스 코드를 검색하고 탐색하기 쉽게 만들어주는 외부 도구</a:t>
            </a:r>
            <a:r>
              <a:rPr lang="ko-KR" altLang="en-US" sz="1000" dirty="0"/>
              <a:t>입니다</a:t>
            </a:r>
            <a:endParaRPr lang="en-US" altLang="ko-KR" sz="1000" dirty="0"/>
          </a:p>
          <a:p>
            <a:r>
              <a:rPr lang="ko-KR" altLang="ko-KR" sz="1000" dirty="0"/>
              <a:t>그 중 </a:t>
            </a:r>
            <a:r>
              <a:rPr lang="ko-KR" altLang="ko-KR" sz="1000" dirty="0" err="1"/>
              <a:t>htags는</a:t>
            </a:r>
            <a:r>
              <a:rPr lang="ko-KR" altLang="ko-KR" sz="1000" dirty="0"/>
              <a:t> 소스 코드를 </a:t>
            </a:r>
            <a:r>
              <a:rPr lang="ko-KR" altLang="ko-KR" sz="1000" dirty="0" err="1"/>
              <a:t>HTML로</a:t>
            </a:r>
            <a:r>
              <a:rPr lang="ko-KR" altLang="ko-KR" sz="1000" dirty="0"/>
              <a:t> 변환해서 브라우저로 볼 수 있게 해주는 하위 기능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108F8F-9C33-B2E2-093B-B50475CF8589}"/>
              </a:ext>
            </a:extLst>
          </p:cNvPr>
          <p:cNvSpPr txBox="1"/>
          <p:nvPr/>
        </p:nvSpPr>
        <p:spPr>
          <a:xfrm>
            <a:off x="4539673" y="5241777"/>
            <a:ext cx="71674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000" b="1" dirty="0" err="1"/>
              <a:t>Clang</a:t>
            </a:r>
            <a:r>
              <a:rPr lang="ko-KR" altLang="ko-KR" sz="1000" b="1" dirty="0"/>
              <a:t> 파서</a:t>
            </a:r>
            <a:r>
              <a:rPr lang="en-US" altLang="ko-KR" sz="1000" b="1" dirty="0"/>
              <a:t>:</a:t>
            </a:r>
          </a:p>
          <a:p>
            <a:r>
              <a:rPr lang="ko-KR" altLang="ko-KR" sz="1000" dirty="0"/>
              <a:t>실제 컴파일러처럼 코드를 완벽하게 이해하는 방식 (마치 문법책 보며 정확히 해석하는 것)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3BD5C6-FB44-721A-448F-B7D2D2503023}"/>
              </a:ext>
            </a:extLst>
          </p:cNvPr>
          <p:cNvSpPr txBox="1"/>
          <p:nvPr/>
        </p:nvSpPr>
        <p:spPr>
          <a:xfrm>
            <a:off x="5442527" y="369561"/>
            <a:ext cx="529012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회색으로 </a:t>
            </a:r>
            <a:r>
              <a:rPr lang="ko-KR" altLang="ko-KR" sz="1100" dirty="0" err="1"/>
              <a:t>비활성화</a:t>
            </a:r>
            <a:r>
              <a:rPr lang="ko-KR" altLang="en-US" sz="1100" dirty="0" err="1"/>
              <a:t>되있는</a:t>
            </a:r>
            <a:r>
              <a:rPr lang="ko-KR" altLang="en-US" sz="1100" dirty="0"/>
              <a:t> 기능들은</a:t>
            </a:r>
            <a:r>
              <a:rPr lang="ko-KR" altLang="ko-KR" sz="1100" dirty="0"/>
              <a:t> </a:t>
            </a:r>
            <a:endParaRPr lang="en-US" altLang="ko-KR" sz="1100" dirty="0"/>
          </a:p>
          <a:p>
            <a:r>
              <a:rPr lang="ko-KR" altLang="ko-KR" sz="1100" dirty="0" err="1"/>
              <a:t>SOURCE_BROWSER와</a:t>
            </a:r>
            <a:r>
              <a:rPr lang="ko-KR" altLang="ko-KR" sz="1100" dirty="0"/>
              <a:t> </a:t>
            </a:r>
            <a:r>
              <a:rPr lang="ko-KR" altLang="ko-KR" sz="1100" dirty="0" err="1"/>
              <a:t>CLANG_ASSISTED_PARSING이</a:t>
            </a:r>
            <a:r>
              <a:rPr lang="ko-KR" altLang="ko-KR" sz="1100" dirty="0"/>
              <a:t> 꺼져 있기 때문입니다 </a:t>
            </a:r>
            <a:endParaRPr lang="en-US" altLang="ko-KR" sz="1100" dirty="0"/>
          </a:p>
          <a:p>
            <a:r>
              <a:rPr lang="ko-KR" altLang="ko-KR" sz="1100" dirty="0"/>
              <a:t>(상위 옵션이 꺼지면 하위 세부 옵션도 자동 비활성화됨)</a:t>
            </a:r>
            <a:endParaRPr lang="ko-KR" altLang="en-US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61D723-637A-D34B-34C1-1D9A6395304C}"/>
              </a:ext>
            </a:extLst>
          </p:cNvPr>
          <p:cNvSpPr txBox="1"/>
          <p:nvPr/>
        </p:nvSpPr>
        <p:spPr>
          <a:xfrm>
            <a:off x="3817504" y="1985667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상위 옵션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DCFC1C-93B7-7143-BFF3-F5BFE0F852E4}"/>
              </a:ext>
            </a:extLst>
          </p:cNvPr>
          <p:cNvSpPr txBox="1"/>
          <p:nvPr/>
        </p:nvSpPr>
        <p:spPr>
          <a:xfrm>
            <a:off x="3835976" y="3810710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상위 옵션</a:t>
            </a:r>
          </a:p>
        </p:txBody>
      </p:sp>
    </p:spTree>
    <p:extLst>
      <p:ext uri="{BB962C8B-B14F-4D97-AF65-F5344CB8AC3E}">
        <p14:creationId xmlns:p14="http://schemas.microsoft.com/office/powerpoint/2010/main" val="1035667182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C67D3F-C42E-0075-4C46-E60ED81D70C5}"/>
              </a:ext>
            </a:extLst>
          </p:cNvPr>
          <p:cNvSpPr txBox="1"/>
          <p:nvPr/>
        </p:nvSpPr>
        <p:spPr>
          <a:xfrm>
            <a:off x="1925053" y="1997243"/>
            <a:ext cx="81574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Index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344364395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850" y="-355600"/>
            <a:ext cx="13963650" cy="73088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264400" y="1035050"/>
            <a:ext cx="44831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29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이름을 알파벳순으로 찾아볼 수 있는 색인 생성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635000"/>
            <a:ext cx="7010400" cy="6870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95475" y="261938"/>
            <a:ext cx="734695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클래스·함수·변수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등의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이름을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색인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(Index)에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어떻게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정렬할지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결정</a:t>
            </a:r>
            <a:endParaRPr lang="en-US" sz="1929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-2520950" y="177800"/>
            <a:ext cx="7366000" cy="463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9">
                <a:solidFill>
                  <a:srgbClr val="58CCFF"/>
                </a:solidFill>
                <a:latin typeface="Pretendard Regular"/>
                <a:ea typeface="Pretendard Regular"/>
                <a:cs typeface="Pretendard Regular"/>
              </a:rPr>
              <a:t>INDEX =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850" y="844550"/>
            <a:ext cx="4883150" cy="5905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300" y="1270000"/>
            <a:ext cx="1987550" cy="5905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483350" y="2686050"/>
            <a:ext cx="5829300" cy="3238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29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접두사를 무시하고 알파벳순으로 정렬할 때 사용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962900" y="1809750"/>
            <a:ext cx="1092200" cy="59055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AB2174-7712-9208-B8D8-953C2896707C}"/>
              </a:ext>
            </a:extLst>
          </p:cNvPr>
          <p:cNvSpPr txBox="1"/>
          <p:nvPr/>
        </p:nvSpPr>
        <p:spPr>
          <a:xfrm>
            <a:off x="1864895" y="1431758"/>
            <a:ext cx="8662737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/>
              <a:t>Expert Html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221680027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37A6EC7-435B-D599-EE51-1461749FE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08431" cy="6513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6839B9-B85E-A630-D122-B7AA20ED86CD}"/>
              </a:ext>
            </a:extLst>
          </p:cNvPr>
          <p:cNvSpPr txBox="1"/>
          <p:nvPr/>
        </p:nvSpPr>
        <p:spPr>
          <a:xfrm>
            <a:off x="6062375" y="0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GENERATE_HTML</a:t>
            </a:r>
            <a:r>
              <a:rPr lang="en-US" altLang="ko-KR" dirty="0"/>
              <a:t> : HTML </a:t>
            </a:r>
            <a:r>
              <a:rPr lang="ko-KR" altLang="en-US" dirty="0"/>
              <a:t>형식의 문서 생성 여부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0BB76-14B6-13CF-E7C5-DDBD8EBEB762}"/>
              </a:ext>
            </a:extLst>
          </p:cNvPr>
          <p:cNvSpPr txBox="1"/>
          <p:nvPr/>
        </p:nvSpPr>
        <p:spPr>
          <a:xfrm>
            <a:off x="6062375" y="323165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HTML_OUTPUT : </a:t>
            </a:r>
            <a:r>
              <a:rPr lang="ko-KR" altLang="en-US" sz="1800" dirty="0"/>
              <a:t>생성된 </a:t>
            </a:r>
            <a:r>
              <a:rPr lang="en-US" altLang="ko-KR" dirty="0"/>
              <a:t>HTML</a:t>
            </a:r>
            <a:r>
              <a:rPr lang="ko-KR" altLang="en-US" dirty="0"/>
              <a:t> </a:t>
            </a:r>
            <a:r>
              <a:rPr lang="ko-KR" altLang="en-US" sz="1800" dirty="0"/>
              <a:t>폴더 이름 </a:t>
            </a:r>
            <a:r>
              <a:rPr lang="en-US" altLang="ko-KR" sz="1800" dirty="0"/>
              <a:t>(</a:t>
            </a:r>
            <a:r>
              <a:rPr lang="ko-KR" altLang="en-US" sz="1800" dirty="0"/>
              <a:t>비우면 폴더가 </a:t>
            </a:r>
            <a:r>
              <a:rPr lang="ko-KR" altLang="en-US" sz="1800" dirty="0" err="1"/>
              <a:t>생기지않음</a:t>
            </a:r>
            <a:r>
              <a:rPr lang="en-US" altLang="ko-KR" sz="1800" dirty="0"/>
              <a:t>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04B534-C825-A0CC-B3A1-FDD221D173BF}"/>
              </a:ext>
            </a:extLst>
          </p:cNvPr>
          <p:cNvSpPr txBox="1"/>
          <p:nvPr/>
        </p:nvSpPr>
        <p:spPr>
          <a:xfrm>
            <a:off x="6062375" y="96949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HTML_FILE_EXTENSION : </a:t>
            </a:r>
            <a:r>
              <a:rPr lang="ko-KR" altLang="en-US" dirty="0"/>
              <a:t>확장자 지정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EAD5AC-05E9-0BBD-4043-0C2D5394AE04}"/>
              </a:ext>
            </a:extLst>
          </p:cNvPr>
          <p:cNvSpPr txBox="1"/>
          <p:nvPr/>
        </p:nvSpPr>
        <p:spPr>
          <a:xfrm>
            <a:off x="6062375" y="1456397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HTML_HEADER : </a:t>
            </a:r>
            <a:r>
              <a:rPr lang="ko-KR" altLang="en-US" dirty="0"/>
              <a:t>웹페이지 </a:t>
            </a:r>
            <a:r>
              <a:rPr lang="ko-KR" altLang="en-US" dirty="0" err="1"/>
              <a:t>윗</a:t>
            </a:r>
            <a:r>
              <a:rPr lang="ko-KR" altLang="en-US" dirty="0"/>
              <a:t> 부분에 나옴 </a:t>
            </a:r>
            <a:r>
              <a:rPr lang="en-US" altLang="ko-KR" dirty="0"/>
              <a:t>(</a:t>
            </a:r>
            <a:r>
              <a:rPr lang="ko-KR" altLang="en-US" dirty="0"/>
              <a:t>글씨</a:t>
            </a:r>
            <a:r>
              <a:rPr lang="en-US" altLang="ko-KR" dirty="0"/>
              <a:t>-&gt;</a:t>
            </a:r>
            <a:r>
              <a:rPr lang="ko-KR" altLang="en-US" dirty="0"/>
              <a:t>글씨</a:t>
            </a:r>
            <a:br>
              <a:rPr lang="en-US" altLang="ko-KR" dirty="0"/>
            </a:br>
            <a:r>
              <a:rPr lang="en-US" altLang="ko-KR" dirty="0"/>
              <a:t>HTML</a:t>
            </a:r>
            <a:r>
              <a:rPr lang="ko-KR" altLang="en-US" dirty="0"/>
              <a:t> 코드 </a:t>
            </a:r>
            <a:r>
              <a:rPr lang="en-US" altLang="ko-KR" dirty="0"/>
              <a:t>-&gt; </a:t>
            </a:r>
            <a:r>
              <a:rPr lang="ko-KR" altLang="en-US" dirty="0"/>
              <a:t>코드 결과물</a:t>
            </a:r>
            <a:r>
              <a:rPr lang="en-US" altLang="ko-KR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5316C-458C-D33A-1B59-58E1E2265E28}"/>
              </a:ext>
            </a:extLst>
          </p:cNvPr>
          <p:cNvSpPr txBox="1"/>
          <p:nvPr/>
        </p:nvSpPr>
        <p:spPr>
          <a:xfrm>
            <a:off x="6096000" y="2148893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HTML_FOOTER : </a:t>
            </a:r>
            <a:r>
              <a:rPr lang="ko-KR" altLang="en-US" sz="1800" dirty="0"/>
              <a:t>웹페이지 </a:t>
            </a:r>
            <a:r>
              <a:rPr lang="ko-KR" altLang="en-US" sz="1800" dirty="0" err="1"/>
              <a:t>아랫</a:t>
            </a:r>
            <a:r>
              <a:rPr lang="ko-KR" altLang="en-US" sz="1800" dirty="0"/>
              <a:t> 부분에 나옴 </a:t>
            </a:r>
            <a:r>
              <a:rPr lang="en-US" altLang="ko-KR" sz="1800" dirty="0"/>
              <a:t>(HEADER</a:t>
            </a:r>
            <a:r>
              <a:rPr lang="ko-KR" altLang="en-US" sz="1800" dirty="0"/>
              <a:t>와 나오는 위치만 다름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6F0004-0024-159E-5B54-7FDF3A371056}"/>
              </a:ext>
            </a:extLst>
          </p:cNvPr>
          <p:cNvSpPr txBox="1"/>
          <p:nvPr/>
        </p:nvSpPr>
        <p:spPr>
          <a:xfrm>
            <a:off x="6062375" y="2912793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HTML_STYLESHEET : </a:t>
            </a:r>
            <a:r>
              <a:rPr lang="ko-KR" altLang="en-US" sz="1800" dirty="0"/>
              <a:t>웹페이지 꾸미는 부분 </a:t>
            </a:r>
            <a:br>
              <a:rPr lang="en-US" altLang="ko-KR" sz="1800" dirty="0"/>
            </a:br>
            <a:r>
              <a:rPr lang="en-US" altLang="ko-KR" sz="1800" dirty="0"/>
              <a:t>(DOXYGEN CSS </a:t>
            </a:r>
            <a:r>
              <a:rPr lang="ko-KR" altLang="en-US" sz="1800" dirty="0"/>
              <a:t>파일</a:t>
            </a:r>
            <a:r>
              <a:rPr lang="ko-KR" altLang="en-US" dirty="0"/>
              <a:t>을 대체하는 파일</a:t>
            </a:r>
            <a:r>
              <a:rPr lang="en-US" altLang="ko-KR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F308BF-23D3-935D-1973-F172164CDAD1}"/>
              </a:ext>
            </a:extLst>
          </p:cNvPr>
          <p:cNvSpPr txBox="1"/>
          <p:nvPr/>
        </p:nvSpPr>
        <p:spPr>
          <a:xfrm>
            <a:off x="6062375" y="3882290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</a:t>
            </a:r>
            <a:r>
              <a:rPr lang="en-US" altLang="ko-KR" dirty="0"/>
              <a:t>EXTRA_</a:t>
            </a:r>
            <a:r>
              <a:rPr lang="en-US" altLang="ko-KR" sz="1800" dirty="0"/>
              <a:t>STLESHEET : </a:t>
            </a:r>
            <a:r>
              <a:rPr lang="ko-KR" altLang="en-US" dirty="0"/>
              <a:t>웹페이지 꾸미는 부분</a:t>
            </a:r>
            <a:endParaRPr lang="en-US" altLang="ko-KR" dirty="0"/>
          </a:p>
          <a:p>
            <a:r>
              <a:rPr lang="en-US" altLang="ko-KR" sz="1800" dirty="0"/>
              <a:t>(DOXYGEN </a:t>
            </a:r>
            <a:r>
              <a:rPr lang="en-US" altLang="ko-KR" dirty="0"/>
              <a:t>CSS</a:t>
            </a:r>
            <a:r>
              <a:rPr lang="ko-KR" altLang="en-US" dirty="0"/>
              <a:t>를 유지하고 꾸밈</a:t>
            </a:r>
            <a:r>
              <a:rPr lang="en-US" altLang="ko-KR" dirty="0"/>
              <a:t>)</a:t>
            </a:r>
            <a:r>
              <a:rPr lang="en-US" altLang="ko-KR" sz="1800" dirty="0"/>
              <a:t>  </a:t>
            </a:r>
            <a:endParaRPr lang="ko-KR" alt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C8E245-EFDE-DFA6-AA0A-83DB547421CA}"/>
              </a:ext>
            </a:extLst>
          </p:cNvPr>
          <p:cNvSpPr txBox="1"/>
          <p:nvPr/>
        </p:nvSpPr>
        <p:spPr>
          <a:xfrm>
            <a:off x="6062375" y="5401603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HTML_EXTRA_FILES : CSS</a:t>
            </a:r>
            <a:r>
              <a:rPr lang="ko-KR" altLang="en-US" sz="1800" dirty="0"/>
              <a:t>와 </a:t>
            </a:r>
            <a:r>
              <a:rPr lang="en-US" altLang="ko-KR" sz="1800" dirty="0"/>
              <a:t>HEADER,FOOTER</a:t>
            </a:r>
            <a:r>
              <a:rPr lang="ko-KR" altLang="en-US" sz="1800" dirty="0"/>
              <a:t>안에 넣은 추가 파일의 결과물을 올리는 곳 </a:t>
            </a:r>
            <a:r>
              <a:rPr lang="en-US" altLang="ko-KR" sz="1800" dirty="0"/>
              <a:t>(</a:t>
            </a:r>
            <a:r>
              <a:rPr lang="ko-KR" altLang="en-US" dirty="0" err="1"/>
              <a:t>결과물없으면</a:t>
            </a:r>
            <a:r>
              <a:rPr lang="ko-KR" altLang="en-US" dirty="0"/>
              <a:t> 웹페이지 </a:t>
            </a:r>
            <a:endParaRPr lang="en-US" altLang="ko-KR" dirty="0"/>
          </a:p>
          <a:p>
            <a:r>
              <a:rPr lang="ko-KR" altLang="en-US" dirty="0"/>
              <a:t>속 에서 깨짐</a:t>
            </a:r>
            <a:r>
              <a:rPr lang="en-US" altLang="ko-KR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58659051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068B25-E631-6026-81E7-24D7FCBBD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11" y="146454"/>
            <a:ext cx="8278380" cy="1219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6B2B85-06C7-2C81-870A-4103C3FEB022}"/>
              </a:ext>
            </a:extLst>
          </p:cNvPr>
          <p:cNvSpPr txBox="1"/>
          <p:nvPr/>
        </p:nvSpPr>
        <p:spPr>
          <a:xfrm>
            <a:off x="3046828" y="1365824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HTML_HEADER </a:t>
            </a:r>
            <a:r>
              <a:rPr lang="ko-KR" altLang="en-US" sz="1800" dirty="0"/>
              <a:t>적용 전</a:t>
            </a:r>
            <a:r>
              <a:rPr lang="en-US" altLang="ko-KR" sz="1800" dirty="0"/>
              <a:t>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E189D13-21C5-F581-1D08-D3B8E48F4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784" y="3064666"/>
            <a:ext cx="8287907" cy="16290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16F264-4DF8-4320-A4D6-BAE7B17F0A96}"/>
              </a:ext>
            </a:extLst>
          </p:cNvPr>
          <p:cNvSpPr txBox="1"/>
          <p:nvPr/>
        </p:nvSpPr>
        <p:spPr>
          <a:xfrm>
            <a:off x="3046828" y="4938179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적용 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8355695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B7A6D4-4324-BAB9-E6D5-6DE94E50B1AF}"/>
              </a:ext>
            </a:extLst>
          </p:cNvPr>
          <p:cNvSpPr txBox="1"/>
          <p:nvPr/>
        </p:nvSpPr>
        <p:spPr>
          <a:xfrm>
            <a:off x="6501185" y="7685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HTML_COLORSTYLE :</a:t>
            </a:r>
            <a:r>
              <a:rPr lang="en-US" altLang="ko-KR" dirty="0"/>
              <a:t> </a:t>
            </a:r>
            <a:r>
              <a:rPr lang="ko-KR" altLang="en-US" dirty="0"/>
              <a:t>라이트</a:t>
            </a:r>
            <a:r>
              <a:rPr lang="en-US" altLang="ko-KR" dirty="0"/>
              <a:t>,</a:t>
            </a:r>
            <a:r>
              <a:rPr lang="ko-KR" altLang="en-US" dirty="0" err="1"/>
              <a:t>다크모드</a:t>
            </a:r>
            <a:r>
              <a:rPr lang="ko-KR" altLang="en-US" dirty="0"/>
              <a:t> 설정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0B38DD-BCBB-02B7-6C8A-99B247CFC44B}"/>
              </a:ext>
            </a:extLst>
          </p:cNvPr>
          <p:cNvSpPr txBox="1"/>
          <p:nvPr/>
        </p:nvSpPr>
        <p:spPr>
          <a:xfrm>
            <a:off x="6501185" y="649371"/>
            <a:ext cx="6302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HTML_COLORSTYLE_HUE</a:t>
            </a:r>
            <a:r>
              <a:rPr lang="en-US" altLang="ko-KR" dirty="0"/>
              <a:t> : </a:t>
            </a:r>
            <a:r>
              <a:rPr lang="ko-KR" altLang="en-US" dirty="0"/>
              <a:t>설정한 컬러스타일 </a:t>
            </a:r>
            <a:endParaRPr lang="en-US" altLang="ko-KR" dirty="0"/>
          </a:p>
          <a:p>
            <a:r>
              <a:rPr lang="ko-KR" altLang="en-US" dirty="0"/>
              <a:t>기준에서 색조 변환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CC1AF1-D790-84EA-DF69-6F90047A178C}"/>
              </a:ext>
            </a:extLst>
          </p:cNvPr>
          <p:cNvSpPr txBox="1"/>
          <p:nvPr/>
        </p:nvSpPr>
        <p:spPr>
          <a:xfrm>
            <a:off x="6501185" y="1497996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HTML_COLORSTYLE_</a:t>
            </a:r>
            <a:r>
              <a:rPr lang="en-US" altLang="ko-KR" dirty="0"/>
              <a:t>SAT : </a:t>
            </a:r>
            <a:r>
              <a:rPr lang="ko-KR" altLang="en-US" dirty="0"/>
              <a:t>설정한 컬러스타일 기준으로</a:t>
            </a:r>
            <a:endParaRPr lang="en-US" altLang="ko-KR" dirty="0"/>
          </a:p>
          <a:p>
            <a:r>
              <a:rPr lang="ko-KR" altLang="en-US" dirty="0"/>
              <a:t>채도 변환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B19B5-A5E3-FFA1-EDFF-075F8BC26784}"/>
              </a:ext>
            </a:extLst>
          </p:cNvPr>
          <p:cNvSpPr txBox="1"/>
          <p:nvPr/>
        </p:nvSpPr>
        <p:spPr>
          <a:xfrm>
            <a:off x="6501185" y="2211877"/>
            <a:ext cx="6450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HTML_COLORSTYLE_</a:t>
            </a:r>
            <a:r>
              <a:rPr lang="en-US" altLang="ko-KR" sz="1800" dirty="0"/>
              <a:t>GAMMA : </a:t>
            </a:r>
            <a:r>
              <a:rPr lang="ko-KR" altLang="en-US" sz="1800" dirty="0"/>
              <a:t>설정한 컬러스타일</a:t>
            </a:r>
            <a:br>
              <a:rPr lang="en-US" altLang="ko-KR" sz="1800" dirty="0"/>
            </a:br>
            <a:r>
              <a:rPr lang="ko-KR" altLang="en-US" sz="1800" dirty="0"/>
              <a:t>기준으로 명암 변환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5A6374-5AF7-42E4-65FC-587FB77BA7BA}"/>
              </a:ext>
            </a:extLst>
          </p:cNvPr>
          <p:cNvSpPr txBox="1"/>
          <p:nvPr/>
        </p:nvSpPr>
        <p:spPr>
          <a:xfrm>
            <a:off x="6488876" y="2871414"/>
            <a:ext cx="6478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HTML_</a:t>
            </a:r>
            <a:r>
              <a:rPr lang="en-US" altLang="ko-KR" sz="1800" dirty="0"/>
              <a:t>DYNAMIC</a:t>
            </a:r>
            <a:r>
              <a:rPr lang="en-US" altLang="ko-KR" dirty="0"/>
              <a:t>_MENUS</a:t>
            </a:r>
            <a:r>
              <a:rPr lang="en-US" altLang="ko-KR" sz="1800" dirty="0"/>
              <a:t> : </a:t>
            </a:r>
            <a:r>
              <a:rPr lang="ko-KR" altLang="en-US" sz="1800" dirty="0"/>
              <a:t>메뉴를 클릭하면 접거나</a:t>
            </a:r>
            <a:endParaRPr lang="en-US" altLang="ko-KR" sz="1800" dirty="0"/>
          </a:p>
          <a:p>
            <a:r>
              <a:rPr lang="ko-KR" altLang="en-US" dirty="0"/>
              <a:t>펼쳐지게 하는 기능</a:t>
            </a:r>
            <a:r>
              <a:rPr lang="en-US" altLang="ko-KR" dirty="0"/>
              <a:t> (</a:t>
            </a:r>
            <a:r>
              <a:rPr lang="ko-KR" altLang="en-US" dirty="0"/>
              <a:t>비활성화 시 펼쳐진 상태 고정</a:t>
            </a:r>
            <a:r>
              <a:rPr lang="en-US" altLang="ko-KR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002AA6-38AF-7864-0EFE-0332F3B5F1BC}"/>
              </a:ext>
            </a:extLst>
          </p:cNvPr>
          <p:cNvSpPr txBox="1"/>
          <p:nvPr/>
        </p:nvSpPr>
        <p:spPr>
          <a:xfrm>
            <a:off x="6508219" y="4244832"/>
            <a:ext cx="6492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HTML_CODE_FOLDING :</a:t>
            </a:r>
            <a:r>
              <a:rPr lang="en-US" altLang="ko-KR" dirty="0"/>
              <a:t> </a:t>
            </a:r>
            <a:r>
              <a:rPr lang="ko-KR" altLang="en-US" dirty="0"/>
              <a:t>함수나 코드를 접거나 펼치는</a:t>
            </a:r>
            <a:endParaRPr lang="en-US" altLang="ko-KR" dirty="0"/>
          </a:p>
          <a:p>
            <a:r>
              <a:rPr lang="ko-KR" altLang="en-US" dirty="0"/>
              <a:t>기능 </a:t>
            </a:r>
            <a:r>
              <a:rPr lang="en-US" altLang="ko-KR" dirty="0"/>
              <a:t>(</a:t>
            </a:r>
            <a:r>
              <a:rPr lang="ko-KR" altLang="en-US" dirty="0"/>
              <a:t>비활성화 시 펼쳐진 상태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95D7603-065D-01AF-CD92-4F29C482D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8"/>
            <a:ext cx="6504702" cy="68489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E1789E7-05AD-9B14-E45B-597CA0190CC5}"/>
              </a:ext>
            </a:extLst>
          </p:cNvPr>
          <p:cNvSpPr txBox="1"/>
          <p:nvPr/>
        </p:nvSpPr>
        <p:spPr>
          <a:xfrm>
            <a:off x="6501185" y="3541041"/>
            <a:ext cx="6499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HTML_DYNAMIC_SECTIONS :</a:t>
            </a:r>
            <a:r>
              <a:rPr lang="en-US" altLang="ko-KR" sz="1800" dirty="0"/>
              <a:t> </a:t>
            </a:r>
            <a:r>
              <a:rPr lang="ko-KR" altLang="en-US" sz="1800" dirty="0"/>
              <a:t>긴 글</a:t>
            </a:r>
            <a:r>
              <a:rPr lang="en-US" altLang="ko-KR" sz="1800" dirty="0"/>
              <a:t>,</a:t>
            </a:r>
            <a:r>
              <a:rPr lang="ko-KR" altLang="en-US" sz="1800" dirty="0"/>
              <a:t>숨겨진 상세설명</a:t>
            </a:r>
            <a:r>
              <a:rPr lang="ko-KR" altLang="en-US" dirty="0"/>
              <a:t>을</a:t>
            </a:r>
            <a:br>
              <a:rPr lang="en-US" altLang="ko-KR" sz="1800" dirty="0"/>
            </a:br>
            <a:r>
              <a:rPr lang="ko-KR" altLang="en-US" sz="1800" dirty="0"/>
              <a:t>접거나</a:t>
            </a:r>
            <a:r>
              <a:rPr lang="en-US" altLang="ko-KR" dirty="0"/>
              <a:t> </a:t>
            </a:r>
            <a:r>
              <a:rPr lang="ko-KR" altLang="en-US" sz="1800" dirty="0"/>
              <a:t>펼쳐지게 하는 기능 </a:t>
            </a:r>
            <a:r>
              <a:rPr lang="en-US" altLang="ko-KR" sz="1800" dirty="0"/>
              <a:t>(</a:t>
            </a:r>
            <a:r>
              <a:rPr lang="ko-KR" altLang="en-US" sz="1800" dirty="0"/>
              <a:t>비활성화 시 펼쳐진 상태</a:t>
            </a:r>
            <a:r>
              <a:rPr lang="en-US" altLang="ko-KR" sz="1800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9F1D41-3C94-AE8A-A638-5646CA7DA76E}"/>
              </a:ext>
            </a:extLst>
          </p:cNvPr>
          <p:cNvSpPr txBox="1"/>
          <p:nvPr/>
        </p:nvSpPr>
        <p:spPr>
          <a:xfrm>
            <a:off x="6508219" y="4948623"/>
            <a:ext cx="64992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ko-KR" altLang="ko-KR" dirty="0"/>
              <a:t>HTML_</a:t>
            </a:r>
            <a:r>
              <a:rPr lang="en-US" altLang="ko-KR" dirty="0"/>
              <a:t>COPY</a:t>
            </a:r>
            <a:r>
              <a:rPr lang="ko-KR" altLang="ko-KR" dirty="0"/>
              <a:t>_CLIPBOARD</a:t>
            </a:r>
            <a:r>
              <a:rPr lang="en-US" altLang="ko-KR" dirty="0"/>
              <a:t> : </a:t>
            </a:r>
            <a:r>
              <a:rPr lang="ko-KR" altLang="en-US" dirty="0"/>
              <a:t>코드 블록마다 복사 버튼 </a:t>
            </a:r>
            <a:endParaRPr lang="en-US" altLang="ko-KR" dirty="0"/>
          </a:p>
          <a:p>
            <a:pPr marL="0" marR="0" rtl="0">
              <a:lnSpc>
                <a:spcPts val="1800"/>
              </a:lnSpc>
              <a:buNone/>
            </a:pPr>
            <a:r>
              <a:rPr lang="ko-KR" altLang="en-US" dirty="0"/>
              <a:t>생성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1C4006-76BD-7C02-150A-819A648DA6F7}"/>
              </a:ext>
            </a:extLst>
          </p:cNvPr>
          <p:cNvSpPr txBox="1"/>
          <p:nvPr/>
        </p:nvSpPr>
        <p:spPr>
          <a:xfrm>
            <a:off x="6508219" y="5494150"/>
            <a:ext cx="6506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HTML_PROJECT_COOKIE</a:t>
            </a:r>
            <a:r>
              <a:rPr lang="en-US" altLang="ko-KR" dirty="0"/>
              <a:t> : </a:t>
            </a:r>
            <a:r>
              <a:rPr lang="ko-KR" altLang="en-US" dirty="0"/>
              <a:t>브라우저 사용자 설정 저장</a:t>
            </a:r>
            <a:endParaRPr lang="en-US" altLang="ko-KR" dirty="0"/>
          </a:p>
          <a:p>
            <a:r>
              <a:rPr lang="ko-KR" altLang="en-US" dirty="0"/>
              <a:t>할 쿠키 이름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2E7728-94C1-C2D7-897C-0F3C9971B2F7}"/>
              </a:ext>
            </a:extLst>
          </p:cNvPr>
          <p:cNvSpPr txBox="1"/>
          <p:nvPr/>
        </p:nvSpPr>
        <p:spPr>
          <a:xfrm>
            <a:off x="6508219" y="6176075"/>
            <a:ext cx="6506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HTML_INDEX_NUM_ENTRIES</a:t>
            </a:r>
            <a:r>
              <a:rPr lang="en-US" altLang="ko-KR" dirty="0"/>
              <a:t> : </a:t>
            </a:r>
            <a:r>
              <a:rPr lang="ko-KR" altLang="en-US" dirty="0"/>
              <a:t>메뉴와 목차를 몇 개의</a:t>
            </a:r>
            <a:endParaRPr lang="en-US" altLang="ko-KR" dirty="0"/>
          </a:p>
          <a:p>
            <a:r>
              <a:rPr lang="ko-KR" altLang="en-US" dirty="0"/>
              <a:t>항목을 </a:t>
            </a:r>
            <a:r>
              <a:rPr lang="ko-KR" altLang="en-US" dirty="0" err="1"/>
              <a:t>펼치게할지</a:t>
            </a:r>
            <a:r>
              <a:rPr lang="ko-KR" altLang="en-US" dirty="0"/>
              <a:t> 정하는 기능 </a:t>
            </a:r>
            <a:r>
              <a:rPr lang="en-US" altLang="ko-KR" dirty="0"/>
              <a:t>(</a:t>
            </a:r>
            <a:r>
              <a:rPr lang="ko-KR" altLang="en-US" dirty="0"/>
              <a:t>다이나믹 메뉴 필수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9854761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D1B628-A534-33EB-F33F-09F3BFA1E1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ECD2B9-AF32-DA9B-D3AE-E0AA9B92E6E0}"/>
              </a:ext>
            </a:extLst>
          </p:cNvPr>
          <p:cNvSpPr txBox="1"/>
          <p:nvPr/>
        </p:nvSpPr>
        <p:spPr>
          <a:xfrm>
            <a:off x="6096000" y="0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GENERATE_DOCSET : Xcode </a:t>
            </a:r>
            <a:r>
              <a:rPr lang="ko-KR" altLang="en-US"/>
              <a:t>전용 도움말 문서 제작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F60135-1521-0781-9CD7-EE5B03ABC96B}"/>
              </a:ext>
            </a:extLst>
          </p:cNvPr>
          <p:cNvSpPr txBox="1"/>
          <p:nvPr/>
        </p:nvSpPr>
        <p:spPr>
          <a:xfrm>
            <a:off x="6093656" y="594284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DOCSET_FEEDNAME</a:t>
            </a:r>
            <a:r>
              <a:rPr lang="en-US" altLang="ko-KR" dirty="0"/>
              <a:t> : </a:t>
            </a:r>
            <a:r>
              <a:rPr lang="ko-KR" altLang="en-US" dirty="0"/>
              <a:t>문서 업데이트 정보 확인 시 </a:t>
            </a:r>
            <a:br>
              <a:rPr lang="en-US" altLang="ko-KR" dirty="0"/>
            </a:br>
            <a:r>
              <a:rPr lang="ko-KR" altLang="en-US" dirty="0"/>
              <a:t>사용할 이름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235E3-BDB3-B265-CAA6-B65EB0432F36}"/>
              </a:ext>
            </a:extLst>
          </p:cNvPr>
          <p:cNvSpPr txBox="1"/>
          <p:nvPr/>
        </p:nvSpPr>
        <p:spPr>
          <a:xfrm>
            <a:off x="6093656" y="139788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DOCSET_FEED</a:t>
            </a:r>
            <a:r>
              <a:rPr lang="en-US" altLang="ko-KR" dirty="0"/>
              <a:t>URL</a:t>
            </a:r>
            <a:r>
              <a:rPr lang="en-US" altLang="ko-KR" sz="1800" dirty="0"/>
              <a:t> : </a:t>
            </a:r>
            <a:r>
              <a:rPr lang="ko-KR" altLang="en-US" sz="1800" dirty="0"/>
              <a:t>문서 업데이트 정보를 확인하는 주소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9DD3A2-28DE-ACE4-610A-E19E8AACF8DE}"/>
              </a:ext>
            </a:extLst>
          </p:cNvPr>
          <p:cNvSpPr txBox="1"/>
          <p:nvPr/>
        </p:nvSpPr>
        <p:spPr>
          <a:xfrm>
            <a:off x="6093656" y="2782669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DOCSET_</a:t>
            </a:r>
            <a:r>
              <a:rPr lang="en-US" altLang="ko-KR" dirty="0"/>
              <a:t>PUBLISHER</a:t>
            </a:r>
            <a:r>
              <a:rPr lang="en-US" altLang="ko-KR" sz="1800" dirty="0"/>
              <a:t>_ID : </a:t>
            </a:r>
            <a:r>
              <a:rPr lang="ko-KR" altLang="en-US" dirty="0"/>
              <a:t>해당 문서를 만든 회사나 개발</a:t>
            </a:r>
            <a:endParaRPr lang="en-US" altLang="ko-KR" dirty="0"/>
          </a:p>
          <a:p>
            <a:r>
              <a:rPr lang="ko-KR" altLang="en-US" sz="1800" dirty="0"/>
              <a:t>그룹의 고유한 </a:t>
            </a:r>
            <a:r>
              <a:rPr lang="en-US" altLang="ko-KR" sz="1800" dirty="0"/>
              <a:t>ID 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BDF1A1-3034-9C62-FDEC-C6CCBDE9AA7F}"/>
              </a:ext>
            </a:extLst>
          </p:cNvPr>
          <p:cNvSpPr txBox="1"/>
          <p:nvPr/>
        </p:nvSpPr>
        <p:spPr>
          <a:xfrm>
            <a:off x="6093656" y="2194094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800" dirty="0"/>
              <a:t>DOCSET_</a:t>
            </a:r>
            <a:r>
              <a:rPr lang="en-US" altLang="ko-KR" sz="1800" dirty="0"/>
              <a:t>BUNDLE_ID: </a:t>
            </a:r>
            <a:r>
              <a:rPr lang="ko-KR" altLang="en-US" sz="1800" dirty="0"/>
              <a:t>해당</a:t>
            </a:r>
            <a:r>
              <a:rPr lang="en-US" altLang="ko-KR" sz="1800" dirty="0"/>
              <a:t> </a:t>
            </a:r>
            <a:r>
              <a:rPr lang="ko-KR" altLang="en-US" dirty="0"/>
              <a:t>문서 패키지의 고유한 </a:t>
            </a:r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C1EFC-97A7-C162-D5EA-51C83F18DCE0}"/>
              </a:ext>
            </a:extLst>
          </p:cNvPr>
          <p:cNvSpPr txBox="1"/>
          <p:nvPr/>
        </p:nvSpPr>
        <p:spPr>
          <a:xfrm>
            <a:off x="6093656" y="3429000"/>
            <a:ext cx="6098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ko-KR" dirty="0"/>
              <a:t>DOCSET_PUBLISHER_NAME</a:t>
            </a:r>
            <a:r>
              <a:rPr lang="en-US" altLang="ko-KR" dirty="0"/>
              <a:t> : </a:t>
            </a:r>
            <a:r>
              <a:rPr lang="ko-KR" altLang="en-US" dirty="0"/>
              <a:t>해당 문서를 만든 회사나 </a:t>
            </a:r>
            <a:endParaRPr lang="en-US" altLang="ko-KR" dirty="0"/>
          </a:p>
          <a:p>
            <a:r>
              <a:rPr lang="ko-KR" altLang="en-US" dirty="0"/>
              <a:t>개발자 이름을 사람들이 보이게 적는 기능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CD56A3A-C570-BA4C-46FC-F8763407EEE1}"/>
              </a:ext>
            </a:extLst>
          </p:cNvPr>
          <p:cNvSpPr/>
          <p:nvPr/>
        </p:nvSpPr>
        <p:spPr>
          <a:xfrm>
            <a:off x="0" y="0"/>
            <a:ext cx="12192000" cy="4220308"/>
          </a:xfrm>
          <a:prstGeom prst="roundRect">
            <a:avLst>
              <a:gd name="adj" fmla="val 4667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DC038A-FE9C-06FD-64BA-55BFD1265003}"/>
              </a:ext>
            </a:extLst>
          </p:cNvPr>
          <p:cNvSpPr txBox="1"/>
          <p:nvPr/>
        </p:nvSpPr>
        <p:spPr>
          <a:xfrm>
            <a:off x="2616590" y="32592"/>
            <a:ext cx="39952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b="1" dirty="0">
                <a:solidFill>
                  <a:srgbClr val="FF0000"/>
                </a:solidFill>
              </a:rPr>
              <a:t>맥</a:t>
            </a:r>
            <a:r>
              <a:rPr lang="en-US" altLang="ko-KR" sz="2500" b="1" dirty="0">
                <a:solidFill>
                  <a:srgbClr val="FF0000"/>
                </a:solidFill>
              </a:rPr>
              <a:t>(Mac)</a:t>
            </a:r>
            <a:r>
              <a:rPr lang="ko-KR" altLang="en-US" sz="2500" b="1" dirty="0">
                <a:solidFill>
                  <a:srgbClr val="FF0000"/>
                </a:solidFill>
              </a:rPr>
              <a:t>을 위한 기능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51701D-0918-5247-2816-F592782BF1E4}"/>
              </a:ext>
            </a:extLst>
          </p:cNvPr>
          <p:cNvSpPr txBox="1"/>
          <p:nvPr/>
        </p:nvSpPr>
        <p:spPr>
          <a:xfrm>
            <a:off x="6093656" y="4304946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GENERATE_HTMLHELP : </a:t>
            </a:r>
            <a:r>
              <a:rPr lang="ko-KR" altLang="en-US" dirty="0"/>
              <a:t>윈도우 전용 도움말 파일 생성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F57E2C-EA71-9955-E36E-4BD15FB90A9A}"/>
              </a:ext>
            </a:extLst>
          </p:cNvPr>
          <p:cNvSpPr txBox="1"/>
          <p:nvPr/>
        </p:nvSpPr>
        <p:spPr>
          <a:xfrm>
            <a:off x="6093656" y="5090781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CHM_FILE</a:t>
            </a:r>
            <a:r>
              <a:rPr lang="en-US" altLang="ko-KR" dirty="0"/>
              <a:t> : </a:t>
            </a:r>
            <a:r>
              <a:rPr lang="ko-KR" altLang="en-US" dirty="0"/>
              <a:t>도움말 파일 이름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990BA4-B86D-03E4-27E5-45426BE6CF6A}"/>
              </a:ext>
            </a:extLst>
          </p:cNvPr>
          <p:cNvSpPr txBox="1"/>
          <p:nvPr/>
        </p:nvSpPr>
        <p:spPr>
          <a:xfrm>
            <a:off x="6093656" y="6123999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HHC</a:t>
            </a:r>
            <a:r>
              <a:rPr lang="ko-KR" altLang="ko-KR" dirty="0"/>
              <a:t>_</a:t>
            </a:r>
            <a:r>
              <a:rPr lang="en-US" altLang="ko-KR" dirty="0"/>
              <a:t>LOCATION : </a:t>
            </a:r>
            <a:r>
              <a:rPr lang="ko-KR" altLang="en-US" dirty="0"/>
              <a:t>도움말 파일 저장 위치</a:t>
            </a:r>
          </a:p>
        </p:txBody>
      </p:sp>
    </p:spTree>
    <p:extLst>
      <p:ext uri="{BB962C8B-B14F-4D97-AF65-F5344CB8AC3E}">
        <p14:creationId xmlns:p14="http://schemas.microsoft.com/office/powerpoint/2010/main" val="187274130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0AAF61-82ED-07EB-97A4-6921E2626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92958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E2BB1E-C56B-7D9C-3783-67BA5F1CBAFF}"/>
              </a:ext>
            </a:extLst>
          </p:cNvPr>
          <p:cNvSpPr txBox="1"/>
          <p:nvPr/>
        </p:nvSpPr>
        <p:spPr>
          <a:xfrm>
            <a:off x="6929586" y="16904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GENERATE_CHI : </a:t>
            </a:r>
            <a:r>
              <a:rPr lang="ko-KR" altLang="en-US" dirty="0"/>
              <a:t>인덱스 정보가 담긴 파일 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4B311-E4E4-0925-2C83-E21D430374C1}"/>
              </a:ext>
            </a:extLst>
          </p:cNvPr>
          <p:cNvSpPr txBox="1"/>
          <p:nvPr/>
        </p:nvSpPr>
        <p:spPr>
          <a:xfrm>
            <a:off x="6929586" y="626818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CHM_INDEX_ENCODING : </a:t>
            </a:r>
            <a:r>
              <a:rPr lang="ko-KR" altLang="en-US" dirty="0"/>
              <a:t>도움말 파일에 사용할</a:t>
            </a:r>
            <a:endParaRPr lang="en-US" altLang="ko-KR" dirty="0"/>
          </a:p>
          <a:p>
            <a:r>
              <a:rPr lang="ko-KR" altLang="en-US" dirty="0"/>
              <a:t>문자 인코딩 설정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EEF2B1-2FE5-A674-4F0E-DD6ACDEE1FA5}"/>
              </a:ext>
            </a:extLst>
          </p:cNvPr>
          <p:cNvSpPr txBox="1"/>
          <p:nvPr/>
        </p:nvSpPr>
        <p:spPr>
          <a:xfrm>
            <a:off x="6929586" y="1284242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BINARY_TOC : </a:t>
            </a:r>
            <a:r>
              <a:rPr lang="ko-KR" altLang="en-US" dirty="0"/>
              <a:t>도움말 파일의 목차를 이진 형식을</a:t>
            </a:r>
            <a:endParaRPr lang="en-US" altLang="ko-KR" dirty="0"/>
          </a:p>
          <a:p>
            <a:r>
              <a:rPr lang="ko-KR" altLang="en-US" dirty="0"/>
              <a:t>사용해 압축하는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6F2497-2820-7773-CC34-AAFAD6A0EA9C}"/>
              </a:ext>
            </a:extLst>
          </p:cNvPr>
          <p:cNvSpPr txBox="1"/>
          <p:nvPr/>
        </p:nvSpPr>
        <p:spPr>
          <a:xfrm>
            <a:off x="6929586" y="1919480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TOC_EXPAND : </a:t>
            </a:r>
            <a:r>
              <a:rPr lang="ko-KR" altLang="en-US" dirty="0"/>
              <a:t>도움말 목차 세부 항목 전체</a:t>
            </a:r>
            <a:endParaRPr lang="en-US" altLang="ko-KR" dirty="0"/>
          </a:p>
          <a:p>
            <a:r>
              <a:rPr lang="ko-KR" altLang="en-US" dirty="0"/>
              <a:t>보여주는 기능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A14281-E2B3-7D7E-B154-9C95391BB5D0}"/>
              </a:ext>
            </a:extLst>
          </p:cNvPr>
          <p:cNvSpPr txBox="1"/>
          <p:nvPr/>
        </p:nvSpPr>
        <p:spPr>
          <a:xfrm>
            <a:off x="6929586" y="2565811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SITEMAP_URL : </a:t>
            </a:r>
            <a:r>
              <a:rPr lang="ko-KR" altLang="en-US" dirty="0"/>
              <a:t>문서 웹사이트가 인터넷에 배정될</a:t>
            </a:r>
            <a:endParaRPr lang="en-US" altLang="ko-KR" dirty="0"/>
          </a:p>
          <a:p>
            <a:r>
              <a:rPr lang="ko-KR" altLang="en-US" dirty="0"/>
              <a:t>실제 웹 주소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CC97B-1DD1-BDCB-A2F7-E2F5639EEFE1}"/>
              </a:ext>
            </a:extLst>
          </p:cNvPr>
          <p:cNvSpPr txBox="1"/>
          <p:nvPr/>
        </p:nvSpPr>
        <p:spPr>
          <a:xfrm>
            <a:off x="6929586" y="3276527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GENERATE_QHP :Qt </a:t>
            </a:r>
            <a:r>
              <a:rPr lang="ko-KR" altLang="en-US" dirty="0"/>
              <a:t>도움말 시스템 전용 파일 생성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F2937F-981D-1F5F-EF3B-EF235945B35D}"/>
              </a:ext>
            </a:extLst>
          </p:cNvPr>
          <p:cNvSpPr txBox="1"/>
          <p:nvPr/>
        </p:nvSpPr>
        <p:spPr>
          <a:xfrm>
            <a:off x="6929586" y="3975474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QCH_FILE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도움말 파일 이름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B504FF-43B4-9E3E-1887-348DE4E8A7B8}"/>
              </a:ext>
            </a:extLst>
          </p:cNvPr>
          <p:cNvSpPr txBox="1"/>
          <p:nvPr/>
        </p:nvSpPr>
        <p:spPr>
          <a:xfrm>
            <a:off x="6929586" y="4729747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QCH_NAMESPACE</a:t>
            </a:r>
            <a:r>
              <a:rPr lang="ko-KR" altLang="en-US" dirty="0"/>
              <a:t> </a:t>
            </a:r>
            <a:r>
              <a:rPr lang="en-US" altLang="ko-KR" dirty="0"/>
              <a:t>: Qt </a:t>
            </a:r>
            <a:r>
              <a:rPr lang="ko-KR" altLang="en-US" dirty="0"/>
              <a:t>도움말 파일의 고유 주소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C5FBF0-502C-2B9F-E65B-4BC669ECA9F4}"/>
              </a:ext>
            </a:extLst>
          </p:cNvPr>
          <p:cNvSpPr txBox="1"/>
          <p:nvPr/>
        </p:nvSpPr>
        <p:spPr>
          <a:xfrm>
            <a:off x="6929586" y="5332208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QCH_VIRTUAL_FOLDER :</a:t>
            </a:r>
            <a:r>
              <a:rPr lang="ko-KR" altLang="en-US" dirty="0"/>
              <a:t> 도움말 내부에서 문서</a:t>
            </a:r>
            <a:endParaRPr lang="en-US" altLang="ko-KR" dirty="0"/>
          </a:p>
          <a:p>
            <a:r>
              <a:rPr lang="ko-KR" altLang="en-US" dirty="0"/>
              <a:t>파일을 넣을 가상 폴더의 이름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338694-D5E6-0B7C-8100-1F6A9D465E03}"/>
              </a:ext>
            </a:extLst>
          </p:cNvPr>
          <p:cNvSpPr txBox="1"/>
          <p:nvPr/>
        </p:nvSpPr>
        <p:spPr>
          <a:xfrm>
            <a:off x="6929586" y="6095104"/>
            <a:ext cx="6126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QCH_CUST_FILTER_NAME</a:t>
            </a:r>
            <a:r>
              <a:rPr lang="ko-KR" altLang="en-US" dirty="0"/>
              <a:t> </a:t>
            </a:r>
            <a:r>
              <a:rPr lang="en-US" altLang="ko-KR" dirty="0"/>
              <a:t>: Qt </a:t>
            </a:r>
            <a:r>
              <a:rPr lang="ko-KR" altLang="en-US" dirty="0"/>
              <a:t>도움말에서 </a:t>
            </a:r>
            <a:br>
              <a:rPr lang="en-US" altLang="ko-KR" dirty="0"/>
            </a:br>
            <a:r>
              <a:rPr lang="ko-KR" altLang="en-US" dirty="0"/>
              <a:t>사용자 정의 필터의</a:t>
            </a:r>
            <a:r>
              <a:rPr lang="en-US" altLang="ko-KR" dirty="0"/>
              <a:t> </a:t>
            </a:r>
            <a:r>
              <a:rPr lang="ko-KR" altLang="en-US" dirty="0"/>
              <a:t>이름</a:t>
            </a:r>
          </a:p>
        </p:txBody>
      </p:sp>
    </p:spTree>
    <p:extLst>
      <p:ext uri="{BB962C8B-B14F-4D97-AF65-F5344CB8AC3E}">
        <p14:creationId xmlns:p14="http://schemas.microsoft.com/office/powerpoint/2010/main" val="246940376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5BB88F-993F-E86D-1ECD-2166347042A8}"/>
              </a:ext>
            </a:extLst>
          </p:cNvPr>
          <p:cNvSpPr txBox="1"/>
          <p:nvPr/>
        </p:nvSpPr>
        <p:spPr>
          <a:xfrm>
            <a:off x="5697414" y="0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QCH_CUST_FILTER_</a:t>
            </a:r>
            <a:r>
              <a:rPr lang="en-US" altLang="ko-KR" dirty="0"/>
              <a:t>ATTRS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사용자 정의 필터의 속성 조건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0700008-77E2-8071-D962-E4236E29B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69741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4C70B4-D31E-D507-5263-EAC7917E126A}"/>
              </a:ext>
            </a:extLst>
          </p:cNvPr>
          <p:cNvSpPr txBox="1"/>
          <p:nvPr/>
        </p:nvSpPr>
        <p:spPr>
          <a:xfrm>
            <a:off x="5697414" y="397468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QCH_</a:t>
            </a:r>
            <a:r>
              <a:rPr lang="en-US" altLang="ko-KR" dirty="0"/>
              <a:t>SECT</a:t>
            </a:r>
            <a:r>
              <a:rPr lang="en-US" altLang="ko-KR" sz="1800" dirty="0"/>
              <a:t>_FILTER_</a:t>
            </a:r>
            <a:r>
              <a:rPr lang="en-US" altLang="ko-KR" dirty="0"/>
              <a:t>ATTRS</a:t>
            </a:r>
            <a:r>
              <a:rPr lang="ko-KR" altLang="en-US" sz="1800" dirty="0"/>
              <a:t> </a:t>
            </a:r>
            <a:r>
              <a:rPr lang="en-US" altLang="ko-KR" sz="1800" dirty="0"/>
              <a:t>: Qt </a:t>
            </a:r>
            <a:r>
              <a:rPr lang="ko-KR" altLang="en-US" sz="1800" dirty="0"/>
              <a:t>도움말의 </a:t>
            </a:r>
            <a:r>
              <a:rPr lang="en-US" altLang="ko-KR" sz="1800" dirty="0"/>
              <a:t>‘’SECTION </a:t>
            </a:r>
            <a:r>
              <a:rPr lang="ko-KR" altLang="en-US" sz="1800" dirty="0"/>
              <a:t>단위</a:t>
            </a:r>
            <a:r>
              <a:rPr lang="en-US" altLang="ko-KR" sz="1800" dirty="0"/>
              <a:t>’’</a:t>
            </a:r>
            <a:r>
              <a:rPr lang="ko-KR" altLang="en-US" sz="1800" dirty="0"/>
              <a:t> 필터에 적용될 조건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8C5EF-A0E1-4A03-4D1F-C636E60D4837}"/>
              </a:ext>
            </a:extLst>
          </p:cNvPr>
          <p:cNvSpPr txBox="1"/>
          <p:nvPr/>
        </p:nvSpPr>
        <p:spPr>
          <a:xfrm>
            <a:off x="5697414" y="105786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QCH_</a:t>
            </a:r>
            <a:r>
              <a:rPr lang="en-US" altLang="ko-KR" dirty="0"/>
              <a:t>LOCATION</a:t>
            </a:r>
            <a:r>
              <a:rPr lang="ko-KR" altLang="en-US" dirty="0"/>
              <a:t> </a:t>
            </a:r>
            <a:r>
              <a:rPr lang="en-US" altLang="ko-KR" sz="1800" dirty="0"/>
              <a:t>: Qt</a:t>
            </a:r>
            <a:r>
              <a:rPr lang="ko-KR" altLang="en-US" dirty="0"/>
              <a:t> 도움말 파일 저장 경로</a:t>
            </a:r>
            <a:endParaRPr lang="ko-KR" alt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4E0BF-687B-BF4F-4317-7737FA773CA2}"/>
              </a:ext>
            </a:extLst>
          </p:cNvPr>
          <p:cNvSpPr txBox="1"/>
          <p:nvPr/>
        </p:nvSpPr>
        <p:spPr>
          <a:xfrm>
            <a:off x="5697414" y="1659988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GENERATE_ECLIPSEHELP : </a:t>
            </a:r>
            <a:r>
              <a:rPr lang="ko-KR" altLang="en-US" dirty="0"/>
              <a:t>이클립스 </a:t>
            </a:r>
            <a:r>
              <a:rPr lang="en-US" altLang="ko-KR" dirty="0"/>
              <a:t>IDE </a:t>
            </a:r>
            <a:r>
              <a:rPr lang="ko-KR" altLang="en-US" dirty="0"/>
              <a:t>전용 도움말 생성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2DFAB-569F-B6EC-2F47-37F536A16192}"/>
              </a:ext>
            </a:extLst>
          </p:cNvPr>
          <p:cNvSpPr txBox="1"/>
          <p:nvPr/>
        </p:nvSpPr>
        <p:spPr>
          <a:xfrm>
            <a:off x="5697414" y="2229674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ECLIPSE_DOC_ID : </a:t>
            </a:r>
            <a:r>
              <a:rPr lang="ko-KR" altLang="en-US" dirty="0"/>
              <a:t>이클립스 도움말의 고유한 </a:t>
            </a:r>
            <a:r>
              <a:rPr lang="en-US" altLang="ko-KR" dirty="0"/>
              <a:t>ID </a:t>
            </a:r>
            <a:endParaRPr lang="ko-KR" alt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DB7D5-F88D-5567-1CA9-DFEAEF43872D}"/>
              </a:ext>
            </a:extLst>
          </p:cNvPr>
          <p:cNvSpPr txBox="1"/>
          <p:nvPr/>
        </p:nvSpPr>
        <p:spPr>
          <a:xfrm>
            <a:off x="5697414" y="276759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DISABLE_INDEX : </a:t>
            </a:r>
            <a:r>
              <a:rPr lang="ko-KR" altLang="en-US" dirty="0"/>
              <a:t>목록 페이지 비활성화</a:t>
            </a:r>
            <a:endParaRPr lang="ko-KR" alt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BEA9C1-88C9-98BA-16E6-D438E46ADD10}"/>
              </a:ext>
            </a:extLst>
          </p:cNvPr>
          <p:cNvSpPr txBox="1"/>
          <p:nvPr/>
        </p:nvSpPr>
        <p:spPr>
          <a:xfrm>
            <a:off x="5697414" y="3136929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GENERATE_TREEVIEW : </a:t>
            </a:r>
            <a:r>
              <a:rPr lang="ko-KR" altLang="en-US" dirty="0"/>
              <a:t>사이드바 탐색 메뉴 생성</a:t>
            </a:r>
            <a:endParaRPr lang="ko-KR" alt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378D0F-3F3D-4D4D-2460-625EAC2C4224}"/>
              </a:ext>
            </a:extLst>
          </p:cNvPr>
          <p:cNvSpPr txBox="1"/>
          <p:nvPr/>
        </p:nvSpPr>
        <p:spPr>
          <a:xfrm>
            <a:off x="5697414" y="3429000"/>
            <a:ext cx="6494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PAGE_OUTLINE_PANEL : </a:t>
            </a:r>
            <a:r>
              <a:rPr lang="ko-KR" altLang="en-US" dirty="0"/>
              <a:t>본문 안의 소제목을 보여주는 패널 생성</a:t>
            </a:r>
            <a:endParaRPr lang="ko-KR" alt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51A15F-0847-F6B3-D5A6-42D2645D61F2}"/>
              </a:ext>
            </a:extLst>
          </p:cNvPr>
          <p:cNvSpPr txBox="1"/>
          <p:nvPr/>
        </p:nvSpPr>
        <p:spPr>
          <a:xfrm>
            <a:off x="5697414" y="403112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FULL_SIDEBAR : </a:t>
            </a:r>
            <a:r>
              <a:rPr lang="ko-KR" altLang="en-US" dirty="0"/>
              <a:t>사이드바를 브라우저 창 높이까지 설정</a:t>
            </a:r>
            <a:endParaRPr lang="ko-KR" alt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1AE0F5-C163-C222-D923-F7F47C79A239}"/>
              </a:ext>
            </a:extLst>
          </p:cNvPr>
          <p:cNvSpPr txBox="1"/>
          <p:nvPr/>
        </p:nvSpPr>
        <p:spPr>
          <a:xfrm>
            <a:off x="5697414" y="4439922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ENUM_VALUES_PER_LINE : </a:t>
            </a:r>
            <a:r>
              <a:rPr lang="ko-KR" altLang="en-US" dirty="0"/>
              <a:t>열거형 값을 한 줄에 몇 개씩 표시할지 설정</a:t>
            </a:r>
            <a:endParaRPr lang="ko-KR" alt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7BA7F3-7446-D0F9-7B9E-9C42B70551B7}"/>
              </a:ext>
            </a:extLst>
          </p:cNvPr>
          <p:cNvSpPr txBox="1"/>
          <p:nvPr/>
        </p:nvSpPr>
        <p:spPr>
          <a:xfrm>
            <a:off x="5697414" y="5002630"/>
            <a:ext cx="6274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SHOW_ENUM_VALUES : </a:t>
            </a:r>
            <a:r>
              <a:rPr lang="ko-KR" altLang="en-US" dirty="0"/>
              <a:t>열거형 값의 실제 숫자 표시 설정</a:t>
            </a:r>
            <a:endParaRPr lang="ko-KR" alt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3556B6-3CC9-8325-8148-6EB51A94D645}"/>
              </a:ext>
            </a:extLst>
          </p:cNvPr>
          <p:cNvSpPr txBox="1"/>
          <p:nvPr/>
        </p:nvSpPr>
        <p:spPr>
          <a:xfrm>
            <a:off x="5697414" y="5430801"/>
            <a:ext cx="6274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TREEVIEW_WIDTH : </a:t>
            </a:r>
            <a:r>
              <a:rPr lang="ko-KR" altLang="en-US" dirty="0"/>
              <a:t>사이드바 탐색창의 가로 폭 픽셀</a:t>
            </a:r>
            <a:endParaRPr lang="ko-KR" alt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F67DDE-9C24-36EF-C297-C862508696F5}"/>
              </a:ext>
            </a:extLst>
          </p:cNvPr>
          <p:cNvSpPr txBox="1"/>
          <p:nvPr/>
        </p:nvSpPr>
        <p:spPr>
          <a:xfrm>
            <a:off x="5697414" y="5895706"/>
            <a:ext cx="649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EXT_LINKS_IN_WINDOW : </a:t>
            </a:r>
            <a:r>
              <a:rPr lang="ko-KR" altLang="en-US" dirty="0"/>
              <a:t>외부링크를 새 창에서 열리게 설정</a:t>
            </a:r>
            <a:r>
              <a:rPr lang="en-US" altLang="ko-KR" dirty="0"/>
              <a:t> </a:t>
            </a:r>
            <a:endParaRPr lang="ko-KR" alt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BCB26A-C925-36EC-0608-1855D1853A2E}"/>
              </a:ext>
            </a:extLst>
          </p:cNvPr>
          <p:cNvSpPr txBox="1"/>
          <p:nvPr/>
        </p:nvSpPr>
        <p:spPr>
          <a:xfrm>
            <a:off x="5697414" y="6419450"/>
            <a:ext cx="649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OBFUSCATE_EMAILS : </a:t>
            </a:r>
            <a:r>
              <a:rPr lang="ko-KR" altLang="en-US" dirty="0"/>
              <a:t>이메일 주소가 코드안에선 변형됨</a:t>
            </a:r>
            <a:r>
              <a:rPr lang="en-US" altLang="ko-KR" dirty="0"/>
              <a:t>(</a:t>
            </a:r>
            <a:r>
              <a:rPr lang="ko-KR" altLang="en-US" dirty="0"/>
              <a:t>보안</a:t>
            </a:r>
            <a:r>
              <a:rPr lang="en-US" altLang="ko-KR" dirty="0"/>
              <a:t>)</a:t>
            </a:r>
            <a:endParaRPr lang="ko-KR" alt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4A3EFE-BF63-93E9-29B8-BC804336152E}"/>
              </a:ext>
            </a:extLst>
          </p:cNvPr>
          <p:cNvSpPr txBox="1"/>
          <p:nvPr/>
        </p:nvSpPr>
        <p:spPr>
          <a:xfrm>
            <a:off x="5697414" y="6110183"/>
            <a:ext cx="6494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(NO – </a:t>
            </a:r>
            <a:r>
              <a:rPr lang="ko-KR" altLang="en-US" dirty="0"/>
              <a:t>현재 창에서 열림</a:t>
            </a:r>
            <a:r>
              <a:rPr lang="en-US" altLang="ko-KR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74940870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D07D09-D7C9-6FE0-0F67-E68AEBF8D5F7}"/>
              </a:ext>
            </a:extLst>
          </p:cNvPr>
          <p:cNvSpPr txBox="1"/>
          <p:nvPr/>
        </p:nvSpPr>
        <p:spPr>
          <a:xfrm>
            <a:off x="5847471" y="0"/>
            <a:ext cx="63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HTML_FORMULA_FORMAT : </a:t>
            </a:r>
            <a:r>
              <a:rPr lang="ko-KR" altLang="en-US" dirty="0"/>
              <a:t>수식을 어떤 이미지로 변환시킬지 설정</a:t>
            </a:r>
            <a:endParaRPr lang="ko-KR" alt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FFA2A07-FDA6-0214-525F-4004A1087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4747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94629F-176F-E66D-D153-0DF616DBB9DF}"/>
              </a:ext>
            </a:extLst>
          </p:cNvPr>
          <p:cNvSpPr txBox="1"/>
          <p:nvPr/>
        </p:nvSpPr>
        <p:spPr>
          <a:xfrm>
            <a:off x="5847470" y="646331"/>
            <a:ext cx="6344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FORMULA_FONTSIZE : </a:t>
            </a:r>
            <a:r>
              <a:rPr lang="ko-KR" altLang="en-US" sz="1800" dirty="0"/>
              <a:t>수학 수식 글자 크기 설정</a:t>
            </a:r>
            <a:r>
              <a:rPr lang="en-US" altLang="ko-KR" sz="1800" dirty="0"/>
              <a:t>(pt)</a:t>
            </a:r>
            <a:endParaRPr lang="ko-KR" alt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B1446-6762-F703-EAFB-9C421EBE7FFC}"/>
              </a:ext>
            </a:extLst>
          </p:cNvPr>
          <p:cNvSpPr txBox="1"/>
          <p:nvPr/>
        </p:nvSpPr>
        <p:spPr>
          <a:xfrm>
            <a:off x="5847471" y="1338828"/>
            <a:ext cx="63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FORMULA_MACROFILE : </a:t>
            </a:r>
            <a:r>
              <a:rPr lang="ko-KR" altLang="en-US" sz="1800" dirty="0"/>
              <a:t>수식 작성시 명령어</a:t>
            </a:r>
            <a:r>
              <a:rPr lang="en-US" altLang="ko-KR" sz="1800" dirty="0"/>
              <a:t>,</a:t>
            </a:r>
            <a:r>
              <a:rPr lang="ko-KR" altLang="en-US" sz="1800" dirty="0"/>
              <a:t>단축키를 모아둔 파일 지정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440EE-4EE5-3F41-1D28-87CA4892EB77}"/>
              </a:ext>
            </a:extLst>
          </p:cNvPr>
          <p:cNvSpPr txBox="1"/>
          <p:nvPr/>
        </p:nvSpPr>
        <p:spPr>
          <a:xfrm>
            <a:off x="5847469" y="2090172"/>
            <a:ext cx="63445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USE</a:t>
            </a:r>
            <a:r>
              <a:rPr lang="en-US" altLang="ko-KR" sz="1800" dirty="0"/>
              <a:t>_MATHJAX : </a:t>
            </a:r>
            <a:r>
              <a:rPr lang="ko-KR" altLang="en-US" sz="1600" dirty="0"/>
              <a:t>수식을 이미지가 아닌 브라우저가 실시간으로</a:t>
            </a:r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렌더링 설정</a:t>
            </a:r>
            <a:r>
              <a:rPr lang="en-US" altLang="ko-KR" sz="1600" dirty="0"/>
              <a:t>(YES-</a:t>
            </a:r>
            <a:r>
              <a:rPr lang="ko-KR" altLang="en-US" sz="1600" dirty="0"/>
              <a:t>복사 가능</a:t>
            </a:r>
            <a:r>
              <a:rPr lang="en-US" altLang="ko-KR" sz="1600" dirty="0"/>
              <a:t>,</a:t>
            </a:r>
            <a:r>
              <a:rPr lang="ko-KR" altLang="en-US" sz="1600" dirty="0" err="1"/>
              <a:t>확대시</a:t>
            </a:r>
            <a:r>
              <a:rPr lang="ko-KR" altLang="en-US" sz="1600" dirty="0"/>
              <a:t> 안 깨짐</a:t>
            </a:r>
            <a:r>
              <a:rPr lang="en-US" altLang="ko-KR" sz="1600" dirty="0"/>
              <a:t> BUT. </a:t>
            </a:r>
            <a:r>
              <a:rPr lang="ko-KR" altLang="en-US" sz="1600" dirty="0"/>
              <a:t>로딩시간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1BB49-36F8-59A9-A30C-CE7600F5C81C}"/>
              </a:ext>
            </a:extLst>
          </p:cNvPr>
          <p:cNvSpPr txBox="1"/>
          <p:nvPr/>
        </p:nvSpPr>
        <p:spPr>
          <a:xfrm>
            <a:off x="5847471" y="2703025"/>
            <a:ext cx="63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MATHJAX_</a:t>
            </a:r>
            <a:r>
              <a:rPr lang="en-US" altLang="ko-KR" dirty="0"/>
              <a:t>VERSION</a:t>
            </a:r>
            <a:r>
              <a:rPr lang="en-US" altLang="ko-KR" sz="1800" dirty="0"/>
              <a:t> : </a:t>
            </a:r>
            <a:r>
              <a:rPr lang="ko-KR" altLang="en-US" sz="1800" dirty="0" err="1"/>
              <a:t>매스잭스를</a:t>
            </a:r>
            <a:r>
              <a:rPr lang="ko-KR" altLang="en-US" sz="1800" dirty="0"/>
              <a:t> 어떤 버전으로 사용할지 설정 </a:t>
            </a:r>
            <a:r>
              <a:rPr lang="en-US" altLang="ko-KR" sz="1800" dirty="0"/>
              <a:t>(2-</a:t>
            </a:r>
            <a:r>
              <a:rPr lang="ko-KR" altLang="en-US" sz="1800" dirty="0"/>
              <a:t>호환성 </a:t>
            </a:r>
            <a:r>
              <a:rPr lang="en-US" altLang="ko-KR" dirty="0"/>
              <a:t>, 3-</a:t>
            </a:r>
            <a:r>
              <a:rPr lang="ko-KR" altLang="en-US" dirty="0" err="1"/>
              <a:t>빨라짐</a:t>
            </a:r>
            <a:r>
              <a:rPr lang="en-US" altLang="ko-KR" dirty="0"/>
              <a:t>, 4-</a:t>
            </a:r>
            <a:r>
              <a:rPr lang="ko-KR" altLang="en-US" dirty="0" err="1"/>
              <a:t>더빠름</a:t>
            </a:r>
            <a:r>
              <a:rPr lang="en-US" altLang="ko-KR" dirty="0"/>
              <a:t>,LaTeX </a:t>
            </a:r>
            <a:r>
              <a:rPr lang="ko-KR" altLang="en-US" dirty="0"/>
              <a:t>문법 오류 최소화</a:t>
            </a:r>
            <a:r>
              <a:rPr lang="en-US" altLang="ko-KR" dirty="0"/>
              <a:t>)</a:t>
            </a:r>
            <a:r>
              <a:rPr lang="en-US" altLang="ko-KR" sz="1800" dirty="0"/>
              <a:t> </a:t>
            </a:r>
            <a:endParaRPr lang="ko-KR" alt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D21953-6EA9-8DCF-A9BB-B31ED252AF8F}"/>
              </a:ext>
            </a:extLst>
          </p:cNvPr>
          <p:cNvSpPr txBox="1"/>
          <p:nvPr/>
        </p:nvSpPr>
        <p:spPr>
          <a:xfrm>
            <a:off x="5847471" y="3349356"/>
            <a:ext cx="63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MATHJAX_FORMAT : </a:t>
            </a:r>
            <a:r>
              <a:rPr lang="ko-KR" altLang="en-US" sz="1800" dirty="0"/>
              <a:t>수식을 그릴 때 출력 방식 설정</a:t>
            </a:r>
            <a:endParaRPr lang="en-US" altLang="ko-KR" sz="1800" dirty="0"/>
          </a:p>
          <a:p>
            <a:r>
              <a:rPr lang="en-US" altLang="ko-KR" dirty="0"/>
              <a:t>(HTML-CSS : </a:t>
            </a:r>
            <a:r>
              <a:rPr lang="ko-KR" altLang="en-US" dirty="0"/>
              <a:t>호환성 우수 </a:t>
            </a:r>
            <a:r>
              <a:rPr lang="en-US" altLang="ko-KR" dirty="0"/>
              <a:t>| SVG : </a:t>
            </a:r>
            <a:r>
              <a:rPr lang="ko-KR" altLang="en-US" dirty="0"/>
              <a:t>화면 배율 상관없이 선명</a:t>
            </a:r>
            <a:r>
              <a:rPr lang="en-US" altLang="ko-KR" dirty="0"/>
              <a:t>) </a:t>
            </a:r>
            <a:endParaRPr lang="ko-KR" alt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F9E28E-F2D5-74D2-BDAA-C247619BC5C1}"/>
              </a:ext>
            </a:extLst>
          </p:cNvPr>
          <p:cNvSpPr txBox="1"/>
          <p:nvPr/>
        </p:nvSpPr>
        <p:spPr>
          <a:xfrm>
            <a:off x="5847467" y="4128985"/>
            <a:ext cx="6344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MATHJAX_</a:t>
            </a:r>
            <a:r>
              <a:rPr lang="en-US" altLang="ko-KR" dirty="0"/>
              <a:t>RELPATH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MathJax</a:t>
            </a:r>
            <a:r>
              <a:rPr lang="en-US" altLang="ko-KR" dirty="0"/>
              <a:t>  </a:t>
            </a:r>
            <a:r>
              <a:rPr lang="ko-KR" altLang="en-US" dirty="0"/>
              <a:t>라이브러리 파일 경로 </a:t>
            </a:r>
            <a:endParaRPr lang="ko-KR" alt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1F5CD7-8C00-426E-98D2-5F1AB93894B3}"/>
              </a:ext>
            </a:extLst>
          </p:cNvPr>
          <p:cNvSpPr txBox="1"/>
          <p:nvPr/>
        </p:nvSpPr>
        <p:spPr>
          <a:xfrm>
            <a:off x="5847467" y="4822724"/>
            <a:ext cx="63445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MATHJAX_EXTENSIONS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MathJax</a:t>
            </a:r>
            <a:r>
              <a:rPr lang="ko-KR" altLang="en-US" dirty="0"/>
              <a:t>로 수식 렌더링 시 확장 기능 설정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예시</a:t>
            </a:r>
            <a:r>
              <a:rPr lang="en-US" altLang="ko-KR" dirty="0"/>
              <a:t>&gt;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ko-KR" b="1" dirty="0">
                <a:solidFill>
                  <a:srgbClr val="FF0000"/>
                </a:solidFill>
              </a:rPr>
              <a:t>MATHJAX_EXTENSIONS = </a:t>
            </a:r>
            <a:r>
              <a:rPr lang="ko-KR" altLang="ko-KR" b="1" dirty="0" err="1">
                <a:solidFill>
                  <a:srgbClr val="FF0000"/>
                </a:solidFill>
              </a:rPr>
              <a:t>TeX</a:t>
            </a:r>
            <a:r>
              <a:rPr lang="ko-KR" altLang="ko-KR" b="1" dirty="0">
                <a:solidFill>
                  <a:srgbClr val="FF0000"/>
                </a:solidFill>
              </a:rPr>
              <a:t>/</a:t>
            </a:r>
            <a:r>
              <a:rPr lang="ko-KR" altLang="ko-KR" b="1" dirty="0" err="1">
                <a:solidFill>
                  <a:srgbClr val="FF0000"/>
                </a:solidFill>
              </a:rPr>
              <a:t>AMSmath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-&gt; </a:t>
            </a:r>
            <a:r>
              <a:rPr lang="ko-KR" altLang="en-US" dirty="0"/>
              <a:t>고급 수식</a:t>
            </a:r>
            <a:r>
              <a:rPr lang="en-US" altLang="ko-KR" dirty="0"/>
              <a:t>)</a:t>
            </a:r>
          </a:p>
          <a:p>
            <a:r>
              <a:rPr lang="en-US" altLang="ko-KR" sz="1800" dirty="0"/>
              <a:t>(</a:t>
            </a:r>
            <a:r>
              <a:rPr lang="ko-KR" altLang="ko-KR" b="1" dirty="0">
                <a:solidFill>
                  <a:srgbClr val="FF0000"/>
                </a:solidFill>
              </a:rPr>
              <a:t>MATHJAX_EXTENSIONS =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ko-KR" b="1" dirty="0" err="1">
                <a:solidFill>
                  <a:srgbClr val="FF0000"/>
                </a:solidFill>
              </a:rPr>
              <a:t>TeX</a:t>
            </a:r>
            <a:r>
              <a:rPr lang="ko-KR" altLang="ko-KR" b="1" dirty="0">
                <a:solidFill>
                  <a:srgbClr val="FF0000"/>
                </a:solidFill>
              </a:rPr>
              <a:t>/</a:t>
            </a:r>
            <a:r>
              <a:rPr lang="ko-KR" altLang="ko-KR" b="1" dirty="0" err="1">
                <a:solidFill>
                  <a:srgbClr val="FF0000"/>
                </a:solidFill>
              </a:rPr>
              <a:t>AMSsymbols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-&gt; </a:t>
            </a:r>
            <a:r>
              <a:rPr lang="ko-KR" altLang="en-US" dirty="0"/>
              <a:t>고급 수학</a:t>
            </a:r>
            <a:r>
              <a:rPr lang="en-US" altLang="ko-KR" dirty="0"/>
              <a:t>,</a:t>
            </a:r>
            <a:r>
              <a:rPr lang="ko-KR" altLang="en-US" dirty="0"/>
              <a:t>화살표</a:t>
            </a:r>
            <a:r>
              <a:rPr lang="en-US" altLang="ko-KR" dirty="0"/>
              <a:t>,</a:t>
            </a:r>
            <a:r>
              <a:rPr lang="ko-KR" altLang="en-US" dirty="0"/>
              <a:t>논리연산자 등 사용 가능</a:t>
            </a:r>
            <a:r>
              <a:rPr lang="en-US" altLang="ko-KR" dirty="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144929066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A04AED-3B9C-BD12-959A-401D337F7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8" y="239721"/>
            <a:ext cx="8476844" cy="233545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853866-C4C0-CC50-437F-190DD92EC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8" y="3429000"/>
            <a:ext cx="8366232" cy="22121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09A16F-A405-1B7B-6697-7B717951C055}"/>
              </a:ext>
            </a:extLst>
          </p:cNvPr>
          <p:cNvSpPr txBox="1"/>
          <p:nvPr/>
        </p:nvSpPr>
        <p:spPr>
          <a:xfrm>
            <a:off x="2134772" y="268162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/>
              <a:t>USE_MATHJAX </a:t>
            </a:r>
            <a:r>
              <a:rPr lang="ko-KR" altLang="en-US" sz="1800" dirty="0" err="1"/>
              <a:t>사용전</a:t>
            </a:r>
            <a:r>
              <a:rPr lang="en-US" altLang="ko-KR" sz="1800" dirty="0"/>
              <a:t>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9DE1D-095C-4F8A-E9A4-9905FF4ACA26}"/>
              </a:ext>
            </a:extLst>
          </p:cNvPr>
          <p:cNvSpPr txBox="1"/>
          <p:nvPr/>
        </p:nvSpPr>
        <p:spPr>
          <a:xfrm>
            <a:off x="2134772" y="6019187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USE_</a:t>
            </a:r>
            <a:r>
              <a:rPr lang="en-US" altLang="ko-KR" sz="1800"/>
              <a:t>MATHJAX </a:t>
            </a:r>
            <a:r>
              <a:rPr lang="ko-KR" altLang="en-US" sz="1800" dirty="0"/>
              <a:t>사용 후</a:t>
            </a:r>
            <a:r>
              <a:rPr lang="en-US" altLang="ko-KR" sz="1800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908239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086C049-4D56-999D-0659-B02CD206E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24605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272257-5806-8CFC-7923-848CB6DD1CAC}"/>
              </a:ext>
            </a:extLst>
          </p:cNvPr>
          <p:cNvSpPr txBox="1"/>
          <p:nvPr/>
        </p:nvSpPr>
        <p:spPr>
          <a:xfrm>
            <a:off x="6246055" y="0"/>
            <a:ext cx="6147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ko-KR" altLang="ko-KR" dirty="0"/>
              <a:t>MATHJAX_CODEFILE</a:t>
            </a:r>
            <a:r>
              <a:rPr lang="en-US" altLang="ko-KR" dirty="0"/>
              <a:t> : MATHJAX</a:t>
            </a:r>
            <a:r>
              <a:rPr lang="ko-KR" altLang="en-US" dirty="0"/>
              <a:t>가 렌더링 전</a:t>
            </a:r>
            <a:r>
              <a:rPr lang="en-US" altLang="ko-KR" dirty="0"/>
              <a:t>,</a:t>
            </a:r>
            <a:r>
              <a:rPr lang="ko-KR" altLang="en-US" dirty="0"/>
              <a:t>후에 실행</a:t>
            </a:r>
            <a:endParaRPr lang="en-US" altLang="ko-KR" dirty="0"/>
          </a:p>
          <a:p>
            <a:pPr marL="0" marR="0" rtl="0">
              <a:lnSpc>
                <a:spcPts val="1800"/>
              </a:lnSpc>
              <a:buNone/>
            </a:pPr>
            <a:r>
              <a:rPr lang="ko-KR" altLang="en-US" dirty="0"/>
              <a:t>할 자바스크립트 코드가 담긴 파일 지정</a:t>
            </a:r>
            <a:endParaRPr lang="ko-KR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4315F-3317-9B75-0F09-A30CFD8E582B}"/>
              </a:ext>
            </a:extLst>
          </p:cNvPr>
          <p:cNvSpPr txBox="1"/>
          <p:nvPr/>
        </p:nvSpPr>
        <p:spPr>
          <a:xfrm>
            <a:off x="6246055" y="667738"/>
            <a:ext cx="61475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en-US" altLang="ko-KR" dirty="0"/>
              <a:t>SEARCHENGINE : HTML</a:t>
            </a:r>
            <a:r>
              <a:rPr lang="ko-KR" altLang="en-US" dirty="0"/>
              <a:t> 문서에 코드 검색 기능 생성</a:t>
            </a:r>
            <a:r>
              <a:rPr lang="en-US" altLang="ko-KR" dirty="0"/>
              <a:t> </a:t>
            </a:r>
            <a:endParaRPr lang="ko-KR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565328-A2D8-C745-D930-6E6EDD2EA9E8}"/>
              </a:ext>
            </a:extLst>
          </p:cNvPr>
          <p:cNvSpPr txBox="1"/>
          <p:nvPr/>
        </p:nvSpPr>
        <p:spPr>
          <a:xfrm>
            <a:off x="6246055" y="1104644"/>
            <a:ext cx="61475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en-US" altLang="ko-KR" dirty="0"/>
              <a:t>SERVER_BASED_SEARCH : </a:t>
            </a:r>
            <a:r>
              <a:rPr lang="ko-KR" altLang="en-US" dirty="0"/>
              <a:t>검색 기능을 외부 서버 기반으로 처리할지 설정</a:t>
            </a:r>
            <a:r>
              <a:rPr lang="en-US" altLang="ko-KR" dirty="0"/>
              <a:t>(NO-</a:t>
            </a:r>
            <a:r>
              <a:rPr lang="ko-KR" altLang="en-US" dirty="0"/>
              <a:t>로컬에서 작동</a:t>
            </a:r>
            <a:r>
              <a:rPr lang="en-US" altLang="ko-KR" dirty="0"/>
              <a:t>)</a:t>
            </a:r>
            <a:endParaRPr lang="ko-KR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DA5C21-DB65-45AF-C033-C9844EC73633}"/>
              </a:ext>
            </a:extLst>
          </p:cNvPr>
          <p:cNvSpPr txBox="1"/>
          <p:nvPr/>
        </p:nvSpPr>
        <p:spPr>
          <a:xfrm>
            <a:off x="6246055" y="1658642"/>
            <a:ext cx="59459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en-US" altLang="ko-KR" dirty="0"/>
              <a:t>EXTERNAL_SEARCH : </a:t>
            </a:r>
            <a:r>
              <a:rPr lang="ko-KR" altLang="en-US" dirty="0"/>
              <a:t>외부 검색 엔진을 연동해서 문서 검색할지 설정</a:t>
            </a:r>
            <a:r>
              <a:rPr lang="en-US" altLang="ko-KR" dirty="0"/>
              <a:t>(NO-</a:t>
            </a:r>
            <a:r>
              <a:rPr lang="ko-KR" altLang="en-US" dirty="0" err="1"/>
              <a:t>독시젠</a:t>
            </a:r>
            <a:r>
              <a:rPr lang="ko-KR" altLang="en-US" dirty="0"/>
              <a:t> 기본 내장 기능 사용</a:t>
            </a:r>
            <a:r>
              <a:rPr lang="en-US" altLang="ko-KR" dirty="0"/>
              <a:t>)</a:t>
            </a:r>
            <a:endParaRPr lang="ko-KR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891890-1CF2-DA4A-9BF3-5655CA695539}"/>
              </a:ext>
            </a:extLst>
          </p:cNvPr>
          <p:cNvSpPr txBox="1"/>
          <p:nvPr/>
        </p:nvSpPr>
        <p:spPr>
          <a:xfrm>
            <a:off x="6246054" y="2322680"/>
            <a:ext cx="59459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lnSpc>
                <a:spcPts val="1800"/>
              </a:lnSpc>
              <a:buNone/>
            </a:pPr>
            <a:r>
              <a:rPr lang="en-US" altLang="ko-KR" dirty="0"/>
              <a:t>SEARCHENGINE_URL : </a:t>
            </a:r>
            <a:r>
              <a:rPr lang="ko-KR" altLang="en-US" dirty="0"/>
              <a:t>외부 검색 엔진을 사용할 때의</a:t>
            </a:r>
            <a:br>
              <a:rPr lang="en-US" altLang="ko-KR" dirty="0"/>
            </a:br>
            <a:r>
              <a:rPr lang="ko-KR" altLang="en-US" dirty="0"/>
              <a:t>검색 요청을 보낼 서버 주소 지정</a:t>
            </a:r>
            <a:endParaRPr lang="ko-KR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B363A-88DE-C572-F63D-60BBAC2E2379}"/>
              </a:ext>
            </a:extLst>
          </p:cNvPr>
          <p:cNvSpPr txBox="1"/>
          <p:nvPr/>
        </p:nvSpPr>
        <p:spPr>
          <a:xfrm>
            <a:off x="6246055" y="3025030"/>
            <a:ext cx="59459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dirty="0"/>
              <a:t>SEARCHDATA_FILE : </a:t>
            </a:r>
            <a:r>
              <a:rPr lang="ko-KR" altLang="en-US" dirty="0"/>
              <a:t>소스코드 속 검색 데이터를 수집해 어떤 파일 이름으로 저장할 지 정하는 기능</a:t>
            </a:r>
            <a:endParaRPr lang="ko-KR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4A6CB9-E676-AD32-B18D-126191755568}"/>
              </a:ext>
            </a:extLst>
          </p:cNvPr>
          <p:cNvSpPr txBox="1"/>
          <p:nvPr/>
        </p:nvSpPr>
        <p:spPr>
          <a:xfrm>
            <a:off x="6246053" y="3727380"/>
            <a:ext cx="59459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dirty="0"/>
              <a:t>EXTERNAL_SEARCH_ID : </a:t>
            </a:r>
            <a:r>
              <a:rPr lang="ko-KR" altLang="en-US" dirty="0"/>
              <a:t>외부 통합 검색을 사용할 때 </a:t>
            </a:r>
            <a:endParaRPr lang="en-US" altLang="ko-KR" dirty="0"/>
          </a:p>
          <a:p>
            <a:pPr>
              <a:lnSpc>
                <a:spcPts val="1800"/>
              </a:lnSpc>
            </a:pPr>
            <a:r>
              <a:rPr lang="ko-KR" altLang="en-US" dirty="0"/>
              <a:t>구별하기 위한 고유한 </a:t>
            </a:r>
            <a:r>
              <a:rPr lang="en-US" altLang="ko-KR" dirty="0"/>
              <a:t>ID</a:t>
            </a:r>
            <a:endParaRPr lang="ko-KR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006CD-BD4F-FD2F-5C84-030D464A4FE3}"/>
              </a:ext>
            </a:extLst>
          </p:cNvPr>
          <p:cNvSpPr txBox="1"/>
          <p:nvPr/>
        </p:nvSpPr>
        <p:spPr>
          <a:xfrm>
            <a:off x="6246055" y="4555025"/>
            <a:ext cx="594594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dirty="0"/>
              <a:t>EXTRA_SEARCH_MAPPINGS :  </a:t>
            </a:r>
            <a:r>
              <a:rPr lang="ko-KR" altLang="ko-KR" dirty="0"/>
              <a:t>외부 검색 엔진이 찾아낸 파일 경로와 실제 웹서버에 배포된</a:t>
            </a:r>
            <a:r>
              <a:rPr lang="en-US" altLang="ko-KR" dirty="0"/>
              <a:t> </a:t>
            </a:r>
            <a:r>
              <a:rPr lang="ko-KR" altLang="en-US" dirty="0"/>
              <a:t>실제 주소가 다를 때 이를 연결해주는 규칙 지정 옵션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169552174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19E234-4445-B03F-74D2-2543BF557852}"/>
              </a:ext>
            </a:extLst>
          </p:cNvPr>
          <p:cNvSpPr txBox="1"/>
          <p:nvPr/>
        </p:nvSpPr>
        <p:spPr>
          <a:xfrm>
            <a:off x="1696398" y="2314836"/>
            <a:ext cx="87992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9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Expert - LaTeX</a:t>
            </a:r>
            <a:endParaRPr kumimoji="1" lang="ko-KR" altLang="en-US" sz="9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2315561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18A497-74D5-330A-A6C3-3B1A3A641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75" y="1113693"/>
            <a:ext cx="9154250" cy="51904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4AD363-CA2A-5C79-D215-2A5F5ED9C919}"/>
              </a:ext>
            </a:extLst>
          </p:cNvPr>
          <p:cNvSpPr txBox="1"/>
          <p:nvPr/>
        </p:nvSpPr>
        <p:spPr>
          <a:xfrm>
            <a:off x="4296871" y="1276901"/>
            <a:ext cx="4434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독시젠이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형식의 문서를 생성할지 여부를 결정합니다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F42F6-7183-9229-3B48-72291A199AB1}"/>
              </a:ext>
            </a:extLst>
          </p:cNvPr>
          <p:cNvSpPr txBox="1"/>
          <p:nvPr/>
        </p:nvSpPr>
        <p:spPr>
          <a:xfrm>
            <a:off x="4462537" y="1668653"/>
            <a:ext cx="42370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생성된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파일들이 저장될 폴더 경로를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8A4A2-D742-1287-E4DF-0556A72A0842}"/>
              </a:ext>
            </a:extLst>
          </p:cNvPr>
          <p:cNvSpPr txBox="1"/>
          <p:nvPr/>
        </p:nvSpPr>
        <p:spPr>
          <a:xfrm>
            <a:off x="4010889" y="2210778"/>
            <a:ext cx="5841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문서를 컴파일할 때 사용할 명령어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pdflatex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latex)</a:t>
            </a:r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58E4D-8ADB-0B48-DDD5-0D16586E0EF4}"/>
              </a:ext>
            </a:extLst>
          </p:cNvPr>
          <p:cNvSpPr txBox="1"/>
          <p:nvPr/>
        </p:nvSpPr>
        <p:spPr>
          <a:xfrm>
            <a:off x="4882598" y="2724126"/>
            <a:ext cx="5665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문서의 색인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Index)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생성할 때 사용할 기본 프로그램 명령어를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AAB2B-6F0E-C6C6-E997-448F21388CC8}"/>
              </a:ext>
            </a:extLst>
          </p:cNvPr>
          <p:cNvSpPr txBox="1"/>
          <p:nvPr/>
        </p:nvSpPr>
        <p:spPr>
          <a:xfrm>
            <a:off x="4882598" y="3169679"/>
            <a:ext cx="6006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컴파일 과정에서 색인 생성을 위해 실제로 실행할 구체적인 명령어를 설정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E1903-C897-CFCB-72C0-C93A1F9BA756}"/>
              </a:ext>
            </a:extLst>
          </p:cNvPr>
          <p:cNvSpPr txBox="1"/>
          <p:nvPr/>
        </p:nvSpPr>
        <p:spPr>
          <a:xfrm>
            <a:off x="4296871" y="3486775"/>
            <a:ext cx="6478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여백과 빈 공간을 줄여 페이지 수를 절약하는 압축된 형태의 문서를 생성할지 결정합니다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4D5C6-CC8E-FE24-17F4-6CCE7666442A}"/>
              </a:ext>
            </a:extLst>
          </p:cNvPr>
          <p:cNvSpPr txBox="1"/>
          <p:nvPr/>
        </p:nvSpPr>
        <p:spPr>
          <a:xfrm>
            <a:off x="5358689" y="3846234"/>
            <a:ext cx="4703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출력될 문서의 기본 용지 크기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a4, letter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선택합니다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89A316-F58C-3949-DAE1-C47EE245E6AC}"/>
              </a:ext>
            </a:extLst>
          </p:cNvPr>
          <p:cNvSpPr txBox="1"/>
          <p:nvPr/>
        </p:nvSpPr>
        <p:spPr>
          <a:xfrm>
            <a:off x="4022259" y="4256541"/>
            <a:ext cx="5078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문서에 추가로 포함시켜 사용할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패키지 이름들을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43369-9E1E-FDCE-9693-AEE88BF2FB4E}"/>
              </a:ext>
            </a:extLst>
          </p:cNvPr>
          <p:cNvSpPr txBox="1"/>
          <p:nvPr/>
        </p:nvSpPr>
        <p:spPr>
          <a:xfrm>
            <a:off x="4033982" y="5839157"/>
            <a:ext cx="5806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독시젠의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기본 헤더를 대체하여 사용할 사용자 정의 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파일의 경로를 지정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2567787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C044C86-AB31-A83D-1E8E-65D3F4E99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069" y="445477"/>
            <a:ext cx="9903959" cy="61077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8A8C03-97AB-7259-A504-08AF5F25B642}"/>
              </a:ext>
            </a:extLst>
          </p:cNvPr>
          <p:cNvSpPr txBox="1"/>
          <p:nvPr/>
        </p:nvSpPr>
        <p:spPr>
          <a:xfrm>
            <a:off x="3446588" y="500578"/>
            <a:ext cx="69765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독시젠의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기본 꼬리말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Footer)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대체하여 사용할 사용자 정의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꼬리말 파일의 경로를 지정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4A36D-0669-45C5-AD34-68B4AF953B13}"/>
              </a:ext>
            </a:extLst>
          </p:cNvPr>
          <p:cNvSpPr txBox="1"/>
          <p:nvPr/>
        </p:nvSpPr>
        <p:spPr>
          <a:xfrm>
            <a:off x="3614151" y="1552611"/>
            <a:ext cx="7337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ㄴ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  문서의 디자인이나 서식을 </a:t>
            </a:r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커스텀하기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위해 추가로 적용할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스타일시트 파일들을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43DC8-F7F7-6B1C-0D32-087A90F6DF6B}"/>
              </a:ext>
            </a:extLst>
          </p:cNvPr>
          <p:cNvSpPr txBox="1"/>
          <p:nvPr/>
        </p:nvSpPr>
        <p:spPr>
          <a:xfrm>
            <a:off x="1381162" y="3191561"/>
            <a:ext cx="8775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ㄴ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문서 컴파일에 필요한 추가 파일들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표지에 들어갈 로고 이미지 등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출력 폴더로 함께 복사하도록 지정합니다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890481-E1DC-01FC-9CEE-F79EA7E5C782}"/>
              </a:ext>
            </a:extLst>
          </p:cNvPr>
          <p:cNvSpPr txBox="1"/>
          <p:nvPr/>
        </p:nvSpPr>
        <p:spPr>
          <a:xfrm>
            <a:off x="4093423" y="4243594"/>
            <a:ext cx="6468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생성되는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 내의 목차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클래스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함수 등을 이동 가능한 하이퍼링크로 만들지 결정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E0D255-E961-C66A-7DD6-0202C5CB76E1}"/>
              </a:ext>
            </a:extLst>
          </p:cNvPr>
          <p:cNvSpPr txBox="1"/>
          <p:nvPr/>
        </p:nvSpPr>
        <p:spPr>
          <a:xfrm>
            <a:off x="4093423" y="4564603"/>
            <a:ext cx="6702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기존 방식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명령어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대신 </a:t>
            </a:r>
            <a:r>
              <a:rPr lang="en" altLang="ko-KR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pdflatex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명령어를 사용하여 바로 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파일을 생성할지 결정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0F4F0B-B145-152A-A77D-016E91B3C858}"/>
              </a:ext>
            </a:extLst>
          </p:cNvPr>
          <p:cNvSpPr txBox="1"/>
          <p:nvPr/>
        </p:nvSpPr>
        <p:spPr>
          <a:xfrm>
            <a:off x="4304438" y="4918392"/>
            <a:ext cx="7151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LaTeX </a:t>
            </a:r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컴파일     중 에러가 발생해도 사용자 입력을 기다리지 않고 끝까지 무시하며 진행할지 설정</a:t>
            </a:r>
            <a:endParaRPr kumimoji="1" lang="ko-KR" altLang="en-US" sz="1400" dirty="0">
              <a:solidFill>
                <a:schemeClr val="bg1"/>
              </a:solidFill>
              <a:highlight>
                <a:srgbClr val="000000"/>
              </a:highlight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3B697-840A-EDAE-9D1E-0191E9DCFB85}"/>
              </a:ext>
            </a:extLst>
          </p:cNvPr>
          <p:cNvSpPr txBox="1"/>
          <p:nvPr/>
        </p:nvSpPr>
        <p:spPr>
          <a:xfrm>
            <a:off x="4044461" y="5290669"/>
            <a:ext cx="7144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생성된 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맨 마지막에 자동으로 추가되는 색인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Index)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및 상호 참조 목록 페이지들을 숨길지 결정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26E676-C5D1-913B-FED0-CD598FD2C386}"/>
              </a:ext>
            </a:extLst>
          </p:cNvPr>
          <p:cNvSpPr txBox="1"/>
          <p:nvPr/>
        </p:nvSpPr>
        <p:spPr>
          <a:xfrm>
            <a:off x="4584413" y="5611678"/>
            <a:ext cx="6691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문서에 참고문헌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Bibliography)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목록을 포함할 경우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표시할 양식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예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en" altLang="ko-KR" sz="140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plainnat</a:t>
            </a:r>
            <a:r>
              <a:rPr lang="en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등</a:t>
            </a:r>
            <a:r>
              <a:rPr lang="en-US" altLang="ko-KR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지정</a:t>
            </a:r>
            <a:endParaRPr kumimoji="1" lang="ko-KR" altLang="en-US" sz="14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FEE371-352C-A96A-1DC1-C78DFA31A27F}"/>
              </a:ext>
            </a:extLst>
          </p:cNvPr>
          <p:cNvSpPr txBox="1"/>
          <p:nvPr/>
        </p:nvSpPr>
        <p:spPr>
          <a:xfrm>
            <a:off x="3702095" y="6078763"/>
            <a:ext cx="7391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문서 내용 중 이모지를 사용할 경우</a:t>
            </a:r>
            <a:r>
              <a:rPr lang="en-US" altLang="ko-KR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" altLang="ko-KR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PDF</a:t>
            </a:r>
            <a:r>
              <a:rPr lang="ko-KR" alt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</a:t>
            </a:r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렌더링하기 위한 </a:t>
            </a:r>
            <a:r>
              <a:rPr lang="ko-KR" alt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이모지</a:t>
            </a:r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파일들이 </a:t>
            </a:r>
            <a:r>
              <a:rPr lang="ko-KR" altLang="en-US" sz="1400" dirty="0" err="1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모여있는</a:t>
            </a:r>
            <a:r>
              <a:rPr lang="ko-KR" altLang="en-US" sz="1400" dirty="0">
                <a:solidFill>
                  <a:schemeClr val="bg1"/>
                </a:solidFill>
                <a:highlight>
                  <a:srgbClr val="000000"/>
                </a:highlight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폴더 경로를 지정</a:t>
            </a:r>
            <a:endParaRPr kumimoji="1" lang="ko-KR" altLang="en-US" sz="1400" dirty="0">
              <a:solidFill>
                <a:schemeClr val="bg1"/>
              </a:solidFill>
              <a:highlight>
                <a:srgbClr val="000000"/>
              </a:highlight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628308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D3475B-6FD6-5131-01D5-217E6F961006}"/>
              </a:ext>
            </a:extLst>
          </p:cNvPr>
          <p:cNvSpPr txBox="1"/>
          <p:nvPr/>
        </p:nvSpPr>
        <p:spPr>
          <a:xfrm>
            <a:off x="2194904" y="1925912"/>
            <a:ext cx="762544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/>
              <a:t>Expert RTF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4189488318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950" y="-336550"/>
            <a:ext cx="13963650" cy="73088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550" y="1117600"/>
            <a:ext cx="7334250" cy="7010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7949" y="692150"/>
            <a:ext cx="7977271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=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글자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크기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굵기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, 표,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서식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등을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저장할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텍스트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</a:t>
            </a:r>
            <a:r>
              <a:rPr lang="en-US" sz="19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형식</a:t>
            </a:r>
            <a:endParaRPr lang="en-US" sz="1904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250" y="88900"/>
            <a:ext cx="85725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37">
                <a:solidFill>
                  <a:srgbClr val="58CCFF"/>
                </a:solidFill>
                <a:latin typeface="Pretendard Regular"/>
                <a:ea typeface="Pretendard Regular"/>
                <a:cs typeface="Pretendard Regular"/>
              </a:rPr>
              <a:t>RTF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36049" y="1282700"/>
            <a:ext cx="2778961" cy="317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</a:t>
            </a:r>
            <a:r>
              <a:rPr lang="en-US" sz="17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문서를</a:t>
            </a:r>
            <a:r>
              <a:rPr lang="en-US" sz="17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생성할지</a:t>
            </a:r>
            <a:r>
              <a:rPr lang="en-US" sz="1704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4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결정</a:t>
            </a:r>
            <a:endParaRPr lang="en-US" sz="1704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850" y="1079500"/>
            <a:ext cx="6172200" cy="59055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0" y="2787650"/>
            <a:ext cx="1549400" cy="5905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700" y="2273300"/>
            <a:ext cx="6172200" cy="59055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943100"/>
            <a:ext cx="6172200" cy="5905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017000" y="2095500"/>
            <a:ext cx="26035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637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</a:t>
            </a:r>
            <a:r>
              <a:rPr lang="en-US" sz="1637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파일을</a:t>
            </a:r>
            <a:r>
              <a:rPr lang="en-US" sz="1637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637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저장할</a:t>
            </a:r>
            <a:r>
              <a:rPr lang="en-US" sz="1637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637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폴더</a:t>
            </a:r>
            <a:endParaRPr lang="en-US" sz="1637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004300" y="2425700"/>
            <a:ext cx="25273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7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문서를 압축된 형태로 생성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16950" y="2959100"/>
            <a:ext cx="35433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4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RTF의 글꼴·문단 등의 스타일을 지정하는 파일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800" y="1555750"/>
            <a:ext cx="1143000" cy="5905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305800" y="1720850"/>
            <a:ext cx="4089400" cy="260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내부의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클래스·함수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등을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클릭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가능한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링크로</a:t>
            </a:r>
            <a:r>
              <a:rPr lang="en-US" sz="1371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71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만듦</a:t>
            </a:r>
            <a:endParaRPr lang="en-US" sz="1371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636000" y="3549650"/>
            <a:ext cx="35433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4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생성에 사용할 추가 확장 설정 파일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450" y="3359150"/>
            <a:ext cx="1549400" cy="59055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750" y="3949700"/>
            <a:ext cx="1638300" cy="59055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93150" y="4140200"/>
            <a:ext cx="354330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4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RTF 문서에 추가할 파일 지정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3DCC99-26C3-83FC-6E22-A6DB75C08814}"/>
              </a:ext>
            </a:extLst>
          </p:cNvPr>
          <p:cNvSpPr txBox="1"/>
          <p:nvPr/>
        </p:nvSpPr>
        <p:spPr>
          <a:xfrm>
            <a:off x="890337" y="1588168"/>
            <a:ext cx="996214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/>
              <a:t>Expert MAN</a:t>
            </a:r>
            <a:endParaRPr lang="ko-KR" altLang="en-US" sz="13800" dirty="0"/>
          </a:p>
        </p:txBody>
      </p:sp>
    </p:spTree>
    <p:extLst>
      <p:ext uri="{BB962C8B-B14F-4D97-AF65-F5344CB8AC3E}">
        <p14:creationId xmlns:p14="http://schemas.microsoft.com/office/powerpoint/2010/main" val="2789065509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F6AA0-843A-0D1C-9885-F8302382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97254F-6566-9CAA-8416-2490FEE2D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33134"/>
            <a:ext cx="12192000" cy="43248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FF326-5D4A-12F3-70A7-8B300297AAD0}"/>
              </a:ext>
            </a:extLst>
          </p:cNvPr>
          <p:cNvSpPr txBox="1"/>
          <p:nvPr/>
        </p:nvSpPr>
        <p:spPr>
          <a:xfrm>
            <a:off x="3410418" y="2743200"/>
            <a:ext cx="8362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YES로</a:t>
            </a:r>
            <a:r>
              <a:rPr lang="ko-KR" altLang="ko-KR" b="1" dirty="0"/>
              <a:t> 설정하면 </a:t>
            </a:r>
            <a:r>
              <a:rPr lang="ko-KR" altLang="ko-KR" b="1" dirty="0" err="1"/>
              <a:t>Doxygen이</a:t>
            </a:r>
            <a:r>
              <a:rPr lang="ko-KR" altLang="ko-KR" b="1" dirty="0"/>
              <a:t> 클래스 및 파일에 대한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페이지를 생성합니다.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F3C51-3B42-8FB5-9110-E46F2D10BB4E}"/>
              </a:ext>
            </a:extLst>
          </p:cNvPr>
          <p:cNvSpPr txBox="1"/>
          <p:nvPr/>
        </p:nvSpPr>
        <p:spPr>
          <a:xfrm>
            <a:off x="3675112" y="3480593"/>
            <a:ext cx="7790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man</a:t>
            </a:r>
            <a:r>
              <a:rPr lang="ko-KR" altLang="ko-KR" b="1" dirty="0"/>
              <a:t> 페이지가 저장될 위치를 지정하는 데 사용됩니다.</a:t>
            </a:r>
            <a:r>
              <a:rPr lang="en-US" altLang="ko-KR" b="1" dirty="0"/>
              <a:t> </a:t>
            </a:r>
            <a:br>
              <a:rPr lang="en-US" altLang="ko-KR" b="1" dirty="0"/>
            </a:br>
            <a:r>
              <a:rPr lang="ko-KR" altLang="ko-KR" b="1" dirty="0" err="1"/>
              <a:t>MAN_OUTPUT에</a:t>
            </a:r>
            <a:r>
              <a:rPr lang="ko-KR" altLang="ko-KR" b="1" dirty="0"/>
              <a:t> 지정된 디렉터리 내부에 man3 디렉터리가 생성됩니다.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ABAC7D-9B75-2A50-D325-490C80B7E51B}"/>
              </a:ext>
            </a:extLst>
          </p:cNvPr>
          <p:cNvSpPr txBox="1"/>
          <p:nvPr/>
        </p:nvSpPr>
        <p:spPr>
          <a:xfrm>
            <a:off x="3410418" y="4372401"/>
            <a:ext cx="8567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MAN_EXTENSION 태그는 생성된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페이지에 추가되는 확장자를 결정합니다.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F8C34-2495-9114-C6EB-807690E00725}"/>
              </a:ext>
            </a:extLst>
          </p:cNvPr>
          <p:cNvSpPr txBox="1"/>
          <p:nvPr/>
        </p:nvSpPr>
        <p:spPr>
          <a:xfrm>
            <a:off x="2355215" y="4951799"/>
            <a:ext cx="9057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MAN_OUTPUT 내에 생성되어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페이지가 배치될 디렉터리의 이름을 결정합니다. </a:t>
            </a:r>
            <a:br>
              <a:rPr lang="en-US" altLang="ko-KR" b="1" dirty="0"/>
            </a:br>
            <a:r>
              <a:rPr lang="ko-KR" altLang="ko-KR" b="1" dirty="0"/>
              <a:t>기본값은 </a:t>
            </a:r>
            <a:r>
              <a:rPr lang="ko-KR" altLang="ko-KR" b="1" dirty="0" err="1"/>
              <a:t>man</a:t>
            </a:r>
            <a:r>
              <a:rPr lang="ko-KR" altLang="ko-KR" b="1" dirty="0"/>
              <a:t> 뒤에 첫 점(.)을 제거한 </a:t>
            </a:r>
            <a:r>
              <a:rPr lang="ko-KR" altLang="ko-KR" b="1" dirty="0" err="1"/>
              <a:t>MAN_EXTENSION이</a:t>
            </a:r>
            <a:r>
              <a:rPr lang="ko-KR" altLang="ko-KR" b="1" dirty="0"/>
              <a:t> 붙은 형태입니다.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4E2AE-6696-2D4D-7391-FE2490495F77}"/>
              </a:ext>
            </a:extLst>
          </p:cNvPr>
          <p:cNvSpPr txBox="1"/>
          <p:nvPr/>
        </p:nvSpPr>
        <p:spPr>
          <a:xfrm>
            <a:off x="3274182" y="5640429"/>
            <a:ext cx="89739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실제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페이지에 문서화된 각 엔티티에 대해 하나의 추가 </a:t>
            </a:r>
            <a:r>
              <a:rPr lang="ko-KR" altLang="ko-KR" b="1" dirty="0" err="1"/>
              <a:t>man</a:t>
            </a:r>
            <a:r>
              <a:rPr lang="ko-KR" altLang="ko-KR" b="1" dirty="0"/>
              <a:t> 파일을 생성합니다.</a:t>
            </a:r>
            <a:br>
              <a:rPr lang="en-US" altLang="ko-KR" b="1" dirty="0"/>
            </a:br>
            <a:r>
              <a:rPr lang="ko-KR" altLang="ko-KR" b="1" dirty="0"/>
              <a:t> 이 추가 파일들은 실제 </a:t>
            </a:r>
            <a:r>
              <a:rPr lang="ko-KR" altLang="ko-KR" b="1" dirty="0" err="1"/>
              <a:t>man</a:t>
            </a:r>
            <a:r>
              <a:rPr lang="ko-KR" altLang="ko-KR" b="1" dirty="0"/>
              <a:t> 페이지를 참조만 하는 형태이지만, 이 파일이 없으면</a:t>
            </a:r>
            <a:br>
              <a:rPr lang="en-US" altLang="ko-KR" b="1" dirty="0"/>
            </a:br>
            <a:r>
              <a:rPr lang="ko-KR" altLang="ko-KR" b="1" dirty="0"/>
              <a:t> </a:t>
            </a:r>
            <a:r>
              <a:rPr lang="ko-KR" altLang="ko-KR" b="1" dirty="0" err="1"/>
              <a:t>man</a:t>
            </a:r>
            <a:r>
              <a:rPr lang="ko-KR" altLang="ko-KR" b="1" dirty="0"/>
              <a:t> 명령어가 올바른 페이지를 찾지 못할 수 있습니다.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015924563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7B8C43-B8AD-FA05-0E93-4276FAD8FDE9}"/>
              </a:ext>
            </a:extLst>
          </p:cNvPr>
          <p:cNvSpPr txBox="1"/>
          <p:nvPr/>
        </p:nvSpPr>
        <p:spPr>
          <a:xfrm>
            <a:off x="890337" y="1588168"/>
            <a:ext cx="996214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0" dirty="0"/>
              <a:t>Expert XML</a:t>
            </a:r>
            <a:endParaRPr lang="ko-KR" altLang="en-US" sz="13800" dirty="0"/>
          </a:p>
        </p:txBody>
      </p:sp>
    </p:spTree>
    <p:extLst>
      <p:ext uri="{BB962C8B-B14F-4D97-AF65-F5344CB8AC3E}">
        <p14:creationId xmlns:p14="http://schemas.microsoft.com/office/powerpoint/2010/main" val="164933391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3E9EA-C5C2-870D-6E86-604662D7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XML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CA1383-3637-9B49-6B84-78B6067B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9838"/>
            <a:ext cx="12192000" cy="4608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7B408C-12AD-55AB-E7E1-FCE10CDF8B8E}"/>
              </a:ext>
            </a:extLst>
          </p:cNvPr>
          <p:cNvSpPr txBox="1"/>
          <p:nvPr/>
        </p:nvSpPr>
        <p:spPr>
          <a:xfrm>
            <a:off x="4815685" y="2390274"/>
            <a:ext cx="7458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모든 문서화를 포함하여 코드의 구조를 담은 XML 파일을 </a:t>
            </a:r>
            <a:br>
              <a:rPr lang="en-US" altLang="ko-KR" b="1" dirty="0"/>
            </a:br>
            <a:r>
              <a:rPr lang="ko-KR" altLang="ko-KR" b="1" dirty="0"/>
              <a:t>생성합니다.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6BFED-7A46-2173-89EC-01F8FC0F8905}"/>
              </a:ext>
            </a:extLst>
          </p:cNvPr>
          <p:cNvSpPr txBox="1"/>
          <p:nvPr/>
        </p:nvSpPr>
        <p:spPr>
          <a:xfrm>
            <a:off x="5152712" y="3255275"/>
            <a:ext cx="5949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XML 페이지가 저장될 위치를 지정하는 데 사용됩니다. 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F6883-3ADA-7216-C1C1-A0AB9D8A2ABE}"/>
              </a:ext>
            </a:extLst>
          </p:cNvPr>
          <p:cNvSpPr txBox="1"/>
          <p:nvPr/>
        </p:nvSpPr>
        <p:spPr>
          <a:xfrm>
            <a:off x="5152712" y="3950965"/>
            <a:ext cx="6452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구문 강조 및 상호 참조 정보를 포함한 프로그램 </a:t>
            </a:r>
            <a:br>
              <a:rPr lang="en-US" altLang="ko-KR" b="1" dirty="0"/>
            </a:br>
            <a:r>
              <a:rPr lang="ko-KR" altLang="ko-KR" b="1" dirty="0"/>
              <a:t>소스 코드를 XML 출력에 함께 출력합니다.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46410-5006-DBD4-8296-9ADC4422ECEE}"/>
              </a:ext>
            </a:extLst>
          </p:cNvPr>
          <p:cNvSpPr txBox="1"/>
          <p:nvPr/>
        </p:nvSpPr>
        <p:spPr>
          <a:xfrm>
            <a:off x="5152712" y="4558241"/>
            <a:ext cx="6469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HTML 출력과 동일하게 파일 </a:t>
            </a:r>
            <a:r>
              <a:rPr lang="ko-KR" altLang="ko-KR" b="1" dirty="0" err="1"/>
              <a:t>스코프</a:t>
            </a:r>
            <a:r>
              <a:rPr lang="ko-KR" altLang="ko-KR" b="1" dirty="0"/>
              <a:t>(범위) 내에 </a:t>
            </a:r>
            <a:br>
              <a:rPr lang="en-US" altLang="ko-KR" b="1" dirty="0"/>
            </a:br>
            <a:r>
              <a:rPr lang="ko-KR" altLang="ko-KR" b="1" dirty="0"/>
              <a:t>네임스페이스 멤버도 함께 포함시킵니다.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81251566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701344-7954-EFBF-9ECC-FC6B4F5D7504}"/>
              </a:ext>
            </a:extLst>
          </p:cNvPr>
          <p:cNvSpPr txBox="1"/>
          <p:nvPr/>
        </p:nvSpPr>
        <p:spPr>
          <a:xfrm>
            <a:off x="890337" y="1588168"/>
            <a:ext cx="9962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</a:t>
            </a:r>
            <a:r>
              <a:rPr lang="en-US" altLang="ko-KR" sz="9600" dirty="0" err="1"/>
              <a:t>DocBook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402202284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3B4D74EA-60A7-13C2-E071-9E777F9E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Docbook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CDC128-8057-F0EA-C97E-FC8DF4802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9438"/>
            <a:ext cx="12192000" cy="20216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675824-5AD9-C2DD-5D0F-7D928CEC856B}"/>
              </a:ext>
            </a:extLst>
          </p:cNvPr>
          <p:cNvSpPr txBox="1"/>
          <p:nvPr/>
        </p:nvSpPr>
        <p:spPr>
          <a:xfrm>
            <a:off x="4038399" y="2344275"/>
            <a:ext cx="7442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PDF 생성에 사용할 수 있는 </a:t>
            </a:r>
            <a:r>
              <a:rPr lang="ko-KR" altLang="ko-KR" b="1" dirty="0" err="1"/>
              <a:t>Docbook</a:t>
            </a:r>
            <a:r>
              <a:rPr lang="ko-KR" altLang="ko-KR" b="1" dirty="0"/>
              <a:t> 파일을 생성합니다.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66154-F51E-4C66-604E-BE94FC6A3078}"/>
              </a:ext>
            </a:extLst>
          </p:cNvPr>
          <p:cNvSpPr txBox="1"/>
          <p:nvPr/>
        </p:nvSpPr>
        <p:spPr>
          <a:xfrm>
            <a:off x="4992904" y="3120281"/>
            <a:ext cx="6285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Docbook</a:t>
            </a:r>
            <a:r>
              <a:rPr lang="ko-KR" altLang="ko-KR" b="1" dirty="0"/>
              <a:t> 페이지가 저장될 위치를 지정하는 데 사용됩니다.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46001957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60DF97-8762-0751-871B-E919F9CDCD30}"/>
              </a:ext>
            </a:extLst>
          </p:cNvPr>
          <p:cNvSpPr txBox="1"/>
          <p:nvPr/>
        </p:nvSpPr>
        <p:spPr>
          <a:xfrm>
            <a:off x="890337" y="1588168"/>
            <a:ext cx="9962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</a:t>
            </a:r>
            <a:r>
              <a:rPr lang="en-US" altLang="ko-KR" sz="9600" dirty="0" err="1"/>
              <a:t>Autogen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3319454592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8425979-D946-B608-0118-C5987AC6B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AutoGen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83645D-6456-12EC-52AF-1962D69FF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09825"/>
            <a:ext cx="12192000" cy="1134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B103CF-76F8-5792-3CCE-E27206395B78}"/>
              </a:ext>
            </a:extLst>
          </p:cNvPr>
          <p:cNvSpPr txBox="1"/>
          <p:nvPr/>
        </p:nvSpPr>
        <p:spPr>
          <a:xfrm>
            <a:off x="4815685" y="2390274"/>
            <a:ext cx="76246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모든 문서화를 포함하여 코드의 구조를 담은 </a:t>
            </a:r>
            <a:br>
              <a:rPr lang="en-US" altLang="ko-KR" b="1" dirty="0"/>
            </a:br>
            <a:r>
              <a:rPr lang="ko-KR" altLang="ko-KR" b="1" dirty="0" err="1"/>
              <a:t>AutoGen</a:t>
            </a:r>
            <a:r>
              <a:rPr lang="ko-KR" altLang="ko-KR" b="1" dirty="0"/>
              <a:t> </a:t>
            </a:r>
            <a:r>
              <a:rPr lang="ko-KR" altLang="ko-KR" b="1" dirty="0" err="1"/>
              <a:t>Definitions</a:t>
            </a:r>
            <a:r>
              <a:rPr lang="ko-KR" altLang="ko-KR" b="1" dirty="0"/>
              <a:t>(</a:t>
            </a:r>
            <a:r>
              <a:rPr lang="ko-KR" altLang="ko-KR" b="1" dirty="0">
                <a:hlinkClick r:id="rId3"/>
              </a:rPr>
              <a:t>https://autogen.sourceforge.net/</a:t>
            </a:r>
            <a:r>
              <a:rPr lang="ko-KR" altLang="ko-KR" b="1" dirty="0"/>
              <a:t> 참조) 파일을 </a:t>
            </a:r>
            <a:br>
              <a:rPr lang="en-US" altLang="ko-KR" b="1" dirty="0"/>
            </a:br>
            <a:r>
              <a:rPr lang="ko-KR" altLang="ko-KR" b="1" dirty="0"/>
              <a:t>생성합니다. 현재 이 기능은 아직 실험적이며 미완성 상태라는 점에 </a:t>
            </a:r>
            <a:br>
              <a:rPr lang="en-US" altLang="ko-KR" b="1" dirty="0"/>
            </a:br>
            <a:r>
              <a:rPr lang="ko-KR" altLang="ko-KR" b="1" dirty="0"/>
              <a:t>유의하시기 바랍니다.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28131657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87307C-A89B-8EEC-EEE8-E4EF5E8CAB30}"/>
              </a:ext>
            </a:extLst>
          </p:cNvPr>
          <p:cNvSpPr txBox="1"/>
          <p:nvPr/>
        </p:nvSpPr>
        <p:spPr>
          <a:xfrm>
            <a:off x="890337" y="1588168"/>
            <a:ext cx="9962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Sqlite3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797761338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8D022-D1E5-1348-1DA4-24821477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Sqlite3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CEF703-04A0-2EFA-75BA-55B3BCA07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1954491"/>
            <a:ext cx="12204446" cy="2407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BAE11-A44B-E708-AC5A-0482E502A16F}"/>
              </a:ext>
            </a:extLst>
          </p:cNvPr>
          <p:cNvSpPr txBox="1"/>
          <p:nvPr/>
        </p:nvSpPr>
        <p:spPr>
          <a:xfrm>
            <a:off x="4061706" y="2132360"/>
            <a:ext cx="72185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찾은 심볼(</a:t>
            </a:r>
            <a:r>
              <a:rPr lang="ko-KR" altLang="ko-KR" b="1" dirty="0" err="1"/>
              <a:t>symbol</a:t>
            </a:r>
            <a:r>
              <a:rPr lang="ko-KR" altLang="ko-KR" b="1" dirty="0"/>
              <a:t>)들이 테이블 형태로 저장된 SQLite3 </a:t>
            </a:r>
            <a:br>
              <a:rPr lang="en-US" altLang="ko-KR" b="1" dirty="0"/>
            </a:br>
            <a:r>
              <a:rPr lang="ko-KR" altLang="ko-KR" b="1" dirty="0"/>
              <a:t>데이터베이스를 생성합니다.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E65A6-B5A0-0BAB-4FB3-AEE7EE50AC96}"/>
              </a:ext>
            </a:extLst>
          </p:cNvPr>
          <p:cNvSpPr txBox="1"/>
          <p:nvPr/>
        </p:nvSpPr>
        <p:spPr>
          <a:xfrm>
            <a:off x="4859005" y="2956560"/>
            <a:ext cx="6915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SQLite3 데이터베이스가 저장될 위치를 지정하는 데 사용됩니다. 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9F1CD3-B5A9-D72A-870A-84415BA22ED4}"/>
              </a:ext>
            </a:extLst>
          </p:cNvPr>
          <p:cNvSpPr txBox="1"/>
          <p:nvPr/>
        </p:nvSpPr>
        <p:spPr>
          <a:xfrm>
            <a:off x="4213285" y="3709146"/>
            <a:ext cx="7993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실행될 때마다 기존 doxygen_sqlite3.db 데이터베이스 파일을 </a:t>
            </a:r>
            <a:br>
              <a:rPr lang="en-US" altLang="ko-KR" b="1" dirty="0"/>
            </a:br>
            <a:r>
              <a:rPr lang="ko-KR" altLang="ko-KR" b="1" dirty="0" err="1"/>
              <a:t>재생성합니다</a:t>
            </a:r>
            <a:r>
              <a:rPr lang="ko-KR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82029430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B82D2C-AC3C-C77C-9D33-F3DE80A1EB4C}"/>
              </a:ext>
            </a:extLst>
          </p:cNvPr>
          <p:cNvSpPr txBox="1"/>
          <p:nvPr/>
        </p:nvSpPr>
        <p:spPr>
          <a:xfrm>
            <a:off x="890337" y="1588168"/>
            <a:ext cx="9962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600" dirty="0"/>
              <a:t>Expert </a:t>
            </a:r>
            <a:r>
              <a:rPr lang="en-US" altLang="ko-KR" sz="9600" dirty="0" err="1"/>
              <a:t>Perlmode</a:t>
            </a:r>
            <a:endParaRPr lang="ko-KR" altLang="en-US" sz="9600" dirty="0"/>
          </a:p>
        </p:txBody>
      </p:sp>
    </p:spTree>
    <p:extLst>
      <p:ext uri="{BB962C8B-B14F-4D97-AF65-F5344CB8AC3E}">
        <p14:creationId xmlns:p14="http://schemas.microsoft.com/office/powerpoint/2010/main" val="725883413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8DB79A-CA82-F1F5-80D8-731979ABB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PerlMod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2D757-A121-943A-27A2-A2B63174A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6836"/>
            <a:ext cx="12192001" cy="2944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015170-961A-6F80-EF77-9DF028285690}"/>
              </a:ext>
            </a:extLst>
          </p:cNvPr>
          <p:cNvSpPr txBox="1"/>
          <p:nvPr/>
        </p:nvSpPr>
        <p:spPr>
          <a:xfrm>
            <a:off x="4850849" y="2143782"/>
            <a:ext cx="7152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모든 문서화를 포함하여 코드의 구조를 담은 </a:t>
            </a:r>
            <a:r>
              <a:rPr lang="ko-KR" altLang="ko-KR" b="1" dirty="0" err="1"/>
              <a:t>Perl</a:t>
            </a:r>
            <a:r>
              <a:rPr lang="ko-KR" altLang="ko-KR" b="1" dirty="0"/>
              <a:t> 모듈 </a:t>
            </a:r>
            <a:br>
              <a:rPr lang="en-US" altLang="ko-KR" b="1" dirty="0"/>
            </a:br>
            <a:r>
              <a:rPr lang="ko-KR" altLang="ko-KR" b="1" dirty="0"/>
              <a:t>파일을 생성합니다.</a:t>
            </a:r>
            <a:endParaRPr lang="ko-KR" alt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3D1D3-FBE0-4C49-445B-79DB7B9821E5}"/>
              </a:ext>
            </a:extLst>
          </p:cNvPr>
          <p:cNvSpPr txBox="1"/>
          <p:nvPr/>
        </p:nvSpPr>
        <p:spPr>
          <a:xfrm>
            <a:off x="4850849" y="2669648"/>
            <a:ext cx="7458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Doxygen이</a:t>
            </a:r>
            <a:r>
              <a:rPr lang="ko-KR" altLang="ko-KR" b="1" dirty="0"/>
              <a:t> </a:t>
            </a:r>
            <a:r>
              <a:rPr lang="ko-KR" altLang="ko-KR" b="1" dirty="0" err="1"/>
              <a:t>Perl</a:t>
            </a:r>
            <a:r>
              <a:rPr lang="ko-KR" altLang="ko-KR" b="1" dirty="0"/>
              <a:t> 모듈 출력에서 PDF 및 DVI 출력을 생성할 수 있도록 </a:t>
            </a:r>
            <a:br>
              <a:rPr lang="en-US" altLang="ko-KR" b="1" dirty="0"/>
            </a:br>
            <a:r>
              <a:rPr lang="ko-KR" altLang="ko-KR" b="1" dirty="0"/>
              <a:t>필요한 </a:t>
            </a:r>
            <a:r>
              <a:rPr lang="ko-KR" altLang="ko-KR" b="1" dirty="0" err="1"/>
              <a:t>Makefile</a:t>
            </a:r>
            <a:r>
              <a:rPr lang="ko-KR" altLang="ko-KR" b="1" dirty="0"/>
              <a:t> 규칙, </a:t>
            </a:r>
            <a:r>
              <a:rPr lang="ko-KR" altLang="ko-KR" b="1" dirty="0" err="1"/>
              <a:t>Perl</a:t>
            </a:r>
            <a:r>
              <a:rPr lang="ko-KR" altLang="ko-KR" b="1" dirty="0"/>
              <a:t> 스크립트 및 코드를 생성합니다.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53773-6BD1-0094-321B-141F385936E9}"/>
              </a:ext>
            </a:extLst>
          </p:cNvPr>
          <p:cNvSpPr txBox="1"/>
          <p:nvPr/>
        </p:nvSpPr>
        <p:spPr>
          <a:xfrm>
            <a:off x="4850849" y="3246352"/>
            <a:ext cx="7275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 err="1"/>
              <a:t>Perl</a:t>
            </a:r>
            <a:r>
              <a:rPr lang="ko-KR" altLang="ko-KR" b="1" dirty="0"/>
              <a:t> 모듈 출력이 사람이 읽고 파악하기 쉽도록 깔끔하게 정렬됩니다.</a:t>
            </a:r>
            <a:br>
              <a:rPr lang="en-US" altLang="ko-KR" b="1" dirty="0"/>
            </a:br>
            <a:r>
              <a:rPr lang="ko-KR" altLang="ko-KR" b="1" dirty="0"/>
              <a:t>이는 내부 동작 구조를 이해하고자 할 때 유용합니다.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A5D82C-C314-5F70-A2F1-2BB782A6F437}"/>
              </a:ext>
            </a:extLst>
          </p:cNvPr>
          <p:cNvSpPr txBox="1"/>
          <p:nvPr/>
        </p:nvSpPr>
        <p:spPr>
          <a:xfrm>
            <a:off x="4454737" y="3937126"/>
            <a:ext cx="8253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b="1" dirty="0"/>
              <a:t>생성된 </a:t>
            </a:r>
            <a:r>
              <a:rPr lang="ko-KR" altLang="ko-KR" b="1" dirty="0" err="1"/>
              <a:t>doxyrules.make</a:t>
            </a:r>
            <a:r>
              <a:rPr lang="ko-KR" altLang="ko-KR" b="1" dirty="0"/>
              <a:t> 파일 내 </a:t>
            </a:r>
            <a:r>
              <a:rPr lang="ko-KR" altLang="ko-KR" b="1" dirty="0" err="1"/>
              <a:t>make</a:t>
            </a:r>
            <a:r>
              <a:rPr lang="ko-KR" altLang="ko-KR" b="1" dirty="0"/>
              <a:t> 변수들의 이름 앞에 </a:t>
            </a:r>
            <a:br>
              <a:rPr lang="en-US" altLang="ko-KR" b="1" dirty="0"/>
            </a:br>
            <a:r>
              <a:rPr lang="ko-KR" altLang="ko-KR" b="1" dirty="0" err="1"/>
              <a:t>PERLMOD_MAKEVAR_PREFIX에</a:t>
            </a:r>
            <a:r>
              <a:rPr lang="ko-KR" altLang="ko-KR" b="1" dirty="0"/>
              <a:t> 지정한 문자열이 접두사(</a:t>
            </a:r>
            <a:r>
              <a:rPr lang="ko-KR" altLang="ko-KR" b="1" dirty="0" err="1"/>
              <a:t>prefix</a:t>
            </a:r>
            <a:r>
              <a:rPr lang="ko-KR" altLang="ko-KR" b="1" dirty="0"/>
              <a:t>)로 붙습니다.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12770046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0EC6A9C-3478-B808-1AF9-DD7511617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9779" y="2398880"/>
            <a:ext cx="9144000" cy="1655762"/>
          </a:xfrm>
        </p:spPr>
        <p:txBody>
          <a:bodyPr>
            <a:normAutofit fontScale="92500"/>
          </a:bodyPr>
          <a:lstStyle/>
          <a:p>
            <a:r>
              <a:rPr lang="en-US" altLang="ko-KR" sz="7200" dirty="0"/>
              <a:t>Expert – Preprocessor</a:t>
            </a:r>
          </a:p>
        </p:txBody>
      </p:sp>
    </p:spTree>
    <p:extLst>
      <p:ext uri="{BB962C8B-B14F-4D97-AF65-F5344CB8AC3E}">
        <p14:creationId xmlns:p14="http://schemas.microsoft.com/office/powerpoint/2010/main" val="163087308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31D99-6CDA-0703-8C61-88C824501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Preprocessor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00A6F-DFC4-77B3-2682-2B66D0C90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Doxygen</a:t>
            </a:r>
            <a:r>
              <a:rPr lang="ko-KR" altLang="en-US" dirty="0"/>
              <a:t>이 소스 코드를 문서화하기 전에 전처리기 요소</a:t>
            </a:r>
            <a:r>
              <a:rPr lang="en-US" altLang="ko-KR" dirty="0"/>
              <a:t>(#define, #if, #include…)</a:t>
            </a:r>
            <a:r>
              <a:rPr lang="ko-KR" altLang="en-US" dirty="0"/>
              <a:t>를 어떻게 처리할지 설정한다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Doxygen</a:t>
            </a:r>
            <a:r>
              <a:rPr lang="ko-KR" altLang="en-US" dirty="0"/>
              <a:t>은 기본적으로 조건부 컴파일은 처리하지만 매크로를 실제 값으로 확장하지는 않는다</a:t>
            </a:r>
            <a:r>
              <a:rPr lang="en-US" altLang="ko-KR" dirty="0"/>
              <a:t>. </a:t>
            </a:r>
            <a:r>
              <a:rPr lang="ko-KR" altLang="en-US" dirty="0"/>
              <a:t>필요 시에 </a:t>
            </a:r>
            <a:r>
              <a:rPr lang="en-US" altLang="ko-KR" dirty="0"/>
              <a:t>Preprocessor</a:t>
            </a:r>
            <a:r>
              <a:rPr lang="ko-KR" altLang="en-US" dirty="0"/>
              <a:t>의 설정으로 </a:t>
            </a:r>
            <a:r>
              <a:rPr lang="ko-KR" altLang="en-US" dirty="0" err="1"/>
              <a:t>전처리</a:t>
            </a:r>
            <a:r>
              <a:rPr lang="ko-KR" altLang="en-US" dirty="0"/>
              <a:t> 수준을 조절한다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9774442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D38B1-C549-2111-365D-806C240E0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9928B4-8013-3AB7-C075-192ECBE2F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A Doxygen configuration interface with tabs for various settings such as working directory, project options, and file pattern filters.&#10;&#10;AI 생성 콘텐츠는 정확하지 않을 수 있습니다.">
            <a:extLst>
              <a:ext uri="{FF2B5EF4-FFF2-40B4-BE49-F238E27FC236}">
                <a16:creationId xmlns:a16="http://schemas.microsoft.com/office/drawing/2014/main" id="{EC38A8E8-B73B-6D43-B914-A148018C1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11" t="11226"/>
          <a:stretch>
            <a:fillRect/>
          </a:stretch>
        </p:blipFill>
        <p:spPr>
          <a:xfrm>
            <a:off x="-92868" y="-330741"/>
            <a:ext cx="12284868" cy="78607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E62947-005D-7B1A-6BB1-4ACC5CE55E65}"/>
              </a:ext>
            </a:extLst>
          </p:cNvPr>
          <p:cNvSpPr txBox="1"/>
          <p:nvPr/>
        </p:nvSpPr>
        <p:spPr>
          <a:xfrm>
            <a:off x="2023162" y="321730"/>
            <a:ext cx="6629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전처리</a:t>
            </a:r>
            <a:r>
              <a:rPr lang="ko-KR" altLang="en-US" sz="1100" dirty="0"/>
              <a:t> 기능 사용 여부 → </a:t>
            </a:r>
            <a:r>
              <a:rPr lang="en-US" altLang="ko-KR" sz="1100" dirty="0" err="1"/>
              <a:t>Doxygen</a:t>
            </a:r>
            <a:r>
              <a:rPr lang="ko-KR" altLang="en-US" sz="1100" dirty="0"/>
              <a:t>이 소스와 </a:t>
            </a:r>
            <a:r>
              <a:rPr lang="en-US" altLang="ko-KR" sz="1100" dirty="0"/>
              <a:t>include </a:t>
            </a:r>
            <a:r>
              <a:rPr lang="ko-KR" altLang="en-US" sz="1100" dirty="0"/>
              <a:t>파일에 있는 전처리기 지시문을 평가함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FCD68-01F9-651F-A192-FA8D16699CDE}"/>
              </a:ext>
            </a:extLst>
          </p:cNvPr>
          <p:cNvSpPr txBox="1"/>
          <p:nvPr/>
        </p:nvSpPr>
        <p:spPr>
          <a:xfrm>
            <a:off x="2024633" y="539287"/>
            <a:ext cx="73678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매크로를 실제 정의 내용으로 확장 여부 → 모든 매크로 이름을 확장</a:t>
            </a:r>
            <a:r>
              <a:rPr lang="en-US" altLang="ko-KR" sz="1100" dirty="0"/>
              <a:t>. </a:t>
            </a:r>
            <a:r>
              <a:rPr lang="ko-KR" altLang="en-US" sz="1100" dirty="0"/>
              <a:t>해제 시 조건부 컴파일만 수행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AC729-0B56-C63D-F9B2-69F821BD7BA4}"/>
              </a:ext>
            </a:extLst>
          </p:cNvPr>
          <p:cNvSpPr txBox="1"/>
          <p:nvPr/>
        </p:nvSpPr>
        <p:spPr>
          <a:xfrm>
            <a:off x="2020918" y="713990"/>
            <a:ext cx="8401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매크로를 전부 확장하지 않고 내가 지정한 매크로만 확장 여부 → </a:t>
            </a:r>
            <a:r>
              <a:rPr lang="en-US" altLang="ko-KR" sz="1100" dirty="0"/>
              <a:t>ENABLE_PREPORCESSING</a:t>
            </a:r>
            <a:r>
              <a:rPr lang="ko-KR" altLang="en-US" sz="1100" dirty="0"/>
              <a:t>이  </a:t>
            </a:r>
            <a:r>
              <a:rPr lang="en-US" altLang="ko-KR" sz="1100" dirty="0"/>
              <a:t>yes</a:t>
            </a:r>
            <a:r>
              <a:rPr lang="ko-KR" altLang="en-US" sz="1100" dirty="0"/>
              <a:t>인 </a:t>
            </a:r>
            <a:r>
              <a:rPr lang="ko-KR" altLang="en-US" sz="1100" dirty="0" err="1"/>
              <a:t>상태여아</a:t>
            </a:r>
            <a:r>
              <a:rPr lang="ko-KR" altLang="en-US" sz="1100" dirty="0"/>
              <a:t> 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FFEC0-6CFD-8336-917C-27AD975BE8D3}"/>
              </a:ext>
            </a:extLst>
          </p:cNvPr>
          <p:cNvSpPr txBox="1"/>
          <p:nvPr/>
        </p:nvSpPr>
        <p:spPr>
          <a:xfrm>
            <a:off x="2006052" y="899846"/>
            <a:ext cx="10163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#include</a:t>
            </a:r>
            <a:r>
              <a:rPr lang="ko-KR" altLang="en-US" sz="1100" dirty="0"/>
              <a:t>된 파일 찾기 여부 → </a:t>
            </a:r>
            <a:r>
              <a:rPr lang="en-US" altLang="ko-KR" sz="1100" dirty="0"/>
              <a:t>#include</a:t>
            </a:r>
            <a:r>
              <a:rPr lang="ko-KR" altLang="en-US" sz="1100" dirty="0"/>
              <a:t>가 발견됐을 때 </a:t>
            </a:r>
            <a:r>
              <a:rPr lang="en-US" altLang="ko-KR" sz="1100" dirty="0"/>
              <a:t>INCLUDE_PATH</a:t>
            </a:r>
            <a:r>
              <a:rPr lang="ko-KR" altLang="en-US" sz="1100" dirty="0"/>
              <a:t>의 경로에서 해당 </a:t>
            </a:r>
            <a:r>
              <a:rPr lang="en-US" altLang="ko-KR" sz="1100" dirty="0"/>
              <a:t>include </a:t>
            </a:r>
            <a:r>
              <a:rPr lang="ko-KR" altLang="en-US" sz="1100" dirty="0"/>
              <a:t>파일을 검색</a:t>
            </a:r>
            <a:r>
              <a:rPr lang="en-US" altLang="ko-KR" sz="1100" dirty="0"/>
              <a:t>. ENABLE_PROCESSING</a:t>
            </a:r>
            <a:r>
              <a:rPr lang="ko-KR" altLang="en-US" sz="1100" dirty="0"/>
              <a:t>이  </a:t>
            </a:r>
            <a:r>
              <a:rPr lang="en-US" altLang="ko-KR" sz="1100" dirty="0"/>
              <a:t>yes</a:t>
            </a:r>
            <a:r>
              <a:rPr lang="ko-KR" altLang="en-US" sz="1100" dirty="0"/>
              <a:t>인 상태여야 함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4E8A92-CF61-325B-60C4-B80670E6D47A}"/>
              </a:ext>
            </a:extLst>
          </p:cNvPr>
          <p:cNvSpPr txBox="1"/>
          <p:nvPr/>
        </p:nvSpPr>
        <p:spPr>
          <a:xfrm>
            <a:off x="1816477" y="1156316"/>
            <a:ext cx="8401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Include</a:t>
            </a:r>
            <a:r>
              <a:rPr lang="ko-KR" altLang="en-US" sz="1100" dirty="0"/>
              <a:t> 파일을 찾을 디렉터리를 지정한다</a:t>
            </a:r>
            <a:r>
              <a:rPr lang="en-US" altLang="ko-KR" sz="1100" dirty="0"/>
              <a:t>. SEARCH_INCLUDES</a:t>
            </a:r>
            <a:r>
              <a:rPr lang="ko-KR" altLang="en-US" sz="1100" dirty="0"/>
              <a:t>가 </a:t>
            </a:r>
            <a:r>
              <a:rPr lang="en-US" altLang="ko-KR" sz="1100" dirty="0"/>
              <a:t>yes</a:t>
            </a:r>
            <a:r>
              <a:rPr lang="ko-KR" altLang="en-US" sz="1100" dirty="0"/>
              <a:t>인 상태여야 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006C66-519D-E01C-B913-4A7F943DD61D}"/>
              </a:ext>
            </a:extLst>
          </p:cNvPr>
          <p:cNvSpPr txBox="1"/>
          <p:nvPr/>
        </p:nvSpPr>
        <p:spPr>
          <a:xfrm>
            <a:off x="1816486" y="2539074"/>
            <a:ext cx="84018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Include</a:t>
            </a:r>
            <a:r>
              <a:rPr lang="ko-KR" altLang="en-US" sz="1100" dirty="0"/>
              <a:t> 디렉터리에서 어떤 헤더 파일을 처리할지 필터링</a:t>
            </a:r>
            <a:r>
              <a:rPr lang="en-US" altLang="ko-KR" sz="1100" dirty="0"/>
              <a:t>.(</a:t>
            </a:r>
            <a:r>
              <a:rPr lang="ko-KR" altLang="en-US" sz="1100" dirty="0"/>
              <a:t>확장자와 같은 파일의 패턴을 작성하면 그 파일을 대상으로 처리한다</a:t>
            </a:r>
            <a:r>
              <a:rPr lang="en-US" altLang="ko-KR" sz="1100" dirty="0"/>
              <a:t>.)</a:t>
            </a:r>
          </a:p>
          <a:p>
            <a:r>
              <a:rPr lang="en-US" altLang="ko-KR" sz="1100" dirty="0"/>
              <a:t>ENABLE_PROCESSING</a:t>
            </a:r>
            <a:r>
              <a:rPr lang="ko-KR" altLang="en-US" sz="1100" dirty="0"/>
              <a:t>이 </a:t>
            </a:r>
            <a:r>
              <a:rPr lang="en-US" altLang="ko-KR" sz="1100" dirty="0"/>
              <a:t>yes</a:t>
            </a:r>
            <a:r>
              <a:rPr lang="ko-KR" altLang="en-US" sz="1100" dirty="0"/>
              <a:t>인 상태여야 함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7FDDB8-AC41-54F0-F45A-070C75DF4541}"/>
              </a:ext>
            </a:extLst>
          </p:cNvPr>
          <p:cNvSpPr txBox="1"/>
          <p:nvPr/>
        </p:nvSpPr>
        <p:spPr>
          <a:xfrm>
            <a:off x="1812772" y="3918105"/>
            <a:ext cx="8401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Doxygen</a:t>
            </a:r>
            <a:r>
              <a:rPr lang="ko-KR" altLang="en-US" sz="1100" dirty="0"/>
              <a:t>의 전처리기가 시작되기 전에 미리 정의해둘 매크로 지정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149C9F-097F-18F5-F39B-B6458991603A}"/>
              </a:ext>
            </a:extLst>
          </p:cNvPr>
          <p:cNvSpPr txBox="1"/>
          <p:nvPr/>
        </p:nvSpPr>
        <p:spPr>
          <a:xfrm>
            <a:off x="1820209" y="5285988"/>
            <a:ext cx="84018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소스 코드에 실제로 정의되어 있는 매크로 중에서 확장할 매크로를 지정 </a:t>
            </a:r>
            <a:r>
              <a:rPr lang="en-US" altLang="ko-KR" sz="1100" dirty="0"/>
              <a:t>MACRO_EXPANSION</a:t>
            </a:r>
            <a:r>
              <a:rPr lang="ko-KR" altLang="en-US" sz="1100" dirty="0"/>
              <a:t>과 </a:t>
            </a:r>
            <a:r>
              <a:rPr lang="en-US" altLang="ko-KR" sz="1100" dirty="0"/>
              <a:t>EXPAND_ONLY_PREDEF </a:t>
            </a:r>
            <a:r>
              <a:rPr lang="ko-KR" altLang="en-US" sz="1100" dirty="0"/>
              <a:t>가 동시에 </a:t>
            </a:r>
            <a:r>
              <a:rPr lang="en-US" altLang="ko-KR" sz="1100" dirty="0"/>
              <a:t>yes</a:t>
            </a:r>
            <a:r>
              <a:rPr lang="ko-KR" altLang="en-US" sz="1100" dirty="0"/>
              <a:t>일 때 사용 가능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A070A9-556D-5B3E-DB19-0C3324E55EFD}"/>
              </a:ext>
            </a:extLst>
          </p:cNvPr>
          <p:cNvSpPr txBox="1"/>
          <p:nvPr/>
        </p:nvSpPr>
        <p:spPr>
          <a:xfrm>
            <a:off x="2028364" y="6586961"/>
            <a:ext cx="8401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특정 형태의 함수형 매크로를 </a:t>
            </a:r>
            <a:r>
              <a:rPr lang="en-US" altLang="ko-KR" sz="1100" dirty="0" err="1"/>
              <a:t>Doxygen</a:t>
            </a:r>
            <a:r>
              <a:rPr lang="ko-KR" altLang="en-US" sz="1100" dirty="0"/>
              <a:t>의 </a:t>
            </a:r>
            <a:r>
              <a:rPr lang="ko-KR" altLang="en-US" sz="1100" dirty="0" err="1"/>
              <a:t>전처리</a:t>
            </a:r>
            <a:r>
              <a:rPr lang="ko-KR" altLang="en-US" sz="1100" dirty="0"/>
              <a:t> 과정에서 제거 여부</a:t>
            </a:r>
          </a:p>
        </p:txBody>
      </p:sp>
    </p:spTree>
    <p:extLst>
      <p:ext uri="{BB962C8B-B14F-4D97-AF65-F5344CB8AC3E}">
        <p14:creationId xmlns:p14="http://schemas.microsoft.com/office/powerpoint/2010/main" val="2127737529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>
            <a:extLst>
              <a:ext uri="{FF2B5EF4-FFF2-40B4-BE49-F238E27FC236}">
                <a16:creationId xmlns:a16="http://schemas.microsoft.com/office/drawing/2014/main" id="{F4927141-1873-66CC-6B23-806E03170DAC}"/>
              </a:ext>
            </a:extLst>
          </p:cNvPr>
          <p:cNvSpPr txBox="1">
            <a:spLocks/>
          </p:cNvSpPr>
          <p:nvPr/>
        </p:nvSpPr>
        <p:spPr>
          <a:xfrm>
            <a:off x="1439779" y="239888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7200" dirty="0"/>
              <a:t>Expert  Terminal</a:t>
            </a:r>
          </a:p>
        </p:txBody>
      </p:sp>
    </p:spTree>
    <p:extLst>
      <p:ext uri="{BB962C8B-B14F-4D97-AF65-F5344CB8AC3E}">
        <p14:creationId xmlns:p14="http://schemas.microsoft.com/office/powerpoint/2010/main" val="3736302818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850" y="-355600"/>
            <a:ext cx="13963650" cy="73088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800"/>
            <a:ext cx="8458200" cy="645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-2520950" y="177800"/>
            <a:ext cx="7366000" cy="463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29">
                <a:solidFill>
                  <a:srgbClr val="58CCFF"/>
                </a:solidFill>
                <a:latin typeface="Pretendard Regular"/>
                <a:ea typeface="Pretendard Regular"/>
                <a:cs typeface="Pretendard Regular"/>
              </a:rPr>
              <a:t>EXTERNAL =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20899" y="241300"/>
            <a:ext cx="6866689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다른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프로젝트에서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만든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Doxygen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문서와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연결할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때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쓰는</a:t>
            </a:r>
            <a:r>
              <a:rPr lang="en-US" sz="1929" dirty="0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929" dirty="0" err="1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기능</a:t>
            </a:r>
            <a:endParaRPr lang="en-US" sz="1929" dirty="0">
              <a:solidFill>
                <a:srgbClr val="FFCD4A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300" y="622300"/>
            <a:ext cx="1784350" cy="5905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18350" y="1714500"/>
            <a:ext cx="5988050" cy="285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29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다른 Doxygen 프로젝트의 .tag 파일 지정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626600" y="1028700"/>
            <a:ext cx="800100" cy="59055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300" y="4864100"/>
            <a:ext cx="946150" cy="59055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613650" y="5035550"/>
            <a:ext cx="6000750" cy="336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95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내 프로젝트의 .tag 파일 생성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9050" y="6165850"/>
            <a:ext cx="2393950" cy="5905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100" y="5397500"/>
            <a:ext cx="2393950" cy="5905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100" y="5803900"/>
            <a:ext cx="2393950" cy="59055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467100" y="5549900"/>
            <a:ext cx="6000750" cy="336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95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외부 프로젝트의 모든 항목 표시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54400" y="5994400"/>
            <a:ext cx="6000750" cy="336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95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외부 프로젝트의 그룹 정보 표시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30600" y="6362700"/>
            <a:ext cx="6000750" cy="3365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795">
                <a:solidFill>
                  <a:srgbClr val="FFCD4A"/>
                </a:solidFill>
                <a:latin typeface="Pretendard Regular"/>
                <a:ea typeface="Pretendard Regular"/>
                <a:cs typeface="Pretendard Regular"/>
              </a:rPr>
              <a:t>외부 프로젝트의 페이지 정보 표시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8C066-0154-2148-8CDE-0D459A58E42D}"/>
              </a:ext>
            </a:extLst>
          </p:cNvPr>
          <p:cNvSpPr txBox="1"/>
          <p:nvPr/>
        </p:nvSpPr>
        <p:spPr>
          <a:xfrm>
            <a:off x="1872916" y="2213811"/>
            <a:ext cx="844616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0" dirty="0"/>
              <a:t>Expert Dot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1339388831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2C90-9502-332D-18AC-F9AE3209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1EB25-DD71-4E8A-5715-B9288A73A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5562B5-C909-5EC3-9CC6-CDC2804D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4029075" cy="4767263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Expart</a:t>
            </a:r>
            <a:r>
              <a:rPr lang="en-US" altLang="ko-KR" sz="2400" dirty="0"/>
              <a:t> </a:t>
            </a:r>
            <a:r>
              <a:rPr lang="ko-KR" altLang="en-US" sz="2400" dirty="0"/>
              <a:t>설정을 통해 세부 설정 가능</a:t>
            </a:r>
            <a:endParaRPr lang="en-US" altLang="ko-KR" sz="2400" dirty="0"/>
          </a:p>
          <a:p>
            <a:r>
              <a:rPr lang="en-US" altLang="ko-KR" sz="2400" dirty="0"/>
              <a:t>Dot</a:t>
            </a:r>
            <a:r>
              <a:rPr lang="ko-KR" altLang="en-US" sz="2400" dirty="0"/>
              <a:t>에서 다이어그램 관련 설정 가능</a:t>
            </a:r>
            <a:endParaRPr lang="en-US" altLang="ko-KR" sz="2400" dirty="0"/>
          </a:p>
          <a:p>
            <a:r>
              <a:rPr lang="en-US" altLang="ko-KR" sz="2400" dirty="0"/>
              <a:t>Dot</a:t>
            </a:r>
            <a:r>
              <a:rPr lang="ko-KR" altLang="en-US" sz="2400" dirty="0"/>
              <a:t>에는 총 </a:t>
            </a:r>
            <a:r>
              <a:rPr lang="en-US" altLang="ko-KR" sz="2400" dirty="0"/>
              <a:t>45</a:t>
            </a:r>
            <a:r>
              <a:rPr lang="ko-KR" altLang="en-US" sz="2400" dirty="0"/>
              <a:t>개의 세부 설정이 있음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88D9F3-A1B4-6A0D-D71D-AD3FA0CC3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459" y="125443"/>
            <a:ext cx="7407282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23435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8B36F-FC9A-534C-90A8-4BFF66A1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8A499-51AF-73DA-2EAB-58C44571F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F8736-2971-9FCF-EAE0-555C175F3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Autofit/>
          </a:bodyPr>
          <a:lstStyle/>
          <a:p>
            <a:r>
              <a:rPr lang="ko-KR" altLang="ko-KR" sz="2000" dirty="0"/>
              <a:t>HIDE_UNDOC_RELATIONS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상속 및 사용 관계의 대상이 문서화되지 않았거나 클래스가 아닌 경우 해당 관계를 숨</a:t>
            </a:r>
            <a:r>
              <a:rPr lang="ko-KR" altLang="en-US" sz="2000" dirty="0"/>
              <a:t>긴</a:t>
            </a:r>
            <a:r>
              <a:rPr lang="ko-KR" altLang="ko-KR" sz="2000" dirty="0"/>
              <a:t>다.</a:t>
            </a:r>
            <a:r>
              <a:rPr lang="en-US" altLang="ko-KR" sz="2000" dirty="0"/>
              <a:t> </a:t>
            </a:r>
          </a:p>
          <a:p>
            <a:endParaRPr lang="en-US" altLang="ko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E1A6F3-D86B-DC90-7ABC-025103247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5804"/>
            <a:ext cx="9563929" cy="17984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FACA0C-2D54-96A8-416B-258785780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64" y="2529762"/>
            <a:ext cx="5913632" cy="35055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E8895D-9643-F35A-4739-5E7BF581610C}"/>
              </a:ext>
            </a:extLst>
          </p:cNvPr>
          <p:cNvSpPr txBox="1"/>
          <p:nvPr/>
        </p:nvSpPr>
        <p:spPr>
          <a:xfrm>
            <a:off x="1147165" y="6035266"/>
            <a:ext cx="359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HIDE_UNDOC_RELATIONS</a:t>
            </a:r>
            <a:r>
              <a:rPr lang="en-US" altLang="ko-KR" dirty="0"/>
              <a:t> = YES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D284F-A3A1-24F3-2F40-7F25BF86477A}"/>
              </a:ext>
            </a:extLst>
          </p:cNvPr>
          <p:cNvSpPr txBox="1"/>
          <p:nvPr/>
        </p:nvSpPr>
        <p:spPr>
          <a:xfrm>
            <a:off x="6439763" y="6051308"/>
            <a:ext cx="357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HIDE_UNDOC_RELATIONS</a:t>
            </a:r>
            <a:r>
              <a:rPr lang="en-US" altLang="ko-KR" dirty="0"/>
              <a:t> = 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3529412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13B46-A223-DCAF-D235-A60A60B6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B3E96-0CDF-AF3B-64FC-B34F2EA5B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dot </a:t>
            </a:r>
            <a:r>
              <a:rPr lang="ko-KR" altLang="en-US" sz="3600" dirty="0"/>
              <a:t>실행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F9FB05-3B1D-042A-5682-72A6CE1A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HAVE_DOT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HAVE_DOT 태그를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dirty="0" err="1"/>
              <a:t>Doxygen은</a:t>
            </a:r>
            <a:r>
              <a:rPr lang="ko-KR" altLang="ko-KR" sz="2000" dirty="0"/>
              <a:t> 시스템 경로(PATH)에서 </a:t>
            </a:r>
            <a:r>
              <a:rPr lang="ko-KR" altLang="ko-KR" sz="2000" dirty="0" err="1"/>
              <a:t>Graphviz의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도구를 사용할 수 있다고 가정</a:t>
            </a:r>
            <a:r>
              <a:rPr lang="ko-KR" altLang="en-US" sz="2000" dirty="0"/>
              <a:t>한다</a:t>
            </a:r>
            <a:r>
              <a:rPr lang="ko-KR" altLang="ko-KR" sz="2000" dirty="0"/>
              <a:t>. 이 옵션을 </a:t>
            </a:r>
            <a:r>
              <a:rPr lang="ko-KR" altLang="ko-KR" sz="2000" dirty="0" err="1"/>
              <a:t>NO로</a:t>
            </a:r>
            <a:r>
              <a:rPr lang="ko-KR" altLang="ko-KR" sz="2000" dirty="0"/>
              <a:t> 설정하면 이 섹션의 다른 옵션들은 적용되지 않</a:t>
            </a:r>
            <a:r>
              <a:rPr lang="ko-KR" altLang="en-US" sz="2000" dirty="0"/>
              <a:t>는다</a:t>
            </a:r>
            <a:r>
              <a:rPr lang="ko-KR" altLang="ko-KR" sz="2000" dirty="0"/>
              <a:t>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en-US" altLang="ko-KR" sz="2000" b="1" dirty="0" err="1"/>
              <a:t>GraphViz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그래프를 사용할 것인지 사용하지 않을 것인지 결정하는 옵션</a:t>
            </a:r>
            <a:r>
              <a:rPr lang="en-US" altLang="ko-KR" sz="2000" b="1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38483522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DE7A-516A-8DA9-CE57-0F7CB8F2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406DB-5698-BCB5-8FD9-63DEEF556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dot </a:t>
            </a:r>
            <a:r>
              <a:rPr lang="ko-KR" altLang="en-US" sz="3600" dirty="0"/>
              <a:t>실행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5E9B2F-731C-AB99-745C-89D4156BD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280"/>
            <a:ext cx="10744200" cy="5206999"/>
          </a:xfrm>
        </p:spPr>
        <p:txBody>
          <a:bodyPr>
            <a:noAutofit/>
          </a:bodyPr>
          <a:lstStyle/>
          <a:p>
            <a:r>
              <a:rPr lang="ko-KR" altLang="ko-KR" sz="2000" dirty="0"/>
              <a:t>DOT_NUM_THREADS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512, 기본값: 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Doxygen이</a:t>
            </a:r>
            <a:r>
              <a:rPr lang="ko-KR" altLang="ko-KR" sz="2000" dirty="0"/>
              <a:t> 병렬로 실행할 수 있는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호출 개수를 지정합니다. 0으로 설정하면 시스템에서 사용 가능한 프로세서 수에 맞추어 자동으로 설정</a:t>
            </a:r>
            <a:r>
              <a:rPr lang="ko-KR" altLang="en-US" sz="2000" dirty="0"/>
              <a:t>된다</a:t>
            </a:r>
            <a:r>
              <a:rPr lang="ko-KR" altLang="ko-KR" sz="2000" dirty="0"/>
              <a:t>. 0보다 큰 값으로 설정하여 CPU 부하와 처리 속도 간의 균형을 직접 제어할 수 있</a:t>
            </a:r>
            <a:r>
              <a:rPr lang="ko-KR" altLang="en-US" sz="2000" dirty="0"/>
              <a:t>다</a:t>
            </a:r>
            <a:r>
              <a:rPr lang="ko-KR" altLang="ko-KR" sz="2000" dirty="0"/>
              <a:t>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최대 효율을 내고 싶다면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으로 설정하고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너무 많이 </a:t>
            </a:r>
            <a:r>
              <a:rPr lang="en-US" altLang="ko-KR" sz="2000" b="1" dirty="0"/>
              <a:t>CPU</a:t>
            </a:r>
            <a:r>
              <a:rPr lang="ko-KR" altLang="en-US" sz="2000" b="1" dirty="0"/>
              <a:t>를 잡아먹는 것이 싫다면 스레드 수를 낮게 설정하면 된다</a:t>
            </a:r>
            <a:r>
              <a:rPr lang="en-US" altLang="ko-KR" sz="2000" b="1" dirty="0"/>
              <a:t>.</a:t>
            </a:r>
          </a:p>
          <a:p>
            <a:r>
              <a:rPr lang="ko-KR" altLang="ko-KR" sz="2000" dirty="0"/>
              <a:t>DOT_BATCH_SIZE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1, 최댓값: 1000, 기본값: 50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dot의</a:t>
            </a:r>
            <a:r>
              <a:rPr lang="ko-KR" altLang="ko-KR" sz="2000" dirty="0"/>
              <a:t> 단일 호출 시 </a:t>
            </a:r>
            <a:r>
              <a:rPr lang="ko-KR" altLang="ko-KR" sz="2000" dirty="0" err="1"/>
              <a:t>Doxygen이</a:t>
            </a:r>
            <a:r>
              <a:rPr lang="ko-KR" altLang="ko-KR" sz="2000" dirty="0"/>
              <a:t> 컴파일할 수 있는 그래프의 개수를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1로 설정하면 각 그래프마다 </a:t>
            </a:r>
            <a:r>
              <a:rPr lang="ko-KR" altLang="ko-KR" sz="2000" dirty="0" err="1"/>
              <a:t>dot을</a:t>
            </a:r>
            <a:r>
              <a:rPr lang="ko-KR" altLang="ko-KR" sz="2000" dirty="0"/>
              <a:t> 별도로 호출하므로 CPU 코어가 많은 시스템에서 프로세스 생성 오버헤드가 크게 발생할 수 있다. </a:t>
            </a:r>
            <a:r>
              <a:rPr lang="ko-KR" altLang="ko-KR" sz="2000" dirty="0" err="1"/>
              <a:t>DOT_NUM_THREADS와</a:t>
            </a:r>
            <a:r>
              <a:rPr lang="ko-KR" altLang="ko-KR" sz="2000" dirty="0"/>
              <a:t> 함께 조합하여 특정 시스템의 처리 속도를 최적화할 수 있다.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en-US" altLang="ko-KR" sz="2000" b="1" dirty="0"/>
              <a:t>dot</a:t>
            </a:r>
            <a:r>
              <a:rPr lang="ko-KR" altLang="en-US" sz="2000" b="1" dirty="0"/>
              <a:t> 하나당 처리할 그래프의 개수를 지정해 너무 많은 오버헤드의 발생을 방지한다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너무 낮으면 </a:t>
            </a:r>
            <a:r>
              <a:rPr lang="en-US" altLang="ko-KR" sz="2000" b="1" dirty="0"/>
              <a:t>dot</a:t>
            </a:r>
            <a:r>
              <a:rPr lang="ko-KR" altLang="en-US" sz="2000" b="1" dirty="0"/>
              <a:t>를 실행하고 종료하는 빈도가 너무 많아져 오버헤드 방지를 위해 적당한 수치로 지정해야 한다</a:t>
            </a:r>
            <a:r>
              <a:rPr lang="en-US" altLang="ko-KR" sz="2000" b="1" dirty="0"/>
              <a:t>.)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13411932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1101-32C8-14BE-F756-5C52D53F9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3D0F7-FF41-720F-365F-48E99D8D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1668FA-ADC6-E714-228E-A472F1145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DOT_COMMON_ATTR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fontname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Helvetica,fontsize</a:t>
            </a:r>
            <a:r>
              <a:rPr lang="ko-KR" altLang="ko-KR" sz="2000" dirty="0"/>
              <a:t>=10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서브그래프의 노드, </a:t>
            </a:r>
            <a:r>
              <a:rPr lang="ko-KR" altLang="ko-KR" sz="2000" dirty="0" err="1"/>
              <a:t>엣지</a:t>
            </a:r>
            <a:r>
              <a:rPr lang="ko-KR" altLang="ko-KR" sz="2000" dirty="0"/>
              <a:t>(연결선), 레이블에 적용되는 공통 속성</a:t>
            </a:r>
            <a:r>
              <a:rPr lang="ko-KR" altLang="en-US" sz="2000" dirty="0"/>
              <a:t>이다</a:t>
            </a:r>
            <a:r>
              <a:rPr lang="ko-KR" altLang="ko-KR" sz="2000" dirty="0"/>
              <a:t>. 폰트를 변경하고 싶다면 </a:t>
            </a:r>
            <a:r>
              <a:rPr lang="ko-KR" altLang="ko-KR" sz="2000" dirty="0" err="1"/>
              <a:t>fontname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fontcolor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fontsize</a:t>
            </a:r>
            <a:r>
              <a:rPr lang="ko-KR" altLang="ko-KR" sz="2000" dirty="0"/>
              <a:t> 속성을 지정할 수 있다. </a:t>
            </a:r>
            <a:r>
              <a:rPr lang="ko-KR" altLang="ko-KR" sz="2000" dirty="0" err="1"/>
              <a:t>dot이</a:t>
            </a:r>
            <a:r>
              <a:rPr lang="ko-KR" altLang="ko-KR" sz="2000" dirty="0"/>
              <a:t> 폰트를 찾을 수 있도록 표준 위치에 배치하거나, DOTFONTPATH 환경 변수 또는 DOT_FONTPATH 태그로 디렉터리를 설정해야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Graphviz</a:t>
            </a:r>
            <a:r>
              <a:rPr lang="ko-KR" altLang="ko-KR" sz="2000" dirty="0"/>
              <a:t> 기본 폰트 크기: 14)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ko-KR" sz="2000" b="1" dirty="0"/>
              <a:t>노드와 선 전체에 적용되는 공통 기본 폰트와 크기를 지정</a:t>
            </a:r>
            <a:r>
              <a:rPr lang="ko-KR" altLang="en-US" sz="2000" b="1" dirty="0"/>
              <a:t>하는 설정</a:t>
            </a:r>
            <a:r>
              <a:rPr lang="en-US" altLang="ko-KR" sz="2000" b="1" dirty="0"/>
              <a:t>.</a:t>
            </a:r>
            <a:r>
              <a:rPr lang="ko-KR" altLang="ko-KR" sz="2000" dirty="0"/>
              <a:t> </a:t>
            </a:r>
            <a:r>
              <a:rPr lang="ko-KR" altLang="en-US" sz="2000" dirty="0"/>
              <a:t>한글 폴더를 사용하였을 경우 글자가 깨지므로 </a:t>
            </a:r>
            <a:r>
              <a:rPr lang="en-US" altLang="ko-KR" sz="2000" dirty="0" err="1"/>
              <a:t>fontname</a:t>
            </a:r>
            <a:r>
              <a:rPr lang="ko-KR" altLang="en-US" sz="2000" dirty="0"/>
              <a:t>를 </a:t>
            </a:r>
            <a:r>
              <a:rPr lang="ko-KR" altLang="ko-KR" sz="2000" dirty="0" err="1"/>
              <a:t>Gulim</a:t>
            </a:r>
            <a:r>
              <a:rPr lang="ko-KR" altLang="en-US" sz="2000" dirty="0" err="1"/>
              <a:t>으로</a:t>
            </a:r>
            <a:r>
              <a:rPr lang="ko-KR" altLang="en-US" sz="2000" dirty="0"/>
              <a:t> 설정해야 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DOT_EDGE_ATTR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labelfontname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Helvetica,labelfontsize</a:t>
            </a:r>
            <a:r>
              <a:rPr lang="ko-KR" altLang="ko-KR" sz="2000" dirty="0"/>
              <a:t>=10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뒤에 결합되어 </a:t>
            </a:r>
            <a:r>
              <a:rPr lang="ko-KR" altLang="ko-KR" sz="2000" dirty="0" err="1"/>
              <a:t>엣지에</a:t>
            </a:r>
            <a:r>
              <a:rPr lang="ko-KR" altLang="ko-KR" sz="2000" dirty="0"/>
              <a:t> 적용되는 속성</a:t>
            </a:r>
            <a:r>
              <a:rPr lang="ko-KR" altLang="en-US" sz="2000" dirty="0"/>
              <a:t>이</a:t>
            </a:r>
            <a:r>
              <a:rPr lang="ko-KR" altLang="ko-KR" sz="2000" dirty="0"/>
              <a:t>다. (예: </a:t>
            </a:r>
            <a:r>
              <a:rPr lang="ko-KR" altLang="ko-KR" sz="2000" dirty="0" err="1"/>
              <a:t>arrowhead</a:t>
            </a:r>
            <a:r>
              <a:rPr lang="ko-KR" altLang="ko-KR" sz="2000" dirty="0"/>
              <a:t>=</a:t>
            </a:r>
            <a:r>
              <a:rPr lang="ko-KR" altLang="ko-KR" sz="2000" dirty="0" err="1"/>
              <a:t>open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arrowtail</a:t>
            </a:r>
            <a:r>
              <a:rPr lang="ko-KR" altLang="ko-KR" sz="2000" dirty="0"/>
              <a:t>=</a:t>
            </a:r>
            <a:r>
              <a:rPr lang="ko-KR" altLang="ko-KR" sz="2000" dirty="0" err="1"/>
              <a:t>open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arrowsize</a:t>
            </a:r>
            <a:r>
              <a:rPr lang="ko-KR" altLang="ko-KR" sz="2000" dirty="0"/>
              <a:t>=0.5)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연결선 디자인을 위해 사용되는 설정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7721447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E440-A47E-B2EC-DA62-0C489C43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A7266-328E-CFF6-6DD7-011720158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0CD6A-BDAF-D741-A928-FE0865E0E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DOT_NODE_ATTR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box,height</a:t>
            </a:r>
            <a:r>
              <a:rPr lang="ko-KR" altLang="ko-KR" sz="2000" dirty="0"/>
              <a:t>=0.2,width=0.4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뒤에 결합되어 노드에 적용되는 속성</a:t>
            </a:r>
            <a:r>
              <a:rPr lang="ko-KR" altLang="en-US" sz="2000" dirty="0"/>
              <a:t>이</a:t>
            </a:r>
            <a:r>
              <a:rPr lang="ko-KR" altLang="ko-KR" sz="2000" dirty="0"/>
              <a:t>다. 노드 주변의 상자를 없애려면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plain</a:t>
            </a:r>
            <a:r>
              <a:rPr lang="ko-KR" altLang="ko-KR" sz="2000" dirty="0"/>
              <a:t> 또는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plaintext로</a:t>
            </a:r>
            <a:r>
              <a:rPr lang="ko-KR" altLang="ko-KR" sz="2000" dirty="0"/>
              <a:t>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노드 스타일 지정하는 설정</a:t>
            </a:r>
            <a:endParaRPr lang="en-US" altLang="ko-KR" sz="2000" b="1" dirty="0"/>
          </a:p>
          <a:p>
            <a:r>
              <a:rPr lang="en-US" altLang="ko-KR" sz="2000" dirty="0"/>
              <a:t>DOT_FONTPATH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등에서 </a:t>
            </a:r>
            <a:r>
              <a:rPr lang="ko-KR" altLang="ko-KR" sz="2000" b="1" dirty="0" err="1"/>
              <a:t>fontname으로</a:t>
            </a:r>
            <a:r>
              <a:rPr lang="ko-KR" altLang="ko-KR" sz="2000" b="1" dirty="0"/>
              <a:t> 지정된 폰트를 </a:t>
            </a:r>
            <a:r>
              <a:rPr lang="ko-KR" altLang="ko-KR" sz="2000" b="1" dirty="0" err="1"/>
              <a:t>dot이</a:t>
            </a:r>
            <a:r>
              <a:rPr lang="ko-KR" altLang="ko-KR" sz="2000" b="1" dirty="0"/>
              <a:t> 찾을 수 있는 경로를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732061999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B5DD1-DEA1-4F4A-7C7F-EC285422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D839D-C0FF-3B9E-22F6-F169AC6E3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A4560C-A17D-5B59-72B2-18392876E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스타일을 지정할 때 사용하는 문법은 </a:t>
            </a:r>
            <a:r>
              <a:rPr lang="en-US" altLang="ko-KR" sz="2000" dirty="0" err="1"/>
              <a:t>Graphviz</a:t>
            </a:r>
            <a:r>
              <a:rPr lang="ko-KR" altLang="en-US" sz="2000" dirty="0"/>
              <a:t>의 </a:t>
            </a:r>
            <a:r>
              <a:rPr lang="en-US" altLang="ko-KR" sz="2000" dirty="0"/>
              <a:t>dot</a:t>
            </a:r>
            <a:r>
              <a:rPr lang="ko-KR" altLang="en-US" sz="2000" dirty="0"/>
              <a:t> 문법이다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528481-050F-4938-B985-B9194C7D2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42" y="1874075"/>
            <a:ext cx="5125121" cy="37727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213BA1D-A1F4-9C67-29C4-97B5D369D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297" y="1906957"/>
            <a:ext cx="5170061" cy="37727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F3B45B-EA23-9BF3-F71E-1B49AA78B955}"/>
              </a:ext>
            </a:extLst>
          </p:cNvPr>
          <p:cNvSpPr txBox="1"/>
          <p:nvPr/>
        </p:nvSpPr>
        <p:spPr>
          <a:xfrm>
            <a:off x="1652337" y="580763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스타일 적용 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4D8ACC-23F0-458D-4C01-23701062CFCB}"/>
              </a:ext>
            </a:extLst>
          </p:cNvPr>
          <p:cNvSpPr txBox="1"/>
          <p:nvPr/>
        </p:nvSpPr>
        <p:spPr>
          <a:xfrm>
            <a:off x="4653461" y="5679704"/>
            <a:ext cx="7538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스타일 적용 후</a:t>
            </a:r>
            <a:endParaRPr lang="en-US" altLang="ko-KR" dirty="0"/>
          </a:p>
          <a:p>
            <a:pPr algn="ctr"/>
            <a:r>
              <a:rPr lang="en-US" altLang="ko-KR" sz="1200" dirty="0"/>
              <a:t>DOT_COMMON_ATTR = </a:t>
            </a:r>
            <a:r>
              <a:rPr lang="en-US" altLang="ko-KR" sz="1200" dirty="0" err="1"/>
              <a:t>fontname</a:t>
            </a:r>
            <a:r>
              <a:rPr lang="en-US" altLang="ko-KR" sz="1200" dirty="0"/>
              <a:t>=</a:t>
            </a:r>
            <a:r>
              <a:rPr lang="en-US" altLang="ko-KR" sz="1200" dirty="0" err="1"/>
              <a:t>Helvetica,fontsize</a:t>
            </a:r>
            <a:r>
              <a:rPr lang="en-US" altLang="ko-KR" sz="1200" dirty="0"/>
              <a:t>=20</a:t>
            </a:r>
          </a:p>
          <a:p>
            <a:pPr algn="ctr"/>
            <a:r>
              <a:rPr lang="en-US" altLang="ko-KR" sz="1200" dirty="0"/>
              <a:t>DOT_EDGE_ATTR = </a:t>
            </a:r>
            <a:r>
              <a:rPr lang="en-US" altLang="ko-KR" sz="1200" dirty="0" err="1"/>
              <a:t>labelfontname</a:t>
            </a:r>
            <a:r>
              <a:rPr lang="en-US" altLang="ko-KR" sz="1200" dirty="0"/>
              <a:t>=</a:t>
            </a:r>
            <a:r>
              <a:rPr lang="en-US" altLang="ko-KR" sz="1200" dirty="0" err="1"/>
              <a:t>Helvetica,labelfontsize</a:t>
            </a:r>
            <a:r>
              <a:rPr lang="en-US" altLang="ko-KR" sz="1200" dirty="0"/>
              <a:t>=10,penwidth=2.0,arrowsize=2.0,fillcolor=green</a:t>
            </a:r>
          </a:p>
          <a:p>
            <a:pPr algn="ctr"/>
            <a:r>
              <a:rPr lang="en-US" altLang="ko-KR" sz="1200" dirty="0"/>
              <a:t>DOT_NODE_ATTR = shape=</a:t>
            </a:r>
            <a:r>
              <a:rPr lang="en-US" altLang="ko-KR" sz="1200" dirty="0" err="1"/>
              <a:t>box,height</a:t>
            </a:r>
            <a:r>
              <a:rPr lang="en-US" altLang="ko-KR" sz="1200" dirty="0"/>
              <a:t>=0.2,width=0.4, </a:t>
            </a:r>
            <a:r>
              <a:rPr lang="en-US" altLang="ko-KR" sz="1200" dirty="0" err="1"/>
              <a:t>penwidth</a:t>
            </a:r>
            <a:r>
              <a:rPr lang="en-US" altLang="ko-KR" sz="1200" dirty="0"/>
              <a:t> = 5.0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8512072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972B6-913B-5E04-D4EE-DF9228BC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3DAC8-65B7-AC45-1A52-D32711AF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F37F06-1B56-9335-0B92-ED7D82BF7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197389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CLASS_GRAPH(Wizard</a:t>
            </a:r>
            <a:r>
              <a:rPr lang="ko-KR" altLang="en-US" sz="2000" dirty="0"/>
              <a:t>의 </a:t>
            </a:r>
            <a:r>
              <a:rPr lang="en-US" altLang="ko-KR" sz="2000" dirty="0"/>
              <a:t>Class graphs</a:t>
            </a:r>
            <a:r>
              <a:rPr lang="ko-KR" altLang="en-US" sz="2000" dirty="0"/>
              <a:t>와 동일 옵션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YES/NO/TEXT/GRAPH/BUILTIN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문서화된 각 클래스에 대해 직접/간접 </a:t>
            </a:r>
            <a:r>
              <a:rPr lang="ko-KR" altLang="ko-KR" sz="2000" b="1" dirty="0"/>
              <a:t>상속 관계 그래프 생성 </a:t>
            </a:r>
            <a:r>
              <a:rPr lang="ko-KR" altLang="ko-KR" sz="2000" dirty="0"/>
              <a:t>여부를 설</a:t>
            </a:r>
            <a:r>
              <a:rPr lang="ko-KR" altLang="en-US" sz="2000" dirty="0"/>
              <a:t>정한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 lvl="1"/>
            <a:r>
              <a:rPr lang="ko-KR" altLang="ko-KR" sz="1800" dirty="0"/>
              <a:t>YES / GRAPH: </a:t>
            </a:r>
            <a:r>
              <a:rPr lang="ko-KR" altLang="ko-KR" sz="1800" dirty="0" err="1"/>
              <a:t>HAVE_DOT이</a:t>
            </a:r>
            <a:r>
              <a:rPr lang="ko-KR" altLang="ko-KR" sz="1800" dirty="0"/>
              <a:t> 활성화되어 있으면 </a:t>
            </a:r>
            <a:r>
              <a:rPr lang="ko-KR" altLang="ko-KR" sz="1800" dirty="0" err="1"/>
              <a:t>dot을</a:t>
            </a:r>
            <a:r>
              <a:rPr lang="ko-KR" altLang="ko-KR" sz="1800" dirty="0"/>
              <a:t> 사용하여 그래프를 생성</a:t>
            </a:r>
            <a:r>
              <a:rPr lang="ko-KR" altLang="en-US" sz="1800" dirty="0"/>
              <a:t>한</a:t>
            </a:r>
            <a:r>
              <a:rPr lang="ko-KR" altLang="ko-KR" sz="1800" dirty="0"/>
              <a:t>다.(YES 설정 시 </a:t>
            </a:r>
            <a:r>
              <a:rPr lang="ko-KR" altLang="ko-KR" sz="1800" dirty="0" err="1"/>
              <a:t>HAVE_DOT이</a:t>
            </a:r>
            <a:r>
              <a:rPr lang="ko-KR" altLang="ko-KR" sz="1800" dirty="0"/>
              <a:t> 비활성화되어 있어도 내장 생성기</a:t>
            </a:r>
            <a:r>
              <a:rPr lang="ko-KR" altLang="en-US" sz="1800" dirty="0"/>
              <a:t>가</a:t>
            </a:r>
            <a:r>
              <a:rPr lang="ko-KR" altLang="ko-KR" sz="1800" dirty="0"/>
              <a:t> 사용</a:t>
            </a:r>
            <a:r>
              <a:rPr lang="ko-KR" altLang="en-US" sz="1800" dirty="0"/>
              <a:t>된다</a:t>
            </a:r>
            <a:r>
              <a:rPr lang="ko-KR" altLang="ko-KR" sz="1800" dirty="0"/>
              <a:t>)</a:t>
            </a:r>
          </a:p>
          <a:p>
            <a:pPr lvl="1"/>
            <a:r>
              <a:rPr lang="ko-KR" altLang="ko-KR" sz="1800" dirty="0"/>
              <a:t>BUILTIN: 내장 생성기를 사용</a:t>
            </a:r>
            <a:r>
              <a:rPr lang="ko-KR" altLang="en-US" sz="1800" dirty="0"/>
              <a:t>한</a:t>
            </a:r>
            <a:r>
              <a:rPr lang="ko-KR" altLang="ko-KR" sz="1800" dirty="0"/>
              <a:t>다. </a:t>
            </a:r>
          </a:p>
          <a:p>
            <a:pPr lvl="1"/>
            <a:r>
              <a:rPr lang="ko-KR" altLang="ko-KR" sz="1800" dirty="0"/>
              <a:t>TEXT: 텍스트 및 링크 형태로 표현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명령어 \</a:t>
            </a:r>
            <a:r>
              <a:rPr lang="ko-KR" altLang="ko-KR" sz="1800" dirty="0" err="1"/>
              <a:t>inheritancegraph로</a:t>
            </a:r>
            <a:r>
              <a:rPr lang="ko-KR" altLang="ko-KR" sz="1800" dirty="0"/>
              <a:t> 명시적 활성화, \</a:t>
            </a:r>
            <a:r>
              <a:rPr lang="ko-KR" altLang="ko-KR" sz="1800" dirty="0" err="1"/>
              <a:t>hideinheritancegraph로</a:t>
            </a:r>
            <a:r>
              <a:rPr lang="ko-KR" altLang="ko-KR" sz="1800" dirty="0"/>
              <a:t> 비활성화가 가능</a:t>
            </a:r>
            <a:r>
              <a:rPr lang="ko-KR" altLang="en-US" sz="1800" dirty="0"/>
              <a:t>하</a:t>
            </a:r>
            <a:r>
              <a:rPr lang="ko-KR" altLang="ko-KR" sz="1800" dirty="0"/>
              <a:t>다.</a:t>
            </a:r>
            <a:endParaRPr lang="ko-KR" altLang="ko-KR" sz="2000" dirty="0"/>
          </a:p>
          <a:p>
            <a:pPr lvl="1"/>
            <a:endParaRPr lang="en-US" altLang="ko-KR" sz="1600" dirty="0"/>
          </a:p>
          <a:p>
            <a:endParaRPr lang="en-US" altLang="ko-KR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C885C-F43F-FD0B-33A0-3BDA361FAF5A}"/>
              </a:ext>
            </a:extLst>
          </p:cNvPr>
          <p:cNvSpPr txBox="1"/>
          <p:nvPr/>
        </p:nvSpPr>
        <p:spPr>
          <a:xfrm>
            <a:off x="838200" y="3793331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상속 관계 그래프의 종류를 선택하는 옵션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ko-KR" altLang="en-US" sz="2000" dirty="0"/>
              <a:t>각 클래스 페이지로 이동하면                       </a:t>
            </a:r>
            <a:r>
              <a:rPr lang="en-US" altLang="ko-KR" sz="2000" dirty="0"/>
              <a:t>	     </a:t>
            </a:r>
            <a:r>
              <a:rPr lang="ko-KR" altLang="en-US" sz="2000" dirty="0"/>
              <a:t>상단에</a:t>
            </a:r>
            <a:r>
              <a:rPr lang="en-US" altLang="ko-KR" sz="2000" dirty="0"/>
              <a:t>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클래스명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에 대한 상속 다이어그램 </a:t>
            </a:r>
            <a:r>
              <a:rPr lang="en-US" altLang="ko-KR" sz="2000" b="1" dirty="0"/>
              <a:t>: </a:t>
            </a:r>
            <a:r>
              <a:rPr lang="ko-KR" altLang="en-US" sz="2000" dirty="0"/>
              <a:t>아래에 그래프가 나온다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 범위 </a:t>
            </a:r>
            <a:r>
              <a:rPr lang="en-US" altLang="ko-KR" sz="2000" dirty="0"/>
              <a:t>: </a:t>
            </a:r>
            <a:r>
              <a:rPr lang="ko-KR" altLang="en-US" sz="2000" dirty="0"/>
              <a:t>부모 클래스 </a:t>
            </a:r>
            <a:r>
              <a:rPr lang="en-US" altLang="ko-KR" sz="2000" dirty="0"/>
              <a:t>+ </a:t>
            </a:r>
            <a:r>
              <a:rPr lang="ko-KR" altLang="en-US" sz="2000" dirty="0"/>
              <a:t>자식 클래스</a:t>
            </a:r>
          </a:p>
        </p:txBody>
      </p:sp>
    </p:spTree>
    <p:extLst>
      <p:ext uri="{BB962C8B-B14F-4D97-AF65-F5344CB8AC3E}">
        <p14:creationId xmlns:p14="http://schemas.microsoft.com/office/powerpoint/2010/main" val="286364944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FA13-41D4-192B-0434-E741A09D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65ED1-D7AA-1C98-EF52-541D539F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48417-81AE-6237-B79E-B01DDA430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197389" cy="4767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CLASS_GRAPH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7B933A-75A8-92C3-AD7E-4E084248F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01"/>
          <a:stretch>
            <a:fillRect/>
          </a:stretch>
        </p:blipFill>
        <p:spPr>
          <a:xfrm>
            <a:off x="385012" y="2239182"/>
            <a:ext cx="9865826" cy="350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49536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2366-3467-2AC2-0825-8FAB181F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42C94-A564-3324-CBD6-610B9F422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-</a:t>
            </a:r>
            <a:r>
              <a:rPr lang="ko-KR" altLang="en-US" sz="3600" dirty="0"/>
              <a:t> 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C7115D-CE12-8080-C98B-BCC48863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COLLABORATION_GRAPH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클래스 간의 직접/간접 구현 의존성(상속, 포함, 클래스 참조 변수 등)을 보여주는 협력(</a:t>
            </a:r>
            <a:r>
              <a:rPr lang="ko-KR" altLang="ko-KR" sz="2000" dirty="0" err="1"/>
              <a:t>Collaboration</a:t>
            </a:r>
            <a:r>
              <a:rPr lang="ko-KR" altLang="ko-KR" sz="2000" dirty="0"/>
              <a:t>)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collaborationgraph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hidecollaborationgraph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DFACA-653B-4537-121D-B36111379255}"/>
              </a:ext>
            </a:extLst>
          </p:cNvPr>
          <p:cNvSpPr txBox="1"/>
          <p:nvPr/>
        </p:nvSpPr>
        <p:spPr>
          <a:xfrm>
            <a:off x="822157" y="3081587"/>
            <a:ext cx="111773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ko-KR" sz="2000" dirty="0"/>
              <a:t>직접/간접 구현 의존성</a:t>
            </a:r>
            <a:r>
              <a:rPr lang="en-US" altLang="ko-KR" sz="2000" dirty="0"/>
              <a:t> </a:t>
            </a:r>
            <a:r>
              <a:rPr lang="ko-KR" altLang="en-US" sz="2000" dirty="0"/>
              <a:t>그래프</a:t>
            </a:r>
            <a:r>
              <a:rPr lang="en-US" altLang="ko-KR" sz="2000" dirty="0"/>
              <a:t>, </a:t>
            </a:r>
            <a:r>
              <a:rPr lang="ko-KR" altLang="en-US" sz="2000" dirty="0"/>
              <a:t>즉 협력 관계에 대한 그래프를 생성하는 옵션이</a:t>
            </a:r>
            <a:r>
              <a:rPr lang="en-US" altLang="ko-KR" sz="2000" dirty="0"/>
              <a:t>	    </a:t>
            </a:r>
            <a:r>
              <a:rPr lang="ko-KR" altLang="en-US" sz="2000" dirty="0"/>
              <a:t>다</a:t>
            </a:r>
            <a:r>
              <a:rPr lang="en-US" altLang="ko-KR" sz="2000" dirty="0"/>
              <a:t>. </a:t>
            </a:r>
            <a:r>
              <a:rPr lang="ko-KR" altLang="en-US" sz="2000" dirty="0"/>
              <a:t>각 클래스 페이지로 이동하면</a:t>
            </a:r>
            <a:endParaRPr lang="en-US" altLang="ko-KR" sz="2000" dirty="0"/>
          </a:p>
          <a:p>
            <a:r>
              <a:rPr lang="en-US" altLang="ko-KR" sz="2000" dirty="0"/>
              <a:t>	    </a:t>
            </a:r>
            <a:r>
              <a:rPr lang="ko-KR" altLang="en-US" sz="2000" dirty="0"/>
              <a:t>상단에</a:t>
            </a:r>
            <a:r>
              <a:rPr lang="en-US" altLang="ko-KR" sz="2000" dirty="0"/>
              <a:t>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클래스명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에 대한 협력 다이어그램 </a:t>
            </a:r>
            <a:r>
              <a:rPr lang="en-US" altLang="ko-KR" sz="2000" b="1" dirty="0"/>
              <a:t>: </a:t>
            </a:r>
            <a:r>
              <a:rPr lang="ko-KR" altLang="en-US" sz="2000" dirty="0"/>
              <a:t>아래에 그래프가 나온다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 범위 </a:t>
            </a:r>
            <a:r>
              <a:rPr lang="en-US" altLang="ko-KR" sz="2000" dirty="0"/>
              <a:t>: </a:t>
            </a:r>
          </a:p>
          <a:p>
            <a:r>
              <a:rPr lang="en-US" altLang="ko-KR" sz="2000" dirty="0"/>
              <a:t>	1. </a:t>
            </a:r>
            <a:r>
              <a:rPr lang="ko-KR" altLang="en-US" sz="2000" dirty="0"/>
              <a:t>부모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상속받은 상위 클래스</a:t>
            </a:r>
            <a:endParaRPr lang="en-US" altLang="ko-KR" sz="2000" dirty="0"/>
          </a:p>
          <a:p>
            <a:r>
              <a:rPr lang="en-US" altLang="ko-KR" sz="2000" dirty="0"/>
              <a:t>	2. </a:t>
            </a:r>
            <a:r>
              <a:rPr lang="ko-KR" altLang="en-US" sz="2000" dirty="0"/>
              <a:t>멤버 변수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객체 형태로 내부에 직접 소유한 클래스</a:t>
            </a:r>
            <a:endParaRPr lang="en-US" altLang="ko-KR" sz="2000" dirty="0"/>
          </a:p>
          <a:p>
            <a:r>
              <a:rPr lang="en-US" altLang="ko-KR" sz="2000" dirty="0"/>
              <a:t>	3. </a:t>
            </a:r>
            <a:r>
              <a:rPr lang="ko-KR" altLang="en-US" sz="2000" dirty="0"/>
              <a:t>포인터</a:t>
            </a:r>
            <a:r>
              <a:rPr lang="en-US" altLang="ko-KR" sz="2000" dirty="0"/>
              <a:t>/</a:t>
            </a:r>
            <a:r>
              <a:rPr lang="ko-KR" altLang="en-US" sz="2000" dirty="0"/>
              <a:t>참조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포인터나 레퍼런스로 가리키고 있는 클래스</a:t>
            </a:r>
            <a:endParaRPr lang="en-US" altLang="ko-KR" sz="2000" dirty="0"/>
          </a:p>
          <a:p>
            <a:r>
              <a:rPr lang="en-US" altLang="ko-KR" sz="2000" dirty="0"/>
              <a:t>	4. </a:t>
            </a:r>
            <a:r>
              <a:rPr lang="ko-KR" altLang="en-US" sz="2000" dirty="0"/>
              <a:t>템플릿 인스턴스 관계 </a:t>
            </a:r>
            <a:r>
              <a:rPr lang="en-US" altLang="ko-KR" sz="2000" dirty="0"/>
              <a:t>:</a:t>
            </a:r>
            <a:r>
              <a:rPr lang="ko-KR" altLang="ko-KR" dirty="0"/>
              <a:t> </a:t>
            </a:r>
            <a:r>
              <a:rPr lang="ko-KR" altLang="ko-KR" sz="2000" dirty="0"/>
              <a:t>템플릿으로 엮인 </a:t>
            </a:r>
            <a:r>
              <a:rPr lang="ko-KR" altLang="en-US" sz="2000" dirty="0"/>
              <a:t>클</a:t>
            </a:r>
            <a:r>
              <a:rPr lang="ko-KR" altLang="ko-KR" sz="2000" dirty="0"/>
              <a:t>래스</a:t>
            </a:r>
            <a:r>
              <a:rPr lang="en-US" altLang="ko-KR" sz="2000" dirty="0"/>
              <a:t>(</a:t>
            </a:r>
            <a:r>
              <a:rPr lang="ko-KR" altLang="en-US" sz="2000" dirty="0"/>
              <a:t>템플릿 클래스를 상속하거나 </a:t>
            </a:r>
            <a:endParaRPr lang="en-US" altLang="ko-KR" sz="2000" dirty="0"/>
          </a:p>
          <a:p>
            <a:r>
              <a:rPr lang="en-US" altLang="ko-KR" sz="2000" dirty="0"/>
              <a:t>	</a:t>
            </a:r>
            <a:r>
              <a:rPr lang="ko-KR" altLang="en-US" sz="2000" dirty="0"/>
              <a:t>템플릿 타입 매개변수로 클래스를 사용할 때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		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44348515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83B7-71BE-ED64-BF58-67B664958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103BB-87B3-D750-7D7E-16E0AE7A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-</a:t>
            </a:r>
            <a:r>
              <a:rPr lang="ko-KR" altLang="en-US" sz="3600" dirty="0"/>
              <a:t> 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62D49-BC01-74A8-24C6-5C11724EE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COLLABORATION_GRAPH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2BD6D7-3006-1B48-B290-CE140A663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75904"/>
            <a:ext cx="4507832" cy="4658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153D35-B4BC-64CE-47A9-3E3E65869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480" y="4067174"/>
            <a:ext cx="9398520" cy="2566823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73E236E3-5AE2-7920-6E6C-305C25B1A2C4}"/>
              </a:ext>
            </a:extLst>
          </p:cNvPr>
          <p:cNvCxnSpPr>
            <a:cxnSpLocks/>
          </p:cNvCxnSpPr>
          <p:nvPr/>
        </p:nvCxnSpPr>
        <p:spPr>
          <a:xfrm flipV="1">
            <a:off x="2863516" y="1764632"/>
            <a:ext cx="2783305" cy="898357"/>
          </a:xfrm>
          <a:prstGeom prst="bentConnector3">
            <a:avLst>
              <a:gd name="adj1" fmla="val -14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5AB4F94-B33C-37D2-F8F9-8BCD77BF8DF1}"/>
              </a:ext>
            </a:extLst>
          </p:cNvPr>
          <p:cNvSpPr txBox="1"/>
          <p:nvPr/>
        </p:nvSpPr>
        <p:spPr>
          <a:xfrm>
            <a:off x="5791200" y="1591024"/>
            <a:ext cx="73522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부모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상속받은 상위 클래스</a:t>
            </a:r>
            <a:endParaRPr lang="en-US" altLang="ko-KR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멤버 변수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객체 형태로 내부에 직접 소유한 클래스</a:t>
            </a:r>
            <a:endParaRPr lang="en-US" altLang="ko-KR" sz="1600" dirty="0"/>
          </a:p>
          <a:p>
            <a:r>
              <a:rPr lang="en-US" altLang="ko-KR" sz="1600" dirty="0"/>
              <a:t>3. </a:t>
            </a:r>
            <a:r>
              <a:rPr lang="ko-KR" altLang="en-US" sz="1600" dirty="0"/>
              <a:t>포인터</a:t>
            </a:r>
            <a:r>
              <a:rPr lang="en-US" altLang="ko-KR" sz="1600" dirty="0"/>
              <a:t>/</a:t>
            </a:r>
            <a:r>
              <a:rPr lang="ko-KR" altLang="en-US" sz="1600" dirty="0"/>
              <a:t>참조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포인터나 레퍼런스로 가리키고 있는 클래스</a:t>
            </a:r>
            <a:endParaRPr lang="en-US" altLang="ko-KR" sz="1600" dirty="0"/>
          </a:p>
          <a:p>
            <a:r>
              <a:rPr lang="en-US" altLang="ko-KR" sz="1600" dirty="0"/>
              <a:t>4. </a:t>
            </a:r>
            <a:r>
              <a:rPr lang="ko-KR" altLang="en-US" sz="1600" dirty="0"/>
              <a:t>템플릿 인스턴스 관계 </a:t>
            </a:r>
            <a:r>
              <a:rPr lang="en-US" altLang="ko-KR" sz="1600" dirty="0"/>
              <a:t>:</a:t>
            </a:r>
            <a:r>
              <a:rPr lang="ko-KR" altLang="ko-KR" sz="1600" dirty="0"/>
              <a:t> 템플릿으로 엮인 </a:t>
            </a:r>
            <a:r>
              <a:rPr lang="ko-KR" altLang="en-US" sz="1600" dirty="0"/>
              <a:t>클</a:t>
            </a:r>
            <a:r>
              <a:rPr lang="ko-KR" altLang="ko-KR" sz="1600" dirty="0"/>
              <a:t>래스</a:t>
            </a:r>
            <a:r>
              <a:rPr lang="en-US" altLang="ko-KR" sz="1600" dirty="0"/>
              <a:t>(</a:t>
            </a:r>
            <a:r>
              <a:rPr lang="ko-KR" altLang="en-US" sz="1600" dirty="0"/>
              <a:t>템플릿 클래스를 </a:t>
            </a:r>
            <a:endParaRPr lang="en-US" altLang="ko-KR" sz="1600" dirty="0"/>
          </a:p>
          <a:p>
            <a:r>
              <a:rPr lang="ko-KR" altLang="en-US" sz="1600" dirty="0"/>
              <a:t>상속하거나 템플릿 타입 매개변수로 클래스를 사용할 때</a:t>
            </a:r>
            <a:r>
              <a:rPr lang="en-US" altLang="ko-KR" sz="1600" dirty="0"/>
              <a:t>)</a:t>
            </a:r>
          </a:p>
          <a:p>
            <a:r>
              <a:rPr lang="en-US" altLang="ko-KR" sz="2000" dirty="0"/>
              <a:t>		</a:t>
            </a:r>
            <a:endParaRPr lang="ko-KR" altLang="en-US" sz="2000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3BC0386F-DB36-ECEE-D92E-64936C659350}"/>
              </a:ext>
            </a:extLst>
          </p:cNvPr>
          <p:cNvCxnSpPr>
            <a:cxnSpLocks/>
          </p:cNvCxnSpPr>
          <p:nvPr/>
        </p:nvCxnSpPr>
        <p:spPr>
          <a:xfrm flipV="1">
            <a:off x="2133600" y="1987935"/>
            <a:ext cx="3657600" cy="1300697"/>
          </a:xfrm>
          <a:prstGeom prst="bentConnector3">
            <a:avLst>
              <a:gd name="adj1" fmla="val 3771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D8E3ABA6-5600-DDDC-13AB-E8CFC0A72748}"/>
              </a:ext>
            </a:extLst>
          </p:cNvPr>
          <p:cNvCxnSpPr>
            <a:cxnSpLocks/>
          </p:cNvCxnSpPr>
          <p:nvPr/>
        </p:nvCxnSpPr>
        <p:spPr>
          <a:xfrm flipV="1">
            <a:off x="2286000" y="2241158"/>
            <a:ext cx="3505200" cy="1199874"/>
          </a:xfrm>
          <a:prstGeom prst="bentConnector3">
            <a:avLst>
              <a:gd name="adj1" fmla="val 6876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25AAFF1F-010F-AAF0-71C5-E6BFBFE7E694}"/>
              </a:ext>
            </a:extLst>
          </p:cNvPr>
          <p:cNvCxnSpPr>
            <a:cxnSpLocks/>
          </p:cNvCxnSpPr>
          <p:nvPr/>
        </p:nvCxnSpPr>
        <p:spPr>
          <a:xfrm flipV="1">
            <a:off x="3208421" y="2502568"/>
            <a:ext cx="2582779" cy="1149736"/>
          </a:xfrm>
          <a:prstGeom prst="bentConnector3">
            <a:avLst>
              <a:gd name="adj1" fmla="val 6739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AA2BF57E-170C-BA5C-2C1C-E40AD3D2A500}"/>
              </a:ext>
            </a:extLst>
          </p:cNvPr>
          <p:cNvCxnSpPr>
            <a:cxnSpLocks/>
          </p:cNvCxnSpPr>
          <p:nvPr/>
        </p:nvCxnSpPr>
        <p:spPr>
          <a:xfrm flipV="1">
            <a:off x="3962400" y="2502568"/>
            <a:ext cx="1251284" cy="160421"/>
          </a:xfrm>
          <a:prstGeom prst="bentConnector3">
            <a:avLst>
              <a:gd name="adj1" fmla="val 128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58350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DFDF-7175-1F4E-147D-241DAABE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18B2C-1882-BBC1-CEA0-A2F478DF1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4A22D4-39C2-5A96-DF25-83BEE2F93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그룹 간의 직접 의존 관계를 보여주는 그래프를 생성합니다. </a:t>
            </a:r>
            <a:r>
              <a:rPr lang="en-US" altLang="ko-KR" sz="2000" dirty="0"/>
              <a:t>\</a:t>
            </a:r>
            <a:r>
              <a:rPr lang="ko-KR" altLang="ko-KR" sz="2000" dirty="0" err="1"/>
              <a:t>groupgraph</a:t>
            </a:r>
            <a:r>
              <a:rPr lang="ko-KR" altLang="ko-KR" sz="2000" dirty="0"/>
              <a:t> 및 </a:t>
            </a:r>
            <a:r>
              <a:rPr lang="en-US" altLang="ko-KR" sz="2000" dirty="0"/>
              <a:t>\</a:t>
            </a:r>
            <a:r>
              <a:rPr lang="ko-KR" altLang="ko-KR" sz="2000" dirty="0" err="1"/>
              <a:t>hidegroupgraph</a:t>
            </a:r>
            <a:r>
              <a:rPr lang="ko-KR" altLang="ko-KR" sz="2000" dirty="0"/>
              <a:t> 명령어로 개별 제어가 가능합니다.</a:t>
            </a:r>
            <a:br>
              <a:rPr lang="en-US" altLang="ko-KR" sz="2000" dirty="0"/>
            </a:br>
            <a:r>
              <a:rPr lang="ko-KR" altLang="en-US" sz="2000" dirty="0"/>
              <a:t>부연 설명</a:t>
            </a:r>
            <a:r>
              <a:rPr lang="en-US" altLang="ko-KR" sz="2000" dirty="0"/>
              <a:t> : </a:t>
            </a:r>
            <a:r>
              <a:rPr lang="ko-KR" altLang="en-US" sz="2000" dirty="0"/>
              <a:t>모듈</a:t>
            </a:r>
            <a:r>
              <a:rPr lang="en-US" altLang="ko-KR" sz="2000" dirty="0"/>
              <a:t>/</a:t>
            </a:r>
            <a:r>
              <a:rPr lang="ko-KR" altLang="en-US" sz="2000" dirty="0"/>
              <a:t>그룹</a:t>
            </a:r>
            <a:r>
              <a:rPr lang="en-US" altLang="ko-KR" sz="2000" dirty="0"/>
              <a:t>(@defgroup, @addtogroup)</a:t>
            </a:r>
            <a:r>
              <a:rPr lang="ko-KR" altLang="en-US" sz="2000" dirty="0"/>
              <a:t>간의 의존 관계 다이어그램을 </a:t>
            </a:r>
            <a:r>
              <a:rPr lang="ko-KR" altLang="en-US" sz="2000" dirty="0" err="1"/>
              <a:t>생성할지의</a:t>
            </a:r>
            <a:r>
              <a:rPr lang="ko-KR" altLang="en-US" sz="2000" dirty="0"/>
              <a:t> 여부를 묻는 옵션</a:t>
            </a:r>
            <a:r>
              <a:rPr lang="en-US" altLang="ko-KR" sz="2000" dirty="0"/>
              <a:t>. </a:t>
            </a:r>
            <a:r>
              <a:rPr lang="ko-KR" altLang="en-US" sz="2000" dirty="0"/>
              <a:t>개발자가 그룹을 만들었을 때 </a:t>
            </a:r>
            <a:r>
              <a:rPr lang="en-US" altLang="ko-KR" sz="2000" dirty="0"/>
              <a:t>topics</a:t>
            </a:r>
            <a:r>
              <a:rPr lang="ko-KR" altLang="en-US" sz="2000" dirty="0"/>
              <a:t>에서 그룹 창에 들어가서 그래프를 확인할 수 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표시되는 관계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하위 그룹 포함 관계: 그룹 </a:t>
            </a:r>
            <a:r>
              <a:rPr lang="ko-KR" altLang="ko-KR" sz="2000" dirty="0" err="1"/>
              <a:t>A</a:t>
            </a:r>
            <a:r>
              <a:rPr lang="ko-KR" altLang="ko-KR" sz="2000" dirty="0"/>
              <a:t> 안에 그룹 </a:t>
            </a:r>
            <a:r>
              <a:rPr lang="ko-KR" altLang="ko-KR" sz="2000" dirty="0" err="1"/>
              <a:t>B가</a:t>
            </a:r>
            <a:r>
              <a:rPr lang="ko-KR" altLang="ko-KR" sz="2000" dirty="0"/>
              <a:t> 속해 있는 계층 구조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그룹 간 의존성 관계: 그룹 </a:t>
            </a:r>
            <a:r>
              <a:rPr lang="ko-KR" altLang="ko-KR" sz="2000" dirty="0" err="1"/>
              <a:t>A에</a:t>
            </a:r>
            <a:r>
              <a:rPr lang="ko-KR" altLang="ko-KR" sz="2000" dirty="0"/>
              <a:t> 속한 클래스/함수가 그룹 </a:t>
            </a:r>
            <a:r>
              <a:rPr lang="ko-KR" altLang="ko-KR" sz="2000" dirty="0" err="1"/>
              <a:t>B에</a:t>
            </a:r>
            <a:r>
              <a:rPr lang="ko-KR" altLang="ko-KR" sz="2000" dirty="0"/>
              <a:t> 속한 클래스/함수를 사</a:t>
            </a:r>
            <a:r>
              <a:rPr lang="en-US" altLang="ko-KR" sz="2000" dirty="0"/>
              <a:t>	</a:t>
            </a:r>
            <a:r>
              <a:rPr lang="ko-KR" altLang="ko-KR" sz="2000" dirty="0"/>
              <a:t>용할 때 나타나는 모듈 간 연결</a:t>
            </a:r>
            <a:br>
              <a:rPr lang="en-US" altLang="ko-KR" sz="2000" dirty="0"/>
            </a:br>
            <a:r>
              <a:rPr lang="ko-KR" altLang="en-US" sz="2000" dirty="0"/>
              <a:t>그룹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Doxygen</a:t>
            </a:r>
            <a:r>
              <a:rPr lang="ko-KR" altLang="en-US" sz="2000" dirty="0"/>
              <a:t>에는 관련 있는 코드들을 하나의 모듈</a:t>
            </a:r>
            <a:r>
              <a:rPr lang="en-US" altLang="ko-KR" sz="2000" dirty="0"/>
              <a:t>(</a:t>
            </a:r>
            <a:r>
              <a:rPr lang="ko-KR" altLang="en-US" sz="2000" dirty="0"/>
              <a:t>그룹으로 </a:t>
            </a:r>
            <a:r>
              <a:rPr lang="ko-KR" altLang="ko-KR" sz="2000" dirty="0"/>
              <a:t>묶어서 문서화하는 기능(@defgroup, @ingroup 주석)을 제공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232555974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69CF-1EE1-9E48-FB51-8C8C6CFB2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E5ADA-A0DF-6EA6-CCB0-DCC54A02D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  <a:r>
              <a:rPr lang="en-US" altLang="ko-KR" sz="3600" dirty="0"/>
              <a:t> 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145795-D388-BDE4-792F-E5DFF72F3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그룹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Doxygen</a:t>
            </a:r>
            <a:r>
              <a:rPr lang="ko-KR" altLang="en-US" sz="2000" dirty="0"/>
              <a:t>에는 관련 있는 코드들을 하나의 모듈</a:t>
            </a:r>
            <a:r>
              <a:rPr lang="en-US" altLang="ko-KR" sz="2000" dirty="0"/>
              <a:t>(</a:t>
            </a:r>
            <a:r>
              <a:rPr lang="ko-KR" altLang="en-US" sz="2000" dirty="0"/>
              <a:t>그룹으로 </a:t>
            </a:r>
            <a:r>
              <a:rPr lang="ko-KR" altLang="ko-KR" sz="2000" dirty="0"/>
              <a:t>묶어서 문서화하는 기능(@defgroup, @ingroup 주석)을 제공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623FCBD-8E91-747D-4B37-89B6084E397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69215"/>
          <a:ext cx="8286750" cy="4571673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3719957925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332829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404938221"/>
                    </a:ext>
                  </a:extLst>
                </a:gridCol>
              </a:tblGrid>
              <a:tr h="28390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명령어</a:t>
                      </a:r>
                      <a:endParaRPr lang="ko-K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설명</a:t>
                      </a:r>
                      <a:endParaRPr lang="ko-K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사용 예시</a:t>
                      </a:r>
                      <a:endParaRPr lang="ko-KR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312734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@defgroup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새로운 그룹(모듈)을 정의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고유한 </a:t>
                      </a:r>
                      <a:r>
                        <a:rPr lang="ko-KR" sz="13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ID와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sz="13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Doxygen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문서에 표시될 제목을 지정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@defgroup Network "네트워크 모듈"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248859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@ingroup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[&lt;id2&gt; ...]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특정 클래스, 함수, 파일 등을 지정한 그룹에 포함시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킨다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여러 그룹에 동시 소속도 가능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하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@ingroup Network */ 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class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Socket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;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160811"/>
                  </a:ext>
                </a:extLst>
              </a:tr>
              <a:tr h="87354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@addtogroup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기존 그룹에 요소를 추가합니다. 존재하지 않으면 새로 정의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블록</a:t>
                      </a:r>
                      <a:r>
                        <a:rPr lang="ko-KR" sz="8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 ... @}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 조합하여 많이 쓰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@addtogroup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05952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@weakgroup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 [&lt;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8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@addtogroup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과 동일하지만, 다른 그룹 설정과의 우선순위 경쟁에서 낮은 우선순위를 갖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는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@weakgroup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960281"/>
                  </a:ext>
                </a:extLst>
              </a:tr>
              <a:tr h="116290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</a:t>
                      </a:r>
                      <a:r>
                        <a:rPr lang="ko-KR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@{ ... @}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그룹 지정 범위(블록)의 시작과 끝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이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 블록 안의 모든 요소가 해당 그룹에 일괄 소속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된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 @addtogroup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/**@{*/ </a:t>
                      </a:r>
                      <a:br>
                        <a:rPr lang="en-US" alt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...</a:t>
                      </a:r>
                      <a:br>
                        <a:rPr lang="en-US" alt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/**@}*/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19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397377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F3736-CA8D-9542-1000-F73AB7D6A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2CCDD-7CCA-6D2F-08C5-8DFDC289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F6121-B14B-80C3-B61F-9510A0576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</a:t>
            </a:r>
            <a:r>
              <a:rPr lang="ko-KR" altLang="en-US" sz="2000" dirty="0"/>
              <a:t>를 사용한 코드 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5B24C5-DBC5-6D06-C9C6-1C8612C23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458" y="2049595"/>
            <a:ext cx="2377646" cy="42828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20E612-8A2A-599B-AF0E-9EDCD73D9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08" y="428095"/>
            <a:ext cx="3161690" cy="37629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AC34F19-53C1-8F7E-E994-FE0F5AC7D3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08" y="4191001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65048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6576-46EE-4CC1-9D59-3C6CD8F8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690CF-840A-4D67-375A-63BC505DD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854397-6D78-E224-B7D3-85DBF156C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 </a:t>
            </a:r>
            <a:r>
              <a:rPr lang="ko-KR" altLang="ko-KR" sz="2000" dirty="0"/>
              <a:t>하위 그룹 포함 관계</a:t>
            </a:r>
            <a:r>
              <a:rPr lang="en-US" altLang="ko-KR" sz="2000" dirty="0"/>
              <a:t>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59A6CE1-BC49-7ED0-26AA-9609FF439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49436"/>
            <a:ext cx="10849186" cy="48393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F3D880-EC14-EED7-2DAF-49AE6B9D5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52" y="0"/>
            <a:ext cx="1766157" cy="31813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E06A1D4-FB49-3FEF-3F4D-197A0AE3D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10" y="0"/>
            <a:ext cx="3161690" cy="376290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9B389BD-122B-44B9-88E1-83F2CD45C8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09" y="3762906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54692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0B7CC-DE97-609D-B6C0-BC8D5E9F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A6C29-B08C-1C2A-1544-8D01463E0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6E0514-8261-DD9A-0F17-C6E63FF52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 </a:t>
            </a:r>
            <a:r>
              <a:rPr lang="ko-KR" altLang="ko-KR" sz="2000" dirty="0"/>
              <a:t>그룹 간 의존성 관계</a:t>
            </a:r>
            <a:r>
              <a:rPr lang="en-US" altLang="ko-KR" sz="2000" dirty="0"/>
              <a:t>(</a:t>
            </a:r>
            <a:r>
              <a:rPr lang="ko-KR" altLang="en-US" sz="2000" dirty="0"/>
              <a:t>점선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6C034FC-D36F-2BBC-0B4D-58462006C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81453"/>
            <a:ext cx="10629900" cy="49597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3740CD-7F00-EA38-5ECF-B18F36596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52" y="0"/>
            <a:ext cx="1766157" cy="31813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80FB47-BC60-4059-CC83-F13D28F65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10" y="0"/>
            <a:ext cx="3161690" cy="376290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CA720F2-7494-590B-3BBF-5631C7CB17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09" y="3762906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41222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A71B-B8FA-40E2-5748-332D7767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B903E-F778-0695-E52D-1F9555E45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F668C-8B38-BD39-B98C-3FE73CFFD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1047"/>
            <a:ext cx="10744200" cy="569695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UML: </a:t>
            </a:r>
            <a:r>
              <a:rPr lang="ko-KR" altLang="ko-KR" sz="2000" dirty="0"/>
              <a:t>UML(</a:t>
            </a:r>
            <a:r>
              <a:rPr lang="ko-KR" altLang="ko-KR" sz="2000" dirty="0" err="1"/>
              <a:t>Unified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Modeling</a:t>
            </a:r>
            <a:r>
              <a:rPr lang="ko-KR" altLang="ko-KR" sz="2000" dirty="0"/>
              <a:t> </a:t>
            </a:r>
            <a:r>
              <a:rPr lang="ko-KR" altLang="ko-KR" sz="2000" dirty="0" err="1"/>
              <a:t>Language</a:t>
            </a:r>
            <a:r>
              <a:rPr lang="ko-KR" altLang="ko-KR" sz="2000" dirty="0"/>
              <a:t>, 통합 모델링 언어)은 객체 지향 소프트웨어 시스템의 구조와 행위를 시각화, 명세화, 구축, 문서화하기 위해 만들어진 </a:t>
            </a:r>
            <a:r>
              <a:rPr lang="ko-KR" altLang="ko-KR" sz="2000" b="1" dirty="0"/>
              <a:t>국제 표준 모델링 </a:t>
            </a:r>
            <a:br>
              <a:rPr lang="en-US" altLang="ko-KR" sz="2000" b="1" dirty="0"/>
            </a:br>
            <a:r>
              <a:rPr lang="ko-KR" altLang="ko-KR" sz="2000" b="1" dirty="0"/>
              <a:t>언어</a:t>
            </a:r>
            <a:r>
              <a:rPr lang="ko-KR" altLang="en-US" sz="2000" dirty="0"/>
              <a:t>이다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소프트웨어 개발이 복잡해지면서 개발자, 기획자, </a:t>
            </a:r>
            <a:r>
              <a:rPr lang="ko-KR" altLang="ko-KR" sz="2000" dirty="0" err="1"/>
              <a:t>아키텍트</a:t>
            </a:r>
            <a:r>
              <a:rPr lang="ko-KR" altLang="ko-KR" sz="2000" dirty="0"/>
              <a:t> 간의 의사소통 오류를 줄이기 위해 OMG(</a:t>
            </a:r>
            <a:r>
              <a:rPr lang="ko-KR" altLang="ko-KR" sz="2000" dirty="0" err="1"/>
              <a:t>Object</a:t>
            </a:r>
            <a:r>
              <a:rPr lang="ko-KR" altLang="ko-KR" sz="2000" dirty="0"/>
              <a:t> Management Group)에서 </a:t>
            </a:r>
            <a:r>
              <a:rPr lang="ko-KR" altLang="ko-KR" sz="2000" dirty="0" err="1"/>
              <a:t>표준화</a:t>
            </a:r>
            <a:r>
              <a:rPr lang="ko-KR" altLang="en-US" sz="2000" dirty="0" err="1"/>
              <a:t>했다</a:t>
            </a:r>
            <a:r>
              <a:rPr lang="ko-KR" altLang="ko-KR" sz="2000" dirty="0"/>
              <a:t>. 단순한 그림이 아니라, 코드로 구현될 소프트웨어의 설계도 역할을 수행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표준화된 문법</a:t>
            </a:r>
            <a:r>
              <a:rPr lang="en-US" altLang="ko-KR" sz="2000" dirty="0"/>
              <a:t>(</a:t>
            </a:r>
            <a:r>
              <a:rPr lang="ko-KR" altLang="en-US" sz="2000" dirty="0"/>
              <a:t>코드가 아닌 시각적 도형 및 기호에 따른 문법</a:t>
            </a:r>
            <a:r>
              <a:rPr lang="en-US" altLang="ko-KR" sz="2000" dirty="0"/>
              <a:t>)</a:t>
            </a:r>
            <a:r>
              <a:rPr lang="ko-KR" altLang="en-US" sz="2000" dirty="0"/>
              <a:t>에 따라 </a:t>
            </a:r>
            <a:r>
              <a:rPr lang="ko-KR" altLang="ko-KR" sz="2000" dirty="0"/>
              <a:t>클래스, 객체, 속성, 메서드, 그리고 이들 간의 관계(상속, 의존, 포함 등)를 표현하는 약속된 기호와 화살표를 사용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시스템의 </a:t>
            </a:r>
            <a:r>
              <a:rPr lang="ko-KR" altLang="en-US" sz="2000" dirty="0"/>
              <a:t>정적인</a:t>
            </a:r>
            <a:r>
              <a:rPr lang="ko-KR" altLang="ko-KR" sz="2000" dirty="0"/>
              <a:t> 형태를 보여주는 구조 다이어그램(</a:t>
            </a:r>
            <a:r>
              <a:rPr lang="ko-KR" altLang="ko-KR" sz="2000" dirty="0" err="1"/>
              <a:t>Structure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</a:t>
            </a:r>
            <a:r>
              <a:rPr lang="ko-KR" altLang="ko-KR" sz="2000" dirty="0"/>
              <a:t>)과 </a:t>
            </a:r>
            <a:r>
              <a:rPr lang="ko-KR" altLang="en-US" sz="2000" dirty="0"/>
              <a:t>동적인</a:t>
            </a:r>
            <a:r>
              <a:rPr lang="ko-KR" altLang="ko-KR" sz="2000" dirty="0"/>
              <a:t> 흐름을 보여주는 행위 다이어그램(</a:t>
            </a:r>
            <a:r>
              <a:rPr lang="ko-KR" altLang="ko-KR" sz="2000" dirty="0" err="1"/>
              <a:t>Behavior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</a:t>
            </a:r>
            <a:r>
              <a:rPr lang="ko-KR" altLang="ko-KR" sz="2000" dirty="0"/>
              <a:t>)</a:t>
            </a:r>
            <a:r>
              <a:rPr lang="ko-KR" altLang="ko-KR" sz="2000" dirty="0" err="1"/>
              <a:t>으로</a:t>
            </a:r>
            <a:r>
              <a:rPr lang="ko-KR" altLang="ko-KR" sz="2000" dirty="0"/>
              <a:t> 나눠 표현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화살표 머리 모양, 선의 종류마다 </a:t>
            </a:r>
            <a:r>
              <a:rPr lang="ko-KR" altLang="ko-KR" sz="2000" b="1" dirty="0"/>
              <a:t>정확한 객체지향 의미</a:t>
            </a:r>
            <a:r>
              <a:rPr lang="ko-KR" altLang="ko-KR" sz="2000" dirty="0"/>
              <a:t> 존재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객체 간 관계, 상태 변화, 시스템 배치, 사용자 상호작용 등</a:t>
            </a:r>
            <a:r>
              <a:rPr lang="ko-KR" altLang="en-US" sz="2000" dirty="0"/>
              <a:t>을</a:t>
            </a:r>
            <a:r>
              <a:rPr lang="ko-KR" altLang="ko-KR" sz="2000" dirty="0"/>
              <a:t> 다각도</a:t>
            </a:r>
            <a:r>
              <a:rPr lang="ko-KR" altLang="en-US" sz="2000" dirty="0"/>
              <a:t>로 표현함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국제 표준이기에 </a:t>
            </a:r>
            <a:r>
              <a:rPr lang="ko-KR" altLang="ko-KR" sz="2000" dirty="0">
                <a:latin typeface="Google Sans Text"/>
              </a:rPr>
              <a:t>UML 규칙을 아는 개발자라면 </a:t>
            </a:r>
            <a:r>
              <a:rPr lang="ko-KR" altLang="ko-KR" sz="2000" b="1" dirty="0">
                <a:latin typeface="Google Sans Text"/>
              </a:rPr>
              <a:t>설명 없이도 설계 의도 파악 가능</a:t>
            </a:r>
            <a:endParaRPr lang="en-US" altLang="ko-KR" sz="2000" b="1" dirty="0">
              <a:latin typeface="Google Sans Text"/>
            </a:endParaRPr>
          </a:p>
          <a:p>
            <a:pPr>
              <a:lnSpc>
                <a:spcPct val="100000"/>
              </a:lnSpc>
            </a:pPr>
            <a:r>
              <a:rPr lang="ko-KR" altLang="ko-KR" sz="2000" dirty="0" err="1"/>
              <a:t>Doxygen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StarUML</a:t>
            </a:r>
            <a:r>
              <a:rPr lang="ko-KR" altLang="ko-KR" sz="2000" dirty="0"/>
              <a:t> 등을 통한 </a:t>
            </a:r>
            <a:r>
              <a:rPr lang="ko-KR" altLang="ko-KR" sz="2000" b="1" dirty="0"/>
              <a:t>자동 코드 생성 및 </a:t>
            </a:r>
            <a:r>
              <a:rPr lang="ko-KR" altLang="ko-KR" sz="2000" b="1" dirty="0" err="1"/>
              <a:t>역공학</a:t>
            </a:r>
            <a:r>
              <a:rPr lang="ko-KR" altLang="ko-KR" sz="2000" b="1" dirty="0"/>
              <a:t>(</a:t>
            </a:r>
            <a:r>
              <a:rPr lang="ko-KR" altLang="ko-KR" sz="2000" b="1" dirty="0" err="1"/>
              <a:t>Reverse</a:t>
            </a:r>
            <a:r>
              <a:rPr lang="ko-KR" altLang="ko-KR" sz="2000" b="1" dirty="0"/>
              <a:t> Engineering)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소스 코드를 분석해 다이어그램을 만드는 것</a:t>
            </a:r>
            <a:r>
              <a:rPr lang="en-US" altLang="ko-KR" sz="2000" b="1" dirty="0"/>
              <a:t>)</a:t>
            </a:r>
            <a:r>
              <a:rPr lang="ko-KR" altLang="ko-KR" sz="2000" dirty="0"/>
              <a:t> 가능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60676512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7BE55-9FA5-DD76-F298-FA329DD59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C43B7-265C-2369-9BA1-9EF94E38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DEB809-72D7-6230-B154-2BD936F98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200" dirty="0"/>
              <a:t>UML_LOOK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YES/NO (</a:t>
            </a:r>
            <a:r>
              <a:rPr lang="ko-KR" altLang="en-US" sz="2200" dirty="0"/>
              <a:t>기본값 </a:t>
            </a:r>
            <a:r>
              <a:rPr lang="en-US" altLang="ko-KR" sz="2200" dirty="0"/>
              <a:t>: NO)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 </a:t>
            </a:r>
            <a:r>
              <a:rPr lang="ko-KR" altLang="ko-KR" sz="2200" dirty="0" err="1"/>
              <a:t>YES로</a:t>
            </a:r>
            <a:r>
              <a:rPr lang="ko-KR" altLang="ko-KR" sz="2200" dirty="0"/>
              <a:t> 설정하면 상속 및 협력 다이어그램을 </a:t>
            </a:r>
            <a:r>
              <a:rPr lang="ko-KR" altLang="ko-KR" sz="2200" dirty="0" err="1"/>
              <a:t>OMG의</a:t>
            </a:r>
            <a:r>
              <a:rPr lang="ko-KR" altLang="ko-KR" sz="2200" dirty="0"/>
              <a:t> UML(</a:t>
            </a:r>
            <a:r>
              <a:rPr lang="ko-KR" altLang="ko-KR" sz="2200" dirty="0" err="1"/>
              <a:t>Unified</a:t>
            </a:r>
            <a:r>
              <a:rPr lang="ko-KR" altLang="ko-KR" sz="2200" dirty="0"/>
              <a:t> </a:t>
            </a:r>
            <a:r>
              <a:rPr lang="ko-KR" altLang="ko-KR" sz="2200" dirty="0" err="1"/>
              <a:t>Modeling</a:t>
            </a:r>
            <a:r>
              <a:rPr lang="ko-KR" altLang="ko-KR" sz="2200" dirty="0"/>
              <a:t> </a:t>
            </a:r>
            <a:r>
              <a:rPr lang="ko-KR" altLang="ko-KR" sz="2200" dirty="0" err="1"/>
              <a:t>Language</a:t>
            </a:r>
            <a:r>
              <a:rPr lang="ko-KR" altLang="ko-KR" sz="2200" dirty="0"/>
              <a:t>) 스타일과 유사하게 생성</a:t>
            </a:r>
            <a:r>
              <a:rPr lang="ko-KR" altLang="en-US" sz="2200" dirty="0"/>
              <a:t>한</a:t>
            </a:r>
            <a:r>
              <a:rPr lang="ko-KR" altLang="ko-KR" sz="2200" dirty="0"/>
              <a:t>다.</a:t>
            </a:r>
            <a:br>
              <a:rPr lang="en-US" altLang="ko-KR" sz="2200" dirty="0"/>
            </a:br>
            <a:r>
              <a:rPr lang="ko-KR" altLang="en-US" sz="2200" dirty="0"/>
              <a:t>부연 설명</a:t>
            </a:r>
            <a:r>
              <a:rPr lang="en-US" altLang="ko-KR" sz="2200" dirty="0"/>
              <a:t> : </a:t>
            </a:r>
            <a:r>
              <a:rPr lang="en-US" altLang="ko-KR" sz="2200" b="1" dirty="0"/>
              <a:t>UML</a:t>
            </a:r>
            <a:r>
              <a:rPr lang="ko-KR" altLang="en-US" sz="2200" b="1" dirty="0"/>
              <a:t> 표준에 따른 다이어그램을 생성한다</a:t>
            </a:r>
            <a:r>
              <a:rPr lang="en-US" altLang="ko-KR" sz="2200" b="1" dirty="0"/>
              <a:t>. </a:t>
            </a:r>
            <a:r>
              <a:rPr lang="ko-KR" altLang="en-US" sz="2200" dirty="0"/>
              <a:t>기존 그래프에 비해 많은 정</a:t>
            </a:r>
            <a:r>
              <a:rPr lang="en-US" altLang="ko-KR" sz="2200" dirty="0"/>
              <a:t>	       </a:t>
            </a:r>
            <a:r>
              <a:rPr lang="ko-KR" altLang="en-US" sz="2200" dirty="0"/>
              <a:t>보가 들어 있다</a:t>
            </a:r>
            <a:r>
              <a:rPr lang="en-US" altLang="ko-KR" sz="2200" dirty="0"/>
              <a:t>.</a:t>
            </a:r>
            <a:endParaRPr lang="en-US" altLang="ko-KR" sz="2200" b="1" dirty="0"/>
          </a:p>
          <a:p>
            <a:pPr>
              <a:lnSpc>
                <a:spcPct val="100000"/>
              </a:lnSpc>
            </a:pPr>
            <a:r>
              <a:rPr lang="en-US" altLang="ko-KR" sz="2200" dirty="0"/>
              <a:t>UML_LIMIT_NUM_FIELDS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</a:t>
            </a:r>
            <a:r>
              <a:rPr lang="ko-KR" altLang="ko-KR" sz="2200" dirty="0"/>
              <a:t>최솟값: 0, 최댓값: 100, 기본값: 10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 </a:t>
            </a:r>
            <a:r>
              <a:rPr lang="ko-KR" altLang="ko-KR" sz="2200" dirty="0" err="1"/>
              <a:t>UML_LOOK이</a:t>
            </a:r>
            <a:r>
              <a:rPr lang="ko-KR" altLang="ko-KR" sz="2200" dirty="0"/>
              <a:t> 활성화된 경우 노드 내부에 표시되는 필드 및 메서드 수의 제한을 설정</a:t>
            </a:r>
            <a:r>
              <a:rPr lang="ko-KR" altLang="en-US" sz="2200" dirty="0"/>
              <a:t>한다</a:t>
            </a:r>
            <a:r>
              <a:rPr lang="ko-KR" altLang="ko-KR" sz="2200" dirty="0"/>
              <a:t>. 0으로 설정하면 제한이 없다. (단, </a:t>
            </a:r>
            <a:r>
              <a:rPr lang="ko-KR" altLang="ko-KR" sz="2200" dirty="0" err="1"/>
              <a:t>설정값의</a:t>
            </a:r>
            <a:r>
              <a:rPr lang="ko-KR" altLang="ko-KR" sz="2200" dirty="0"/>
              <a:t> 50%까지 초과 허용 후 제한이 적용</a:t>
            </a:r>
            <a:r>
              <a:rPr lang="ko-KR" altLang="en-US" sz="2200" dirty="0"/>
              <a:t>된</a:t>
            </a:r>
            <a:r>
              <a:rPr lang="ko-KR" altLang="ko-KR" sz="2200" dirty="0"/>
              <a:t>다. 예: 10으로 설정 시 15개까지는 표시되나 15개를 넘어가면 10개로 제한)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3436691140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CCED9-9DC1-4F8B-DB71-ADD06C0E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77EED-E9EE-98FB-9FC8-60DA5186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03619-501E-F151-8B32-8E1AF30AB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UML_MAX_EDGE_LABELS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</a:t>
            </a:r>
            <a:r>
              <a:rPr lang="ko-KR" altLang="ko-KR" sz="2200" dirty="0"/>
              <a:t>최솟값: 0, 최댓값: 100, 기본값: 10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</a:t>
            </a:r>
            <a:r>
              <a:rPr lang="ko-KR" altLang="ko-KR" sz="2200" dirty="0"/>
              <a:t> </a:t>
            </a:r>
            <a:r>
              <a:rPr lang="ko-KR" altLang="ko-KR" sz="2200" dirty="0" err="1"/>
              <a:t>UML_LOOK이</a:t>
            </a:r>
            <a:r>
              <a:rPr lang="ko-KR" altLang="ko-KR" sz="2200" dirty="0"/>
              <a:t> 활성화된 경우 두 노드 사이의 연결선(</a:t>
            </a:r>
            <a:r>
              <a:rPr lang="ko-KR" altLang="ko-KR" sz="2200" dirty="0" err="1"/>
              <a:t>엣지</a:t>
            </a:r>
            <a:r>
              <a:rPr lang="ko-KR" altLang="ko-KR" sz="2200" dirty="0"/>
              <a:t>)에 표시되는 필드 레이블 수의 제한을 설정</a:t>
            </a:r>
            <a:r>
              <a:rPr lang="ko-KR" altLang="en-US" sz="2200" dirty="0"/>
              <a:t>한다</a:t>
            </a:r>
            <a:r>
              <a:rPr lang="ko-KR" altLang="ko-KR" sz="2200" dirty="0"/>
              <a:t>. 0으로 설정하면 제한이 없다.</a:t>
            </a:r>
            <a:endParaRPr lang="en-US" altLang="ko-KR" sz="2200" dirty="0"/>
          </a:p>
          <a:p>
            <a:r>
              <a:rPr lang="en-US" altLang="ko-KR" sz="2000" dirty="0"/>
              <a:t>DOT_UML_DETAILS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YES/NO/NONE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UML 그래프의 세부 정보 표시 방식을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1800" dirty="0"/>
              <a:t>NO: 타입과 매개변수 없이 속성과 메서드 이름만 표시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YES: 속성과 메서드에 타입과 매개변수를 포함하여 표시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NONE: 멤버 정보 필드를 생성하지 않고 관계 표현에만 UML 표기법을 사용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76103810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9E53-25C5-BB05-BB84-E8CA7C553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195CE-224C-20E2-585D-5CF55A84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B8CC6C-C2F2-B943-4BE6-8D0237898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9641"/>
            <a:ext cx="5823284" cy="39583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84ECB3-3B9B-D4DA-37BC-B5B9A1BAB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15" y="1500955"/>
            <a:ext cx="6676585" cy="535704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726965-930A-76DE-AED2-FED5C310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UML </a:t>
            </a:r>
            <a:r>
              <a:rPr lang="ko-KR" altLang="en-US" sz="2200" dirty="0"/>
              <a:t>사용한 다이어그램 예시</a:t>
            </a:r>
            <a:endParaRPr lang="en-US" altLang="ko-KR" sz="2200" dirty="0"/>
          </a:p>
          <a:p>
            <a:r>
              <a:rPr lang="en-US" altLang="ko-KR" sz="1600" dirty="0"/>
              <a:t>UML_LOOK = YES</a:t>
            </a:r>
          </a:p>
          <a:p>
            <a:r>
              <a:rPr lang="en-US" altLang="ko-KR" sz="1600" dirty="0"/>
              <a:t>UML_LIMIT_NUM_FIELDS , UML_MAX_EDGE_LABELS = </a:t>
            </a:r>
            <a:r>
              <a:rPr lang="ko-KR" altLang="ko-KR" sz="1600" dirty="0"/>
              <a:t>10</a:t>
            </a:r>
            <a:endParaRPr lang="en-US" altLang="ko-KR" sz="1600" dirty="0"/>
          </a:p>
          <a:p>
            <a:r>
              <a:rPr lang="en-US" altLang="ko-KR" sz="1600" dirty="0"/>
              <a:t>DOT_UML_DETAILS = YES</a:t>
            </a:r>
          </a:p>
        </p:txBody>
      </p:sp>
    </p:spTree>
    <p:extLst>
      <p:ext uri="{BB962C8B-B14F-4D97-AF65-F5344CB8AC3E}">
        <p14:creationId xmlns:p14="http://schemas.microsoft.com/office/powerpoint/2010/main" val="3694018085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B495F-73B7-863C-A6E1-A3087AA3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21B2D6-26C8-0AA3-4121-3588C6B7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 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9486F-4798-45CB-E69A-317BE48A8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DOT_WRAP_THRESHOLD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1000, 기본값: 17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한 줄에 표시할 최대 문자 수를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실제 줄 길이가 이 값보다 크게 길어지면 여러 줄로 자동 </a:t>
            </a:r>
            <a:r>
              <a:rPr lang="ko-KR" altLang="ko-KR" sz="2000" dirty="0" err="1"/>
              <a:t>줄바꿈</a:t>
            </a:r>
            <a:r>
              <a:rPr lang="ko-KR" altLang="en-US" sz="2000" dirty="0" err="1"/>
              <a:t>된</a:t>
            </a:r>
            <a:r>
              <a:rPr lang="ko-KR" altLang="ko-KR" sz="2000" dirty="0" err="1"/>
              <a:t>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r>
              <a:rPr lang="en-US" altLang="ko-KR" sz="2000" dirty="0"/>
              <a:t>TEMPLATE_RELATIONS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상속 및 협력 그래프에 템플릿과 템플릿 인스턴스 간의 관계를 표시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29070806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7B6A-1187-D408-10FD-D04E946D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40066-7086-A744-192E-EE47B6C6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 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7F6629-EC0F-70CC-5634-48E21CABB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042" y="1006929"/>
            <a:ext cx="7603958" cy="58510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C1885A-A437-D0E8-E178-D6642FABC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TEMPLATE_RELATIONS = YES </a:t>
            </a:r>
            <a:r>
              <a:rPr lang="ko-KR" altLang="en-US" sz="2000" dirty="0"/>
              <a:t>예시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946828795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63EBA-685D-E048-8005-EFDA10FA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9E2CD-AEF7-AE9E-3F9C-E6A83E4B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include,</a:t>
            </a:r>
            <a:r>
              <a:rPr lang="ko-KR" altLang="en-US" sz="3600" dirty="0"/>
              <a:t> </a:t>
            </a:r>
            <a:r>
              <a:rPr lang="en-US" altLang="ko-KR" sz="3600" dirty="0"/>
              <a:t>included</a:t>
            </a:r>
            <a:r>
              <a:rPr lang="ko-KR" altLang="en-US" sz="3600" dirty="0"/>
              <a:t> 그래프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3B0D7F-4BB4-5633-2DFE-22B4EF71F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INCLUDE_GRAPH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INCLUDE_GRAPH, ENABLE_PREPROCESSING, </a:t>
            </a:r>
            <a:r>
              <a:rPr lang="ko-KR" altLang="ko-KR" sz="2000" dirty="0" err="1"/>
              <a:t>SEARCH_INCLUDES가</a:t>
            </a:r>
            <a:r>
              <a:rPr lang="ko-KR" altLang="ko-KR" sz="2000" dirty="0"/>
              <a:t> 모두 </a:t>
            </a:r>
            <a:r>
              <a:rPr lang="ko-KR" altLang="ko-KR" sz="2000" dirty="0" err="1"/>
              <a:t>YES일</a:t>
            </a:r>
            <a:r>
              <a:rPr lang="ko-KR" altLang="ko-KR" sz="2000" dirty="0"/>
              <a:t> 때 파일 간의 직접/간접 #include 의존성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includegraph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hideincludegraph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INCLUDED_BY_GRAPH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INCLUDED_BY_GRAPH, ENABLE_PREPROCESSING, </a:t>
            </a:r>
            <a:r>
              <a:rPr lang="ko-KR" altLang="ko-KR" sz="2000" dirty="0" err="1"/>
              <a:t>SEARCH_INCLUDES가</a:t>
            </a:r>
            <a:r>
              <a:rPr lang="ko-KR" altLang="ko-KR" sz="2000" dirty="0"/>
              <a:t> 모두 </a:t>
            </a:r>
            <a:r>
              <a:rPr lang="ko-KR" altLang="ko-KR" sz="2000" dirty="0" err="1"/>
              <a:t>YES일</a:t>
            </a:r>
            <a:r>
              <a:rPr lang="ko-KR" altLang="ko-KR" sz="2000" dirty="0"/>
              <a:t> 때 해당 파일을 </a:t>
            </a:r>
            <a:r>
              <a:rPr lang="ko-KR" altLang="ko-KR" sz="2000" dirty="0" err="1"/>
              <a:t>include하는</a:t>
            </a:r>
            <a:r>
              <a:rPr lang="ko-KR" altLang="ko-KR" sz="2000" dirty="0"/>
              <a:t> 다른 파일들의 의존성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includedbygraph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hideincludedbygraph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각각 </a:t>
            </a:r>
            <a:r>
              <a:rPr lang="en-US" altLang="ko-KR" sz="2000" b="1" dirty="0"/>
              <a:t>include </a:t>
            </a:r>
            <a:r>
              <a:rPr lang="ko-KR" altLang="en-US" sz="2000" b="1" dirty="0"/>
              <a:t>한 파일과 현재 파일을 </a:t>
            </a:r>
            <a:r>
              <a:rPr lang="en-US" altLang="ko-KR" sz="2000" b="1" dirty="0"/>
              <a:t>include</a:t>
            </a:r>
            <a:r>
              <a:rPr lang="ko-KR" altLang="en-US" sz="2000" b="1" dirty="0"/>
              <a:t>한 파일에 대한 그래프를 제공한다</a:t>
            </a:r>
            <a:r>
              <a:rPr lang="en-US" altLang="ko-KR" sz="2000" b="1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파일들 </a:t>
            </a:r>
            <a:r>
              <a:rPr lang="en-US" altLang="ko-KR" sz="2000" dirty="0"/>
              <a:t>-&gt; </a:t>
            </a:r>
            <a:r>
              <a:rPr lang="ko-KR" altLang="en-US" sz="2000" dirty="0"/>
              <a:t>파일 페이지 상단에서 확인 가능하다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238141336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A469-388A-34C2-02C3-06CB9FD8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24899-1203-D72D-EE64-18724E8B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include,</a:t>
            </a:r>
            <a:r>
              <a:rPr lang="ko-KR" altLang="en-US" sz="3600" dirty="0"/>
              <a:t> </a:t>
            </a:r>
            <a:r>
              <a:rPr lang="en-US" altLang="ko-KR" sz="3600" dirty="0"/>
              <a:t>included</a:t>
            </a:r>
            <a:r>
              <a:rPr lang="ko-KR" altLang="en-US" sz="3600" dirty="0"/>
              <a:t> 그래프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8C467C-C319-0B51-8CE0-4F8E8C12C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INCLUDE_GRAPH(</a:t>
            </a:r>
            <a:r>
              <a:rPr lang="ko-KR" altLang="en-US" sz="2000" dirty="0"/>
              <a:t>위</a:t>
            </a:r>
            <a:r>
              <a:rPr lang="en-US" altLang="ko-KR" sz="2000" dirty="0"/>
              <a:t>), INCLUDED_BY_GRAPH(</a:t>
            </a:r>
            <a:r>
              <a:rPr lang="ko-KR" altLang="en-US" sz="2000" dirty="0"/>
              <a:t>아래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80C8C8-4143-BC00-9B67-940C4D89A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1" y="1909384"/>
            <a:ext cx="8261684" cy="453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13634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0EDB-19E5-3B16-0A54-31B53722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FCAD2-F992-3B4D-31DE-57EDE737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call, caller </a:t>
            </a:r>
            <a:r>
              <a:rPr lang="ko-KR" altLang="en-US" sz="3600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B4431-89E5-BC77-3D2C-4AE2EAAF5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CALL_GRAPH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전역 함수 또는 클래스 메서드의 호출 그래프(</a:t>
            </a:r>
            <a:r>
              <a:rPr lang="ko-KR" altLang="ko-KR" sz="2000" dirty="0" err="1"/>
              <a:t>Call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</a:t>
            </a:r>
            <a:r>
              <a:rPr lang="ko-KR" altLang="ko-KR" sz="2000" dirty="0"/>
              <a:t>)를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주의: </a:t>
            </a:r>
            <a:r>
              <a:rPr lang="ko-KR" altLang="ko-KR" sz="2000" b="1" dirty="0"/>
              <a:t>실행 시간이 크게 늘어날 수 있으므로 필요한 함수에만 \</a:t>
            </a:r>
            <a:r>
              <a:rPr lang="ko-KR" altLang="ko-KR" sz="2000" b="1" dirty="0" err="1"/>
              <a:t>callgraph</a:t>
            </a:r>
            <a:r>
              <a:rPr lang="ko-KR" altLang="ko-KR" sz="2000" b="1" dirty="0"/>
              <a:t> 명령어를 사용하는 것을 권장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비활성화는 \</a:t>
            </a:r>
            <a:r>
              <a:rPr lang="ko-KR" altLang="ko-KR" sz="2000" dirty="0" err="1"/>
              <a:t>hidecallgraph를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000" dirty="0"/>
              <a:t>CALLER_GRAPH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전역 함수 또는 클래스 메서드의 피호출자 그래프(</a:t>
            </a:r>
            <a:r>
              <a:rPr lang="ko-KR" altLang="ko-KR" sz="2000" dirty="0" err="1"/>
              <a:t>Caller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</a:t>
            </a:r>
            <a:r>
              <a:rPr lang="ko-KR" altLang="ko-KR" sz="2000" dirty="0"/>
              <a:t>)를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주의: </a:t>
            </a:r>
            <a:r>
              <a:rPr lang="ko-KR" altLang="ko-KR" sz="2000" b="1" dirty="0"/>
              <a:t>실행 시간이 크게 늘어날 수 있으므로 필요한 함수에만 \</a:t>
            </a:r>
            <a:r>
              <a:rPr lang="ko-KR" altLang="ko-KR" sz="2000" b="1" dirty="0" err="1"/>
              <a:t>callergraph</a:t>
            </a:r>
            <a:r>
              <a:rPr lang="ko-KR" altLang="ko-KR" sz="2000" b="1" dirty="0"/>
              <a:t> 명령어를 사용하는 것을 권장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비활성화는 \</a:t>
            </a:r>
            <a:r>
              <a:rPr lang="ko-KR" altLang="ko-KR" sz="2000" dirty="0" err="1"/>
              <a:t>hidecallergraph를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특정 함수가 내부에서 호출하는 함수에 대한 그래프</a:t>
            </a:r>
            <a:r>
              <a:rPr lang="ko-KR" altLang="en-US" sz="2000" dirty="0"/>
              <a:t>를 만드는 옵션이 </a:t>
            </a:r>
            <a:r>
              <a:rPr lang="en-US" altLang="ko-KR" sz="2000" dirty="0"/>
              <a:t>		       	       CALL_GRAPH</a:t>
            </a:r>
            <a:r>
              <a:rPr lang="ko-KR" altLang="en-US" sz="2000" dirty="0"/>
              <a:t>이고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특정 함수가 어디에서 호출되었는지 나타내는 그래프</a:t>
            </a:r>
            <a:r>
              <a:rPr lang="ko-KR" altLang="en-US" sz="2000" dirty="0"/>
              <a:t>를 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만드는 옵션이 </a:t>
            </a:r>
            <a:r>
              <a:rPr lang="en-US" altLang="ko-KR" sz="2000" dirty="0"/>
              <a:t>CALLER_GRAPH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각 클래스 파일 내부에 있는 멤버 함수 문서화 부분</a:t>
            </a:r>
            <a:r>
              <a:rPr lang="en-US" altLang="ko-KR" sz="2000" dirty="0"/>
              <a:t>(</a:t>
            </a:r>
            <a:r>
              <a:rPr lang="ko-KR" altLang="en-US" sz="2000" dirty="0"/>
              <a:t>목차에서 확인</a:t>
            </a:r>
            <a:r>
              <a:rPr lang="en-US" altLang="ko-KR" sz="2000" dirty="0"/>
              <a:t>)</a:t>
            </a:r>
            <a:r>
              <a:rPr lang="ko-KR" altLang="en-US" sz="2000" dirty="0"/>
              <a:t>에서 확인 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가능하다</a:t>
            </a:r>
            <a:r>
              <a:rPr lang="en-US" altLang="ko-KR" sz="2000" dirty="0"/>
              <a:t>.</a:t>
            </a:r>
          </a:p>
          <a:p>
            <a:endParaRPr lang="ko-KR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30909379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94BA2-B730-68AD-D34D-2F9673DA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04173-9EEE-8942-2913-E07B81714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call, caller </a:t>
            </a:r>
            <a:r>
              <a:rPr lang="ko-KR" altLang="en-US" sz="3600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B40E07-25F8-6860-2C33-782B4085F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CALL_GRAPH(</a:t>
            </a:r>
            <a:r>
              <a:rPr lang="ko-KR" altLang="en-US" sz="2000" dirty="0"/>
              <a:t>위</a:t>
            </a:r>
            <a:r>
              <a:rPr lang="en-US" altLang="ko-KR" sz="2000" dirty="0"/>
              <a:t>), CALLER_GRAPH(</a:t>
            </a:r>
            <a:r>
              <a:rPr lang="ko-KR" altLang="en-US" sz="2000" dirty="0"/>
              <a:t>아래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A06CDD-17F9-08BA-BA11-2C958EEC2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7244"/>
            <a:ext cx="12192000" cy="48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72553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E3A06-EF8E-F48A-9423-6213F6D1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E398D-7FB0-D77F-9C38-D71B305B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D46FD7-7CB4-73EB-5ACE-9059B1799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GRAPHICAL_HIERARCHY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b="1" dirty="0"/>
              <a:t>전체 클래스 계층 구조를 텍스트 대신 그래픽 형태로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dirty="0"/>
              <a:t>클래스 </a:t>
            </a:r>
            <a:r>
              <a:rPr lang="en-US" altLang="ko-KR" sz="2000" dirty="0"/>
              <a:t>-&gt; </a:t>
            </a:r>
            <a:r>
              <a:rPr lang="ko-KR" altLang="en-US" sz="2000" dirty="0"/>
              <a:t>클래스 계통도를 눌렀을 때 그래프로 볼 수 있게 해주는 옵션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11361339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8A01-3F6D-016A-69CA-6029546C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B910A-8EFE-EB96-AA91-ACE22108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22F965-3696-9FAF-74F0-150B854F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GRAPHICAL_HIERARCHY </a:t>
            </a:r>
            <a:r>
              <a:rPr lang="ko-KR" altLang="en-US" sz="2000" dirty="0"/>
              <a:t>예시</a:t>
            </a:r>
            <a:r>
              <a:rPr lang="en-US" altLang="ko-KR" sz="2000" dirty="0"/>
              <a:t> – </a:t>
            </a:r>
            <a:r>
              <a:rPr lang="ko-KR" altLang="en-US" sz="2000" dirty="0"/>
              <a:t>왼쪽이 </a:t>
            </a:r>
            <a:r>
              <a:rPr lang="en-US" altLang="ko-KR" sz="2000" dirty="0"/>
              <a:t>NO,</a:t>
            </a:r>
            <a:r>
              <a:rPr lang="ko-KR" altLang="en-US" sz="2000" dirty="0"/>
              <a:t> 오른쪽이 </a:t>
            </a:r>
            <a:r>
              <a:rPr lang="en-US" altLang="ko-KR" sz="2000" dirty="0"/>
              <a:t>YES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547C37-E194-13FB-F669-67D2FD125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268" y="1790312"/>
            <a:ext cx="4130398" cy="48263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1DA2E26-867A-A740-D072-A01946042E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336" y="1770259"/>
            <a:ext cx="3701734" cy="50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29350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6E1E-7FA3-73C8-94E5-401F69B2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724EB-87A4-4FC2-A623-5E126E97E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EBAA8F-5AF5-BAC8-B7FC-8825B0C06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069054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DIRECTORY_GRAPH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디렉터리 간의 #include 관계를 기반으로 </a:t>
            </a:r>
            <a:r>
              <a:rPr lang="ko-KR" altLang="ko-KR" sz="2000" b="1" dirty="0"/>
              <a:t>디렉터리 의존성 그래프를 생성</a:t>
            </a:r>
            <a:r>
              <a:rPr lang="ko-KR" altLang="en-US" sz="2000" b="1" dirty="0"/>
              <a:t>한</a:t>
            </a:r>
            <a:r>
              <a:rPr lang="ko-KR" altLang="ko-KR" sz="2000" b="1" dirty="0"/>
              <a:t>다. </a:t>
            </a:r>
            <a:r>
              <a:rPr lang="ko-KR" altLang="ko-KR" sz="2000" dirty="0"/>
              <a:t>\</a:t>
            </a:r>
            <a:r>
              <a:rPr lang="ko-KR" altLang="ko-KR" sz="2000" dirty="0" err="1"/>
              <a:t>directorygraph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hidedirectorygraph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dirty="0"/>
              <a:t>파일들 </a:t>
            </a:r>
            <a:r>
              <a:rPr lang="en-US" altLang="ko-KR" sz="2000" dirty="0"/>
              <a:t>-&gt; </a:t>
            </a:r>
            <a:r>
              <a:rPr lang="ko-KR" altLang="en-US" sz="2000" dirty="0"/>
              <a:t>파일 목록 </a:t>
            </a:r>
            <a:r>
              <a:rPr lang="en-US" altLang="ko-KR" sz="2000" dirty="0"/>
              <a:t>-&gt; </a:t>
            </a:r>
            <a:r>
              <a:rPr lang="ko-KR" altLang="en-US" sz="2000" dirty="0"/>
              <a:t>폴더에서 폴더 창에 들어가면 디렉터리 의존성 그래프가 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DIR_GRAPH_MAX_DEPTH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1, 최댓값: 25, 기본값: 1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디렉터리 의존성 그래프에서 생성할 하위 디렉터리의 최대 깊이 단계를 제한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04245553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FFB8-EE21-FFA9-E13F-564403F9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19C33-3BE4-9B80-3618-A23E0A7F0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CCB04F-7698-51CD-9D5F-D42E51279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069054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DIRECTORY_GRAPH </a:t>
            </a:r>
            <a:r>
              <a:rPr lang="ko-KR" altLang="en-US" sz="2000" dirty="0"/>
              <a:t>예시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0AAFC1-FD90-9C44-E440-22DD3BB43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8155"/>
            <a:ext cx="10844463" cy="50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38519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35F3-7245-604F-88B6-9E99361F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D56A6F-5DD6-6774-DE29-FBD22202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이미지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ADCB43-A4F6-FA03-9D24-F4731B821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DOT_IMAGE_FORMAT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가능한 값: </a:t>
            </a:r>
            <a:r>
              <a:rPr lang="ko-KR" altLang="ko-KR" sz="2000" dirty="0" err="1"/>
              <a:t>png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png:gdiplus:gdiplus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svg:cairo:cairo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svg:svg:core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gif:gdiplus:gdiplus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jpg:gdiplus:gdiplus</a:t>
            </a:r>
            <a:r>
              <a:rPr lang="en-US" altLang="ko-KR" sz="2000" dirty="0"/>
              <a:t>, </a:t>
            </a:r>
            <a:r>
              <a:rPr lang="ko-KR" altLang="ko-KR" sz="2000" b="1" dirty="0"/>
              <a:t>기본값: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png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dot이</a:t>
            </a:r>
            <a:r>
              <a:rPr lang="ko-KR" altLang="ko-KR" sz="2000" dirty="0"/>
              <a:t> 생성할 이미지 파일의 포맷을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참고: </a:t>
            </a:r>
            <a:r>
              <a:rPr lang="ko-KR" altLang="ko-KR" sz="2000" dirty="0" err="1"/>
              <a:t>svg:cairo</a:t>
            </a:r>
            <a:r>
              <a:rPr lang="ko-KR" altLang="ko-KR" sz="2000" dirty="0"/>
              <a:t> 및 </a:t>
            </a:r>
            <a:r>
              <a:rPr lang="ko-KR" altLang="ko-KR" sz="2000" dirty="0" err="1"/>
              <a:t>svg:cairo:cairo</a:t>
            </a:r>
            <a:r>
              <a:rPr lang="ko-KR" altLang="ko-KR" sz="2000" dirty="0"/>
              <a:t> 포맷은 INTERACTIVE_SVG 옵션과 함께 사용할 수 없다.</a:t>
            </a:r>
            <a:endParaRPr lang="en-US" altLang="ko-KR" sz="2000" dirty="0"/>
          </a:p>
          <a:p>
            <a:r>
              <a:rPr lang="en-US" altLang="ko-KR" sz="2000" dirty="0"/>
              <a:t>INTERACTIVE_SVG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DOT_IMAGE_FORMAT이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svg:svg:core일</a:t>
            </a:r>
            <a:r>
              <a:rPr lang="ko-KR" altLang="ko-KR" sz="2000" dirty="0"/>
              <a:t> 때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확대/축소 및 이동(</a:t>
            </a:r>
            <a:r>
              <a:rPr lang="ko-KR" altLang="ko-KR" sz="2000" dirty="0" err="1"/>
              <a:t>Pan</a:t>
            </a:r>
            <a:r>
              <a:rPr lang="ko-KR" altLang="ko-KR" sz="2000" dirty="0"/>
              <a:t>)이 가능한 대화형 SVG 이미지를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(최신 브라우저 필요)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76154137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D9D80-4E62-2645-0F47-0A03D6E6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5CC01-7F6B-718E-240F-2D4590A1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경로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97870A-153C-A983-C4E5-46448ECF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DOT_PATH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도구가 설치된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시스템 PATH 환경 변수를 참조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DOTFILE_DIRS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.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dotfile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10733341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7DF3F-5EE6-64BA-AACD-4889C0AD1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7C7CB-0A46-F25B-E643-44CFBE25C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DIA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F9C3AE-2136-0E57-B7E8-CBC19F25E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5717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DIA : </a:t>
            </a:r>
            <a:r>
              <a:rPr lang="ko-KR" altLang="ko-KR" sz="2000" dirty="0"/>
              <a:t>구조화된 다이어그램을 그릴 수 있는 무료 오픈소스 그래픽 편집기 프로그램</a:t>
            </a:r>
            <a:r>
              <a:rPr lang="en-US" altLang="ko-KR" sz="2000" dirty="0"/>
              <a:t>. </a:t>
            </a:r>
            <a:r>
              <a:rPr lang="en-US" altLang="ko-KR" sz="2000" b="1" dirty="0" err="1"/>
              <a:t>Doxygen</a:t>
            </a:r>
            <a:r>
              <a:rPr lang="ko-KR" altLang="en-US" sz="2000" b="1" dirty="0"/>
              <a:t>은 </a:t>
            </a:r>
            <a:r>
              <a:rPr lang="en-US" altLang="ko-KR" sz="2000" b="1" dirty="0"/>
              <a:t>DIA</a:t>
            </a:r>
            <a:r>
              <a:rPr lang="ko-KR" altLang="en-US" sz="2000" b="1" dirty="0"/>
              <a:t>로 그린 외부 다이어그램 파일</a:t>
            </a:r>
            <a:r>
              <a:rPr lang="en-US" altLang="ko-KR" sz="2000" b="1" dirty="0"/>
              <a:t>(.</a:t>
            </a:r>
            <a:r>
              <a:rPr lang="en-US" altLang="ko-KR" sz="2000" b="1" dirty="0" err="1"/>
              <a:t>dia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을 자동으로 이미지로 변환하여 문서에 삽입하는 기능</a:t>
            </a:r>
            <a:r>
              <a:rPr lang="ko-KR" altLang="en-US" sz="2000" dirty="0"/>
              <a:t>이 있다</a:t>
            </a:r>
            <a:r>
              <a:rPr lang="en-US" altLang="ko-KR" sz="2000" dirty="0"/>
              <a:t>. DIA_PATH</a:t>
            </a:r>
            <a:r>
              <a:rPr lang="ko-KR" altLang="en-US" sz="2000" dirty="0"/>
              <a:t>로 </a:t>
            </a:r>
            <a:r>
              <a:rPr lang="en-US" altLang="ko-KR" sz="2000" dirty="0" err="1"/>
              <a:t>dia</a:t>
            </a:r>
            <a:r>
              <a:rPr lang="en-US" altLang="ko-KR" sz="2000" dirty="0"/>
              <a:t> </a:t>
            </a:r>
            <a:r>
              <a:rPr lang="ko-KR" altLang="en-US" sz="2000" dirty="0"/>
              <a:t>실행 파일 디렉터리를 지정하고 </a:t>
            </a:r>
            <a:r>
              <a:rPr lang="en-US" altLang="ko-KR" sz="2000" dirty="0"/>
              <a:t>DIAFILE_DIRS</a:t>
            </a:r>
            <a:r>
              <a:rPr lang="ko-KR" altLang="en-US" sz="2000" dirty="0"/>
              <a:t>로 </a:t>
            </a:r>
            <a:r>
              <a:rPr lang="en-US" altLang="ko-KR" sz="2000" dirty="0"/>
              <a:t>.</a:t>
            </a:r>
            <a:r>
              <a:rPr lang="en-US" altLang="ko-KR" sz="2000" dirty="0" err="1"/>
              <a:t>dia</a:t>
            </a:r>
            <a:r>
              <a:rPr lang="en-US" altLang="ko-KR" sz="2000" dirty="0"/>
              <a:t> </a:t>
            </a:r>
            <a:r>
              <a:rPr lang="ko-KR" altLang="en-US" sz="2000" dirty="0"/>
              <a:t>파일이 있는 디렉터리를 지정한 뒤 문법에 따라 주석을 남기면 개발자가 직접 만든 다이어그램을 가져올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주로 </a:t>
            </a:r>
            <a:r>
              <a:rPr lang="en-US" altLang="ko-KR" sz="2000" dirty="0" err="1"/>
              <a:t>doxygen</a:t>
            </a:r>
            <a:r>
              <a:rPr lang="ko-KR" altLang="ko-KR" sz="2000" dirty="0"/>
              <a:t>이 코드로 자동 추적할 수 없어 개발자가 직접 </a:t>
            </a:r>
            <a:r>
              <a:rPr lang="ko-KR" altLang="ko-KR" sz="2000" dirty="0" err="1"/>
              <a:t>그려놓은</a:t>
            </a:r>
            <a:r>
              <a:rPr lang="ko-KR" altLang="ko-KR" sz="2000" dirty="0"/>
              <a:t> 설계도나 시스템 아키텍처 그림을 문서에 자연스럽게 통합해 주는 역할을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Dia </a:t>
            </a:r>
            <a:r>
              <a:rPr lang="ko-KR" altLang="en-US" sz="2000" dirty="0"/>
              <a:t>주석 문법</a:t>
            </a:r>
            <a:br>
              <a:rPr lang="en-US" altLang="ko-KR" sz="2000" dirty="0"/>
            </a:br>
            <a:r>
              <a:rPr lang="ko-KR" altLang="ko-KR" sz="2000" dirty="0"/>
              <a:t>@diafile &lt;</a:t>
            </a:r>
            <a:r>
              <a:rPr lang="ko-KR" altLang="ko-KR" sz="2000" dirty="0" err="1"/>
              <a:t>file-name</a:t>
            </a:r>
            <a:r>
              <a:rPr lang="ko-KR" altLang="ko-KR" sz="2000" dirty="0"/>
              <a:t>&gt; ["</a:t>
            </a:r>
            <a:r>
              <a:rPr lang="ko-KR" altLang="en-US" sz="2000" dirty="0"/>
              <a:t>다이어그램 하단 설명 문구</a:t>
            </a:r>
            <a:r>
              <a:rPr lang="ko-KR" altLang="ko-KR" sz="2000" dirty="0"/>
              <a:t>"] [&lt;</a:t>
            </a:r>
            <a:r>
              <a:rPr lang="ko-KR" altLang="ko-KR" sz="2000" dirty="0" err="1"/>
              <a:t>sizeindication</a:t>
            </a:r>
            <a:r>
              <a:rPr lang="ko-KR" altLang="ko-KR" sz="2000" dirty="0"/>
              <a:t>&gt;=&lt;</a:t>
            </a:r>
            <a:r>
              <a:rPr lang="ko-KR" altLang="ko-KR" sz="2000" dirty="0" err="1"/>
              <a:t>size</a:t>
            </a:r>
            <a:r>
              <a:rPr lang="ko-KR" altLang="ko-KR" sz="2000" dirty="0"/>
              <a:t>&gt;</a:t>
            </a:r>
            <a:r>
              <a:rPr lang="en-US" altLang="ko-KR" sz="2000" dirty="0"/>
              <a:t>(</a:t>
            </a:r>
            <a:r>
              <a:rPr lang="ko-KR" altLang="en-US" sz="2000" dirty="0"/>
              <a:t>이미지 출력 제한</a:t>
            </a:r>
            <a:r>
              <a:rPr lang="en-US" altLang="ko-KR" sz="2000" dirty="0"/>
              <a:t>)</a:t>
            </a:r>
            <a:r>
              <a:rPr lang="ko-KR" altLang="ko-KR" sz="2000" dirty="0"/>
              <a:t>]</a:t>
            </a:r>
            <a:br>
              <a:rPr lang="en-US" altLang="ko-KR" sz="2000" dirty="0"/>
            </a:br>
            <a:r>
              <a:rPr lang="ko-KR" altLang="en-US" sz="2000" dirty="0"/>
              <a:t>예 </a:t>
            </a:r>
            <a:r>
              <a:rPr lang="en-US" altLang="ko-KR" sz="2000" dirty="0"/>
              <a:t>: </a:t>
            </a:r>
            <a:r>
              <a:rPr lang="ko-KR" altLang="ko-KR" sz="2000" dirty="0"/>
              <a:t>@diafile </a:t>
            </a:r>
            <a:r>
              <a:rPr lang="ko-KR" altLang="ko-KR" sz="2000" dirty="0" err="1"/>
              <a:t>packet_flow.dia</a:t>
            </a:r>
            <a:r>
              <a:rPr lang="ko-KR" altLang="ko-KR" sz="2000" dirty="0"/>
              <a:t> "데이터 패킷 흐름도"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=14cm </a:t>
            </a:r>
            <a:br>
              <a:rPr lang="en-US" altLang="ko-KR" sz="2000" dirty="0"/>
            </a:br>
            <a:r>
              <a:rPr lang="ko-KR" altLang="en-US" sz="2000" dirty="0"/>
              <a:t>매체별 크기 지정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HTML 페이지에만 크기 적용: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=\</a:t>
            </a:r>
            <a:r>
              <a:rPr lang="ko-KR" altLang="ko-KR" sz="2000" dirty="0" err="1"/>
              <a:t>htmlonly</a:t>
            </a:r>
            <a:r>
              <a:rPr lang="ko-KR" altLang="ko-KR" sz="2000" dirty="0"/>
              <a:t> 800px \</a:t>
            </a:r>
            <a:r>
              <a:rPr lang="ko-KR" altLang="ko-KR" sz="2000" dirty="0" err="1"/>
              <a:t>endhtmlonly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PDF/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 문서에만 크기 적용: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=\</a:t>
            </a:r>
            <a:r>
              <a:rPr lang="ko-KR" altLang="ko-KR" sz="2000" dirty="0" err="1"/>
              <a:t>latexonly</a:t>
            </a:r>
            <a:r>
              <a:rPr lang="ko-KR" altLang="ko-KR" sz="2000" dirty="0"/>
              <a:t> 10cm \</a:t>
            </a:r>
            <a:r>
              <a:rPr lang="ko-KR" altLang="ko-KR" sz="2000" dirty="0" err="1"/>
              <a:t>endlatexonly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53570532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BA00-726D-B024-9C6B-77566205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B99298-20BA-43F5-27FE-11DE65BF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DIA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661F47-15A4-B897-C300-4848A6C3F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DIA_PATH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Dia</a:t>
            </a:r>
            <a:r>
              <a:rPr lang="ko-KR" altLang="ko-KR" sz="2000" dirty="0"/>
              <a:t> 다이어그램 도구 실행 파일이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기본 검색 경로를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DIAFILE_DIRS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Dia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diafile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24209456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942-CA63-87EC-66DC-2D5507FB4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6A216-CFED-2A46-1420-005BF18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PLANTUML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C29C92-640C-35C7-F2F8-12B155B09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PlantUML</a:t>
            </a:r>
            <a:r>
              <a:rPr lang="en-US" altLang="ko-KR" sz="2000" dirty="0"/>
              <a:t> : </a:t>
            </a:r>
            <a:r>
              <a:rPr lang="ko-KR" altLang="ko-KR" sz="2000" dirty="0" err="1"/>
              <a:t>PlantUML은</a:t>
            </a:r>
            <a:r>
              <a:rPr lang="ko-KR" altLang="ko-KR" sz="2000" dirty="0"/>
              <a:t> </a:t>
            </a:r>
            <a:r>
              <a:rPr lang="ko-KR" altLang="ko-KR" sz="2000" b="1" dirty="0"/>
              <a:t>텍스트 코드 기반으로 UML 다이어그램을 자동 생성해 주는 대표적인 '</a:t>
            </a:r>
            <a:r>
              <a:rPr lang="ko-KR" altLang="ko-KR" sz="2000" b="1" dirty="0" err="1"/>
              <a:t>Diagrams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as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Code</a:t>
            </a:r>
            <a:r>
              <a:rPr lang="ko-KR" altLang="ko-KR" sz="2000" b="1" dirty="0"/>
              <a:t>(코드 형태의 다이어그램)' 오픈소스 도구</a:t>
            </a:r>
            <a:r>
              <a:rPr lang="ko-KR" altLang="en-US" sz="2000" dirty="0"/>
              <a:t>이</a:t>
            </a:r>
            <a:r>
              <a:rPr lang="ko-KR" altLang="ko-KR" sz="2000" dirty="0"/>
              <a:t>다. </a:t>
            </a:r>
            <a:r>
              <a:rPr lang="ko-KR" altLang="ko-KR" sz="2000" dirty="0" err="1"/>
              <a:t>PlantUML은</a:t>
            </a:r>
            <a:r>
              <a:rPr lang="ko-KR" altLang="ko-KR" sz="2000" dirty="0"/>
              <a:t> 텍스트 코드 기반으로 UML 다이어그램을 자동 생성해 주는 대표적인 '</a:t>
            </a:r>
            <a:r>
              <a:rPr lang="ko-KR" altLang="ko-KR" sz="2000" dirty="0" err="1"/>
              <a:t>Diagrams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Code</a:t>
            </a:r>
            <a:r>
              <a:rPr lang="ko-KR" altLang="ko-KR" sz="2000" dirty="0"/>
              <a:t>(코드 형태의 다이어그램)' 오픈소스 도구</a:t>
            </a:r>
            <a:r>
              <a:rPr lang="ko-KR" altLang="en-US" sz="2000" dirty="0"/>
              <a:t>이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 err="1"/>
              <a:t>Doxygen</a:t>
            </a:r>
            <a:r>
              <a:rPr lang="en-US" altLang="ko-KR" sz="2000" dirty="0"/>
              <a:t> </a:t>
            </a:r>
            <a:r>
              <a:rPr lang="ko-KR" altLang="en-US" sz="2000" dirty="0"/>
              <a:t>주석 내부의 </a:t>
            </a:r>
            <a:r>
              <a:rPr lang="ko-KR" altLang="ko-KR" sz="2000" dirty="0"/>
              <a:t>@startuml과 @enduml 사이에 정해진 문법으로 작성하면 다이어그램 이미지가 출력</a:t>
            </a:r>
            <a:r>
              <a:rPr lang="ko-KR" altLang="en-US" sz="2000" dirty="0"/>
              <a:t>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en-US" sz="2000" dirty="0"/>
              <a:t>주석 예시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ko-KR" sz="2000" dirty="0"/>
              <a:t>@startuml </a:t>
            </a:r>
            <a:br>
              <a:rPr lang="en-US" altLang="ko-KR" sz="2000" dirty="0"/>
            </a:br>
            <a:r>
              <a:rPr lang="ko-KR" altLang="ko-KR" sz="2000" dirty="0" err="1"/>
              <a:t>actor</a:t>
            </a:r>
            <a:r>
              <a:rPr lang="ko-KR" altLang="ko-KR" sz="2000" dirty="0"/>
              <a:t> 사용자 </a:t>
            </a:r>
            <a:br>
              <a:rPr lang="en-US" altLang="ko-KR" sz="2000" dirty="0"/>
            </a:br>
            <a:r>
              <a:rPr lang="ko-KR" altLang="ko-KR" sz="2000" dirty="0" err="1"/>
              <a:t>participant</a:t>
            </a:r>
            <a:r>
              <a:rPr lang="ko-KR" altLang="ko-KR" sz="2000" dirty="0"/>
              <a:t> "웹 서버"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Server </a:t>
            </a:r>
            <a:br>
              <a:rPr lang="en-US" altLang="ko-KR" sz="2000" dirty="0"/>
            </a:br>
            <a:r>
              <a:rPr lang="ko-KR" altLang="ko-KR" sz="2000" dirty="0" err="1"/>
              <a:t>database</a:t>
            </a:r>
            <a:r>
              <a:rPr lang="ko-KR" altLang="ko-KR" sz="2000" dirty="0"/>
              <a:t> "데이터베이스"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DB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ko-KR" sz="2000" dirty="0"/>
              <a:t>사용자 -&gt; Server: 로그인 요청 (ID/PW) </a:t>
            </a:r>
            <a:br>
              <a:rPr lang="en-US" altLang="ko-KR" sz="2000" dirty="0"/>
            </a:br>
            <a:r>
              <a:rPr lang="ko-KR" altLang="ko-KR" sz="2000" dirty="0"/>
              <a:t>Server -&gt; DB: 사용자 정보 조회 </a:t>
            </a:r>
            <a:br>
              <a:rPr lang="en-US" altLang="ko-KR" sz="2000" dirty="0"/>
            </a:br>
            <a:r>
              <a:rPr lang="ko-KR" altLang="ko-KR" sz="2000" dirty="0"/>
              <a:t>DB --&gt; Server: 회원 정보 반환 </a:t>
            </a:r>
            <a:br>
              <a:rPr lang="en-US" altLang="ko-KR" sz="2000" dirty="0"/>
            </a:br>
            <a:r>
              <a:rPr lang="ko-KR" altLang="ko-KR" sz="2000" dirty="0"/>
              <a:t>Server --&gt; 사용자: 로그인 성공 응답 </a:t>
            </a:r>
            <a:br>
              <a:rPr lang="en-US" altLang="ko-KR" sz="2000" dirty="0"/>
            </a:br>
            <a:r>
              <a:rPr lang="ko-KR" altLang="ko-KR" sz="2000" dirty="0"/>
              <a:t>@enduml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41498336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3FC40-17E9-E3C8-EA22-13727D98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EC2EF-EF86-2423-6E30-575DD7FB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PLANTUML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C3553F-D6F3-4324-8851-54CA9D656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PLANTUML_JAR_PATH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사용 시 plantuml.jar 파일의 경로 또는 파일명을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</a:t>
            </a:r>
            <a:r>
              <a:rPr lang="ko-KR" altLang="ko-KR" sz="2000" dirty="0" err="1"/>
              <a:t>PlantUML을</a:t>
            </a:r>
            <a:r>
              <a:rPr lang="ko-KR" altLang="ko-KR" sz="2000" dirty="0"/>
              <a:t> 사용하지 않는 것으로 간주하여 \</a:t>
            </a:r>
            <a:r>
              <a:rPr lang="ko-KR" altLang="ko-KR" sz="2000" dirty="0" err="1"/>
              <a:t>startuml</a:t>
            </a:r>
            <a:r>
              <a:rPr lang="ko-KR" altLang="ko-KR" sz="2000" dirty="0"/>
              <a:t> 명령어 발견 시 경고가 발생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PLANTUML_CFG_FILE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PlantUML용</a:t>
            </a:r>
            <a:r>
              <a:rPr lang="ko-KR" altLang="ko-KR" sz="2000" dirty="0"/>
              <a:t> 설정 파일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ko-KR" sz="2000" dirty="0"/>
              <a:t>PLANTUML_INCLUDE_PATH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코드 내의 !</a:t>
            </a:r>
            <a:r>
              <a:rPr lang="ko-KR" altLang="ko-KR" sz="2000" dirty="0" err="1"/>
              <a:t>include</a:t>
            </a:r>
            <a:r>
              <a:rPr lang="ko-KR" altLang="ko-KR" sz="2000" dirty="0"/>
              <a:t> 문에서 참조할 파일들을 검색할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PLANTUMLFILE_DIRS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plantumlfile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29395966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E4736-6AEE-C67F-C66E-8DB80FAD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08693-FF7A-9791-EBBE-216B9A00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8592E3-FACC-A287-9A86-4042413F1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 : MERMAID</a:t>
            </a:r>
            <a:r>
              <a:rPr lang="ko-KR" altLang="en-US" sz="2000" dirty="0"/>
              <a:t>는 </a:t>
            </a:r>
            <a:r>
              <a:rPr lang="ko-KR" altLang="ko-KR" sz="2000" dirty="0"/>
              <a:t>텍스트 코드를 작성하면 다이어그램을 자동으로 그려주는</a:t>
            </a:r>
            <a:r>
              <a:rPr lang="en-US" altLang="ko-KR" sz="2000" dirty="0"/>
              <a:t> </a:t>
            </a:r>
            <a:r>
              <a:rPr lang="ko-KR" altLang="ko-KR" sz="2000" dirty="0"/>
              <a:t>오픈소스 자바스크립트(</a:t>
            </a:r>
            <a:r>
              <a:rPr lang="ko-KR" altLang="ko-KR" sz="2000" dirty="0" err="1"/>
              <a:t>JavaScript</a:t>
            </a:r>
            <a:r>
              <a:rPr lang="ko-KR" altLang="ko-KR" sz="2000" dirty="0"/>
              <a:t>) 라이브러리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en-US" altLang="ko-KR" sz="2000" dirty="0" err="1"/>
              <a:t>Doxygen</a:t>
            </a:r>
            <a:r>
              <a:rPr lang="en-US" altLang="ko-KR" sz="2000" dirty="0"/>
              <a:t> </a:t>
            </a:r>
            <a:r>
              <a:rPr lang="ko-KR" altLang="en-US" sz="2000" dirty="0"/>
              <a:t>주석이나 마크다운 문서</a:t>
            </a:r>
            <a:r>
              <a:rPr lang="en-US" altLang="ko-KR" sz="2000" dirty="0"/>
              <a:t>(.md) </a:t>
            </a:r>
            <a:r>
              <a:rPr lang="ko-KR" altLang="en-US" sz="2000" dirty="0"/>
              <a:t>내부에 </a:t>
            </a:r>
            <a:r>
              <a:rPr lang="en-US" altLang="ko-KR" sz="2000" dirty="0"/>
              <a:t>Mermaid </a:t>
            </a:r>
            <a:r>
              <a:rPr lang="ko-KR" altLang="en-US" sz="2000" dirty="0"/>
              <a:t>문법에 맞는 블록을 지정해 작성하면 된다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예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ko-KR" sz="2000" dirty="0"/>
              <a:t>\</a:t>
            </a:r>
            <a:r>
              <a:rPr lang="ko-KR" altLang="ko-KR" sz="2000" dirty="0" err="1"/>
              <a:t>mermaid</a:t>
            </a:r>
            <a:br>
              <a:rPr lang="en-US" altLang="ko-KR" sz="2000" dirty="0"/>
            </a:br>
            <a:r>
              <a:rPr lang="ko-KR" altLang="ko-KR" sz="2000" dirty="0" err="1"/>
              <a:t>flowchart</a:t>
            </a:r>
            <a:r>
              <a:rPr lang="ko-KR" altLang="ko-KR" sz="2000" dirty="0"/>
              <a:t> TD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A</a:t>
            </a:r>
            <a:r>
              <a:rPr lang="ko-KR" altLang="ko-KR" sz="2000" dirty="0"/>
              <a:t>[사용자 요청] --&gt; </a:t>
            </a:r>
            <a:r>
              <a:rPr lang="ko-KR" altLang="ko-KR" sz="2000" dirty="0" err="1"/>
              <a:t>B</a:t>
            </a:r>
            <a:r>
              <a:rPr lang="ko-KR" altLang="ko-KR" sz="2000" dirty="0"/>
              <a:t>{로그인 여부} 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B</a:t>
            </a:r>
            <a:r>
              <a:rPr lang="ko-KR" altLang="ko-KR" sz="2000" dirty="0"/>
              <a:t> -- 예 --&gt; C[메인 페이지] 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B</a:t>
            </a:r>
            <a:r>
              <a:rPr lang="ko-KR" altLang="ko-KR" sz="2000" dirty="0"/>
              <a:t> -- </a:t>
            </a:r>
            <a:r>
              <a:rPr lang="ko-KR" altLang="ko-KR" sz="2000" dirty="0" err="1"/>
              <a:t>아니오</a:t>
            </a:r>
            <a:r>
              <a:rPr lang="ko-KR" altLang="ko-KR" sz="2000" dirty="0"/>
              <a:t> --&gt; </a:t>
            </a:r>
            <a:r>
              <a:rPr lang="ko-KR" altLang="ko-KR" sz="2000" dirty="0" err="1"/>
              <a:t>D</a:t>
            </a:r>
            <a:r>
              <a:rPr lang="ko-KR" altLang="ko-KR" sz="2000" dirty="0"/>
              <a:t>[로그인 페이지] </a:t>
            </a:r>
            <a:br>
              <a:rPr lang="en-US" altLang="ko-KR" sz="2000" dirty="0"/>
            </a:br>
            <a:r>
              <a:rPr lang="ko-KR" altLang="ko-KR" sz="2000" dirty="0"/>
              <a:t>\</a:t>
            </a:r>
            <a:r>
              <a:rPr lang="ko-KR" altLang="ko-KR" sz="2000" dirty="0" err="1"/>
              <a:t>endmermaid</a:t>
            </a:r>
            <a:endParaRPr lang="ko-KR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2621800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2C5E1-EB33-C7C8-42C3-58F2F383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521B0-C96E-004F-34DE-DB8713FF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8BFF83-2D5A-CA5A-788A-6E850A8F2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CLI(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) 실행 파일이 위치한 디렉터리를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CLI 렌더링이 비활성화</a:t>
            </a:r>
            <a:r>
              <a:rPr lang="ko-KR" altLang="en-US" sz="2000" dirty="0"/>
              <a:t>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HTML은</a:t>
            </a:r>
            <a:r>
              <a:rPr lang="ko-KR" altLang="ko-KR" sz="2000" dirty="0"/>
              <a:t> </a:t>
            </a:r>
            <a:r>
              <a:rPr lang="ko-KR" altLang="ko-KR" sz="2000" dirty="0" err="1"/>
              <a:t>JavaScript</a:t>
            </a:r>
            <a:r>
              <a:rPr lang="ko-KR" altLang="ko-KR" sz="2000" dirty="0"/>
              <a:t> 클라이언트 렌더링을 사용하지만, 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/PDF 출력을 위해 이미지를 사전 생성하려면 </a:t>
            </a:r>
            <a:r>
              <a:rPr lang="ko-KR" altLang="ko-KR" sz="2000" dirty="0" err="1"/>
              <a:t>mmdc가</a:t>
            </a:r>
            <a:r>
              <a:rPr lang="ko-KR" altLang="ko-KR" sz="2000" dirty="0"/>
              <a:t> 필요</a:t>
            </a:r>
            <a:r>
              <a:rPr lang="ko-KR" altLang="en-US" sz="2000" dirty="0"/>
              <a:t>하</a:t>
            </a:r>
            <a:r>
              <a:rPr lang="ko-KR" altLang="ko-KR" sz="2000" dirty="0"/>
              <a:t>다.)</a:t>
            </a:r>
            <a:endParaRPr lang="en-US" altLang="ko-KR" sz="2000" dirty="0"/>
          </a:p>
          <a:p>
            <a:r>
              <a:rPr lang="en-US" altLang="ko-KR" sz="2000" dirty="0"/>
              <a:t>MERMAID_CONFIG_FILE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CLI(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)에서 사용할 JSON 설정 파일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(테마 및 기타 옵션 설정 가능)</a:t>
            </a:r>
            <a:endParaRPr lang="en-US" altLang="ko-KR" sz="2000" dirty="0"/>
          </a:p>
          <a:p>
            <a:r>
              <a:rPr lang="en-US" altLang="ko-KR" sz="2000" dirty="0"/>
              <a:t>MERMAID_RENDER_MODE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AUTO/CLI/CLIENT_SIDE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AUTO)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다이어그램의 렌더링 방식을 선택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2000" dirty="0"/>
              <a:t>AUTO: </a:t>
            </a:r>
            <a:r>
              <a:rPr lang="ko-KR" altLang="ko-KR" sz="2000" dirty="0" err="1"/>
              <a:t>HTML은</a:t>
            </a:r>
            <a:r>
              <a:rPr lang="ko-KR" altLang="ko-KR" sz="2000" dirty="0"/>
              <a:t> 클라이언트 측 렌더링, 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/PDF 등은 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CLI를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2000" dirty="0"/>
              <a:t>CLI: 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 도구를 사용하여 이미지를 사전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(Node.js 및 </a:t>
            </a:r>
            <a:r>
              <a:rPr lang="ko-KR" altLang="ko-KR" sz="2000" dirty="0" err="1"/>
              <a:t>mermaid-cli</a:t>
            </a:r>
            <a:r>
              <a:rPr lang="ko-KR" altLang="ko-KR" sz="2000" dirty="0"/>
              <a:t> 필요)</a:t>
            </a:r>
          </a:p>
          <a:p>
            <a:pPr lvl="1"/>
            <a:r>
              <a:rPr lang="ko-KR" altLang="ko-KR" sz="2000" dirty="0"/>
              <a:t>CLIENT_SIDE: HTML 출력물에 </a:t>
            </a:r>
            <a:r>
              <a:rPr lang="ko-KR" altLang="ko-KR" sz="2000" dirty="0" err="1"/>
              <a:t>mermaid.js를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임베드하여</a:t>
            </a:r>
            <a:r>
              <a:rPr lang="ko-KR" altLang="ko-KR" sz="2000" dirty="0"/>
              <a:t> 브라우저에서 렌더링</a:t>
            </a:r>
            <a:r>
              <a:rPr lang="ko-KR" altLang="en-US" sz="2000" dirty="0"/>
              <a:t>한</a:t>
            </a:r>
            <a:r>
              <a:rPr lang="ko-KR" altLang="ko-KR" sz="2000" dirty="0"/>
              <a:t>다. (HTML 전용)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60010761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23F8E-F80C-2AC4-4D25-C7F75724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3254E-0DEF-EFEA-CA86-FA899729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991E3-8139-2168-2DBB-6A8F92279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MERMAID_JS_URL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기본값: [https://cdn.jsdelivr.net/npm/mermaid@11/dist/mermaid.esm.min.mjs](https://cdn.jsdelivr.net/npm/mermaid@11/dist/mermaid.esm.min.mjs)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클라이언트 측 렌더링 시 사용할 mermaid.js 스크립트의 </a:t>
            </a:r>
            <a:r>
              <a:rPr lang="ko-KR" altLang="ko-KR" sz="2000" dirty="0" err="1"/>
              <a:t>URL을</a:t>
            </a:r>
            <a:r>
              <a:rPr lang="ko-KR" altLang="ko-KR" sz="2000" dirty="0"/>
              <a:t>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오프라인 환경에서는 라이브러리 파일을 직접 다운로드하여 상대 경로로 지정하거나 CLI 모드를 사용해야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MERMAIDFILE_DIRS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mermaidfile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4459300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C296-B8C5-B762-4251-C63DE5448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0290A-35D5-0FDF-3822-0BC6E96C8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614D9A-F539-2630-C1DD-4F15D3D04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DOT_GRAPH_MAX_NODES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10000, 기본값: 50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그래프에 표시할 최대 노드 수를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이 값을 초과하면 그래프가 잘리며 해당 노드는 빨간색 상자로 표시</a:t>
            </a:r>
            <a:r>
              <a:rPr lang="ko-KR" altLang="en-US" sz="2000" dirty="0"/>
              <a:t>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MAX_DOT_GRAPH_DEPTH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1000, 기본값: 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그래프의 최대 깊이를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(예: 3으로 설정 시 루트에서 최대 3개의 연결선을 거쳐 도달하는 노드만 표시). 0으로 설정하면 깊이 제한이 없다.</a:t>
            </a:r>
            <a:endParaRPr lang="en-US" altLang="ko-KR" sz="2000" dirty="0"/>
          </a:p>
          <a:p>
            <a:r>
              <a:rPr lang="en-US" altLang="ko-KR" sz="2000" dirty="0"/>
              <a:t>GENERATE_LEGEND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그래프의 상자 및 화살표 의미를 설명하는 범례 페이지를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UML_LOOK이</a:t>
            </a:r>
            <a:r>
              <a:rPr lang="ko-KR" altLang="ko-KR" sz="2000" dirty="0"/>
              <a:t> 비활성화되어 있을 때 적용)</a:t>
            </a:r>
            <a:endParaRPr lang="en-US" altLang="ko-KR" sz="2000" dirty="0"/>
          </a:p>
          <a:p>
            <a:r>
              <a:rPr lang="en-US" altLang="ko-KR" sz="2000" dirty="0"/>
              <a:t>DOT_CLEANUP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그래프 생성 과정에서 사용된 중간/임시 파일들을 삭제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및 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임시 파일 공통 적용)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74211195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7777C-F620-5B7C-4D85-0AB0ADD1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4F067-9A5C-2308-86F5-DFAADF4C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0F2A48-7FDB-CC7A-A81A-90AD59C5B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A3187AA-209E-36A4-0A03-5F8177918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7888"/>
            <a:ext cx="12192000" cy="45240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61642C3-BED0-84FA-7E5F-F056193D4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558" y="1736505"/>
            <a:ext cx="6188241" cy="4280906"/>
          </a:xfrm>
          <a:prstGeom prst="rect">
            <a:avLst/>
          </a:prstGeom>
        </p:spPr>
      </p:pic>
      <p:sp>
        <p:nvSpPr>
          <p:cNvPr id="13" name="액자 12">
            <a:extLst>
              <a:ext uri="{FF2B5EF4-FFF2-40B4-BE49-F238E27FC236}">
                <a16:creationId xmlns:a16="http://schemas.microsoft.com/office/drawing/2014/main" id="{9F25FEC1-5990-FEEF-59FB-C7393B6D957D}"/>
              </a:ext>
            </a:extLst>
          </p:cNvPr>
          <p:cNvSpPr/>
          <p:nvPr/>
        </p:nvSpPr>
        <p:spPr>
          <a:xfrm>
            <a:off x="7828547" y="5325978"/>
            <a:ext cx="1026696" cy="691433"/>
          </a:xfrm>
          <a:prstGeom prst="frame">
            <a:avLst>
              <a:gd name="adj1" fmla="val 871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017625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D6B3-5ED9-FF28-2707-75436967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1B9AC-0979-9059-E87D-6E546692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63F4F7-F5FF-373A-F9BB-8CC5F64E7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2EEC368-660C-DBC4-6461-63E5443E5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9134"/>
            <a:ext cx="11871158" cy="53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07751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4122E-028E-4241-340D-AA79D8FAA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C4E3F-64FE-B9C0-705C-B4B25F4ED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EDC8B0-8665-1E41-341F-683CD4889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EFFC203-B916-FD21-5FA9-112C33AC5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6470"/>
            <a:ext cx="12192000" cy="154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70101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B451-A034-62C0-00DD-65C0D5D60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B0C8D-81EB-8687-88B9-5C9640CB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msc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798D1A-F591-002A-89E6-E7FD3DC67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MSCGEN : </a:t>
            </a:r>
            <a:r>
              <a:rPr lang="ko-KR" altLang="ko-KR" sz="2000" dirty="0" err="1"/>
              <a:t>Mscgen</a:t>
            </a:r>
            <a:r>
              <a:rPr lang="ko-KR" altLang="ko-KR" sz="2000" dirty="0"/>
              <a:t>(</a:t>
            </a:r>
            <a:r>
              <a:rPr lang="ko-KR" altLang="ko-KR" sz="2000" dirty="0" err="1"/>
              <a:t>Message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Sequence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Chart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Generator</a:t>
            </a:r>
            <a:r>
              <a:rPr lang="ko-KR" altLang="ko-KR" sz="2000" dirty="0"/>
              <a:t>)은 텍스트로 작성된 가독성 높은 코드를 읽어 시퀀스 다이어그램(순서도) 이미지로 변환해 주는 대표적인 오픈소스 도구</a:t>
            </a:r>
            <a:r>
              <a:rPr lang="ko-KR" altLang="en-US" sz="2000" dirty="0"/>
              <a:t>이다</a:t>
            </a:r>
            <a:r>
              <a:rPr lang="en-US" altLang="ko-KR" sz="2000" dirty="0"/>
              <a:t>. MSC </a:t>
            </a:r>
            <a:r>
              <a:rPr lang="ko-KR" altLang="en-US" sz="2000" dirty="0"/>
              <a:t>문법에 따라 작성하여 그래프를 만든다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 err="1"/>
              <a:t>doxygen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Mscgen</a:t>
            </a:r>
            <a:r>
              <a:rPr lang="ko-KR" altLang="en-US" sz="2000" dirty="0"/>
              <a:t>은</a:t>
            </a:r>
            <a:r>
              <a:rPr lang="en-US" altLang="ko-KR" sz="2000" dirty="0"/>
              <a:t> </a:t>
            </a:r>
            <a:r>
              <a:rPr lang="ko-KR" altLang="en-US" sz="2000" dirty="0"/>
              <a:t>크게 </a:t>
            </a:r>
            <a:r>
              <a:rPr lang="en-US" altLang="ko-KR" sz="2000" dirty="0"/>
              <a:t>2</a:t>
            </a:r>
            <a:r>
              <a:rPr lang="ko-KR" altLang="en-US" sz="2000" dirty="0"/>
              <a:t>가지 방법으로 사용된다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ko-KR" sz="1800" dirty="0"/>
              <a:t>주석 안에 직접 차트 그리기 (\</a:t>
            </a:r>
            <a:r>
              <a:rPr lang="ko-KR" altLang="ko-KR" sz="1800" dirty="0" err="1"/>
              <a:t>msc</a:t>
            </a:r>
            <a:r>
              <a:rPr lang="ko-KR" altLang="ko-KR" sz="1800" dirty="0"/>
              <a:t> ~ \</a:t>
            </a:r>
            <a:r>
              <a:rPr lang="ko-KR" altLang="ko-KR" sz="1800" dirty="0" err="1"/>
              <a:t>mscend</a:t>
            </a:r>
            <a:r>
              <a:rPr lang="ko-KR" altLang="ko-KR" sz="1800" dirty="0"/>
              <a:t>)</a:t>
            </a:r>
            <a:br>
              <a:rPr lang="en-US" altLang="ko-KR" sz="1800" b="1" dirty="0"/>
            </a:br>
            <a:r>
              <a:rPr lang="ko-KR" altLang="ko-KR" sz="1800" dirty="0"/>
              <a:t>개발자가 소스 코드 함수 위에 주석을 달면서, 그 함수의 내부 동작 흐름을 </a:t>
            </a:r>
            <a:r>
              <a:rPr lang="ko-KR" altLang="ko-KR" sz="1800" dirty="0" err="1"/>
              <a:t>Mscgen</a:t>
            </a:r>
            <a:r>
              <a:rPr lang="ko-KR" altLang="ko-KR" sz="1800" dirty="0"/>
              <a:t> 문법으로 직접 작성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ko-KR" sz="1800" dirty="0"/>
              <a:t>외부 차트 파일 불러오기 (\</a:t>
            </a:r>
            <a:r>
              <a:rPr lang="ko-KR" altLang="ko-KR" sz="1800" dirty="0" err="1"/>
              <a:t>mscfile</a:t>
            </a:r>
            <a:r>
              <a:rPr lang="ko-KR" altLang="ko-KR" sz="1800" dirty="0"/>
              <a:t>)</a:t>
            </a:r>
            <a:br>
              <a:rPr lang="en-US" altLang="ko-KR" sz="1800" b="1" dirty="0"/>
            </a:br>
            <a:r>
              <a:rPr lang="ko-KR" altLang="ko-KR" sz="1800" dirty="0"/>
              <a:t>차트 내용이 너무 길어 코드 주석이 </a:t>
            </a:r>
            <a:r>
              <a:rPr lang="ko-KR" altLang="ko-KR" sz="1800" dirty="0" err="1"/>
              <a:t>지저분해진다면</a:t>
            </a:r>
            <a:r>
              <a:rPr lang="ko-KR" altLang="ko-KR" sz="1800" dirty="0"/>
              <a:t>, 별도의 텍스트 파일(예: </a:t>
            </a:r>
            <a:r>
              <a:rPr lang="ko-KR" altLang="ko-KR" sz="1800" dirty="0" err="1"/>
              <a:t>auth_flow.msc</a:t>
            </a:r>
            <a:r>
              <a:rPr lang="ko-KR" altLang="ko-KR" sz="1800" dirty="0"/>
              <a:t>)로 분리해 저장할 수 있다. </a:t>
            </a:r>
            <a:r>
              <a:rPr lang="ko-KR" altLang="en-US" sz="1800" dirty="0"/>
              <a:t>이때 파일은 </a:t>
            </a:r>
            <a:r>
              <a:rPr lang="ko-KR" altLang="ko-KR" sz="1800" dirty="0" err="1"/>
              <a:t>MSCFILE_DIRS</a:t>
            </a:r>
            <a:r>
              <a:rPr lang="ko-KR" altLang="en-US" sz="1800" dirty="0" err="1"/>
              <a:t>설정을</a:t>
            </a:r>
            <a:r>
              <a:rPr lang="ko-KR" altLang="en-US" sz="1800" dirty="0"/>
              <a:t> 통해 지정한 경로에 저장해야 한다</a:t>
            </a:r>
            <a:r>
              <a:rPr lang="ko-KR" altLang="ko-KR" sz="1800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98286607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D31E-C942-0185-9DE1-F834B775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14660-1091-6496-AB7B-1541EF4C5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msc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008AF1-0D6B-AAC4-6DA1-DAEA65026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MSCGEN_TOOL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주석 내에서 \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명령어로 메시지 시퀀스 차트를 생성할 때 사용할 도구를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내장된 </a:t>
            </a:r>
            <a:r>
              <a:rPr lang="ko-KR" altLang="ko-KR" sz="2000" dirty="0" err="1"/>
              <a:t>mscgen</a:t>
            </a:r>
            <a:r>
              <a:rPr lang="ko-KR" altLang="ko-KR" sz="2000" dirty="0"/>
              <a:t> 도구를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 외부 도구를 지정하는 경우 </a:t>
            </a:r>
            <a:r>
              <a:rPr lang="ko-KR" altLang="ko-KR" sz="2000" dirty="0" err="1"/>
              <a:t>png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eps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ismap</a:t>
            </a:r>
            <a:r>
              <a:rPr lang="ko-KR" altLang="ko-KR" sz="2000" dirty="0"/>
              <a:t> 포맷 출력을 지원해야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MSCFILE_DIRS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.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mscfile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05876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18440</Words>
  <Application>Microsoft Office PowerPoint</Application>
  <PresentationFormat>와이드스크린</PresentationFormat>
  <Paragraphs>1570</Paragraphs>
  <Slides>280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280</vt:i4>
      </vt:variant>
    </vt:vector>
  </HeadingPairs>
  <TitlesOfParts>
    <vt:vector size="303" baseType="lpstr">
      <vt:lpstr>Constantia</vt:lpstr>
      <vt:lpstr>monospace</vt:lpstr>
      <vt:lpstr>Myanmar Text</vt:lpstr>
      <vt:lpstr>G마켓 산스 TTF Medium</vt:lpstr>
      <vt:lpstr>맑은 고딕</vt:lpstr>
      <vt:lpstr>Wingdings</vt:lpstr>
      <vt:lpstr>Arial</vt:lpstr>
      <vt:lpstr>Courier New</vt:lpstr>
      <vt:lpstr>HY중고딕</vt:lpstr>
      <vt:lpstr>Arial Unicode MS</vt:lpstr>
      <vt:lpstr>Pretendard SemiBold</vt:lpstr>
      <vt:lpstr>HY신명조</vt:lpstr>
      <vt:lpstr>Cambria</vt:lpstr>
      <vt:lpstr>Pretendard Medium</vt:lpstr>
      <vt:lpstr>G마켓 산스 TTF Bold</vt:lpstr>
      <vt:lpstr>Pretendard Regular</vt:lpstr>
      <vt:lpstr>Pretendard</vt:lpstr>
      <vt:lpstr>맑은 고딕</vt:lpstr>
      <vt:lpstr>HY견고딕</vt:lpstr>
      <vt:lpstr>Google Sans Text</vt:lpstr>
      <vt:lpstr>Calibri</vt:lpstr>
      <vt:lpstr>Times New Roman</vt:lpstr>
      <vt:lpstr>Office 테마</vt:lpstr>
      <vt:lpstr>reference</vt:lpstr>
      <vt:lpstr>Part. 1   Doxygen이 뭐고 왜 쓰나</vt:lpstr>
      <vt:lpstr>Doxygen</vt:lpstr>
      <vt:lpstr>목차</vt:lpstr>
      <vt:lpstr>Doxygen이란 무엇인가?</vt:lpstr>
      <vt:lpstr>PowerPoint 프레젠테이션</vt:lpstr>
      <vt:lpstr>개발 문서화의 필요성</vt:lpstr>
      <vt:lpstr>개발 문서화가 필요한 이유</vt:lpstr>
      <vt:lpstr>Doxygen 핵심 기능 및 지원 언어</vt:lpstr>
      <vt:lpstr>Doxygen 핵심 기능 및 지원 언어</vt:lpstr>
      <vt:lpstr>Doxygen 핵심 기능 및 지원 언어</vt:lpstr>
      <vt:lpstr>Doxygen 핵심 기능 및 지원 언어</vt:lpstr>
      <vt:lpstr>Doxygen 핵심 기능 및 지원 언어</vt:lpstr>
      <vt:lpstr>예시</vt:lpstr>
      <vt:lpstr>예시</vt:lpstr>
      <vt:lpstr>예시</vt:lpstr>
      <vt:lpstr>감사합니다</vt:lpstr>
      <vt:lpstr>Part. 2   설치와 환경 준비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Part. 3   실행 방법과 설정 파일(Doxyfile)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Part. 4   주석 스타일  (문법 기초)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Part. 5   필수 명령어 ①  (설명 관련)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Part. 6   필수 명령어 ②  (입출력 관련)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Part. 7   유용한 부가 명령어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Part. 8   다이어그램 자동 생성</vt:lpstr>
      <vt:lpstr>Doxygen 다이어그램 설정  </vt:lpstr>
      <vt:lpstr>목차</vt:lpstr>
      <vt:lpstr>1. Wizard 설정</vt:lpstr>
      <vt:lpstr>1. Wizard 설정 – 다이어그램 종류</vt:lpstr>
      <vt:lpstr>1. Wizard 설정 – 다이어그램 종류</vt:lpstr>
      <vt:lpstr>1. Wizard 설정 – 다이어그램 종류</vt:lpstr>
      <vt:lpstr>1. Wizard 설정 – 다이어그램 종류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2. Expart 설정</vt:lpstr>
      <vt:lpstr>2. Expart 설정</vt:lpstr>
      <vt:lpstr>2. Expart 설정 – dot 실행 설정</vt:lpstr>
      <vt:lpstr>2. Expart 설정 – dot 실행 설정</vt:lpstr>
      <vt:lpstr>2. Expart 설정 – 그래프 스타일</vt:lpstr>
      <vt:lpstr>2. Expart 설정 – 그래프 스타일</vt:lpstr>
      <vt:lpstr>2. Expart 설정 – 그래프 스타일</vt:lpstr>
      <vt:lpstr>2. Expart 설정 – 그래프 생성1</vt:lpstr>
      <vt:lpstr>2. Expart 설정 – 그래프 생성1</vt:lpstr>
      <vt:lpstr>2. Expart 설정 - 그래프 생성1</vt:lpstr>
      <vt:lpstr>2. Expart 설정 - 그래프 생성1</vt:lpstr>
      <vt:lpstr>2. Expart 설정 – 그래프 생성1</vt:lpstr>
      <vt:lpstr>2. Expart 설정 – 그래프 생성1</vt:lpstr>
      <vt:lpstr>2. Expart 설정 – 그래프 생성1</vt:lpstr>
      <vt:lpstr>2. Expart 설정 – 그래프 생성1</vt:lpstr>
      <vt:lpstr>2. Expart 설정 – 그래프 생성1</vt:lpstr>
      <vt:lpstr>2. Expart 설정 – UML 설정</vt:lpstr>
      <vt:lpstr>2. Expart 설정 – UML 설정</vt:lpstr>
      <vt:lpstr>2. Expart 설정 – UML 설정</vt:lpstr>
      <vt:lpstr>2. Expart 설정 – UML 설정</vt:lpstr>
      <vt:lpstr>2. Expart 설정 – 기타 설정 1</vt:lpstr>
      <vt:lpstr>2. Expart 설정 – 기타 설정 1</vt:lpstr>
      <vt:lpstr>2. Expart 설정 – include, included 그래프 설정</vt:lpstr>
      <vt:lpstr>2. Expart 설정 – include, included 그래프 설정</vt:lpstr>
      <vt:lpstr>2. Expart 설정 – call, caller 그래프</vt:lpstr>
      <vt:lpstr>2. Expart 설정 – call, caller 그래프</vt:lpstr>
      <vt:lpstr>2. Expart 설정 – 그래프 생성2</vt:lpstr>
      <vt:lpstr>2. Expart 설정 – 그래프 생성2</vt:lpstr>
      <vt:lpstr>2. Expart 설정 – 그래프 생성2</vt:lpstr>
      <vt:lpstr>2. Expart 설정 – 그래프 생성2</vt:lpstr>
      <vt:lpstr>2. Expart 설정 – 그래프 이미지 설정</vt:lpstr>
      <vt:lpstr>2. Expart 설정 – 경로 설정</vt:lpstr>
      <vt:lpstr>2. Expart 설정 – DIA 설정</vt:lpstr>
      <vt:lpstr>2. Expart 설정 – DIA 설정</vt:lpstr>
      <vt:lpstr>2. Expart 설정 – PLANTUML 설정</vt:lpstr>
      <vt:lpstr>2. Expart 설정 – PLANTUML 설정</vt:lpstr>
      <vt:lpstr>2. Expart 설정 – MERMAID 설정</vt:lpstr>
      <vt:lpstr>2. Expart 설정 – MERMAID 설정</vt:lpstr>
      <vt:lpstr>2. Expart 설정 – MERMAID 설정</vt:lpstr>
      <vt:lpstr>2. Expart 설정 – 기타 설정2</vt:lpstr>
      <vt:lpstr>2. Expart 설정 – 기타 설정2</vt:lpstr>
      <vt:lpstr>2. Expart 설정 – 기타 설정2</vt:lpstr>
      <vt:lpstr>2. Expart 설정 – 기타 설정2</vt:lpstr>
      <vt:lpstr>2. Expart 설정 – msc 설정</vt:lpstr>
      <vt:lpstr>2. Expart 설정 – msc 설정</vt:lpstr>
      <vt:lpstr>Part. 9   실전 시연  (전담)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Part. 10   정리·비교·마무리</vt:lpstr>
      <vt:lpstr>PowerPoint 프레젠테이션</vt:lpstr>
      <vt:lpstr>-내용 정리-</vt:lpstr>
      <vt:lpstr>-내용 정리-</vt:lpstr>
      <vt:lpstr>-내용 정리-</vt:lpstr>
      <vt:lpstr>-내용 정리-</vt:lpstr>
      <vt:lpstr>-내용 정리-</vt:lpstr>
      <vt:lpstr>-내용 정리-</vt:lpstr>
      <vt:lpstr>-내용 정리-</vt:lpstr>
      <vt:lpstr>-문서화 도구 비교-</vt:lpstr>
      <vt:lpstr>-문서화 도구 비교-</vt:lpstr>
      <vt:lpstr>-문서화 도구 비교-</vt:lpstr>
      <vt:lpstr>-문서화 도구 비교-</vt:lpstr>
      <vt:lpstr>-협업 시 컨벤션 유지 팁-</vt:lpstr>
      <vt:lpstr>-협업 시 컨벤션 유지 팁-</vt:lpstr>
      <vt:lpstr>감사합니다.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Export input 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Export Sourec browser 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Man</vt:lpstr>
      <vt:lpstr>PowerPoint 프레젠테이션</vt:lpstr>
      <vt:lpstr>XML</vt:lpstr>
      <vt:lpstr>PowerPoint 프레젠테이션</vt:lpstr>
      <vt:lpstr>Docbook</vt:lpstr>
      <vt:lpstr>PowerPoint 프레젠테이션</vt:lpstr>
      <vt:lpstr>AutoGen</vt:lpstr>
      <vt:lpstr>PowerPoint 프레젠테이션</vt:lpstr>
      <vt:lpstr>Sqlite3</vt:lpstr>
      <vt:lpstr>PowerPoint 프레젠테이션</vt:lpstr>
      <vt:lpstr>PerlMod</vt:lpstr>
      <vt:lpstr>PowerPoint 프레젠테이션</vt:lpstr>
      <vt:lpstr>Preprocessor</vt:lpstr>
      <vt:lpstr>PowerPoint 프레젠테이션</vt:lpstr>
      <vt:lpstr>PowerPoint 프레젠테이션</vt:lpstr>
      <vt:lpstr>PowerPoint 프레젠테이션</vt:lpstr>
      <vt:lpstr>PowerPoint 프레젠테이션</vt:lpstr>
      <vt:lpstr>2. Expart 설정</vt:lpstr>
      <vt:lpstr>2. Expart 설정</vt:lpstr>
      <vt:lpstr>2. Expart 설정 – dot 실행 설정</vt:lpstr>
      <vt:lpstr>2. Expart 설정 – dot 실행 설정</vt:lpstr>
      <vt:lpstr>2. Expart 설정 – 그래프 스타일</vt:lpstr>
      <vt:lpstr>2. Expart 설정 – 그래프 스타일</vt:lpstr>
      <vt:lpstr>2. Expart 설정 – 그래프 스타일</vt:lpstr>
      <vt:lpstr>2. Expart 설정 – 그래프 생성1</vt:lpstr>
      <vt:lpstr>2. Expart 설정 – 그래프 생성1</vt:lpstr>
      <vt:lpstr>2. Expart 설정 - 그래프 생성1</vt:lpstr>
      <vt:lpstr>2. Expart 설정 - 그래프 생성1</vt:lpstr>
      <vt:lpstr>2. Expart 설정 – 그래프 생성1</vt:lpstr>
      <vt:lpstr>2. Expart 설정 – 그래프 생성1</vt:lpstr>
      <vt:lpstr>2. Expart 설정 – 그래프 생성1</vt:lpstr>
      <vt:lpstr>2. Expart 설정 – 그래프 생성1</vt:lpstr>
      <vt:lpstr>2. Expart 설정 – 그래프 생성1</vt:lpstr>
      <vt:lpstr>2. Expart 설정 – UML 설정</vt:lpstr>
      <vt:lpstr>2. Expart 설정 – UML 설정</vt:lpstr>
      <vt:lpstr>2. Expart 설정 – UML 설정</vt:lpstr>
      <vt:lpstr>2. Expart 설정 – UML 설정</vt:lpstr>
      <vt:lpstr>2. Expart 설정 – 기타 설정 1</vt:lpstr>
      <vt:lpstr>2. Expart 설정 – 기타 설정 1</vt:lpstr>
      <vt:lpstr>2. Expart 설정 – include, included 그래프 설정</vt:lpstr>
      <vt:lpstr>2. Expart 설정 – include, included 그래프 설정</vt:lpstr>
      <vt:lpstr>2. Expart 설정 – call, caller 그래프</vt:lpstr>
      <vt:lpstr>2. Expart 설정 – call, caller 그래프</vt:lpstr>
      <vt:lpstr>2. Expart 설정 – 그래프 생성2</vt:lpstr>
      <vt:lpstr>2. Expart 설정 – 그래프 생성2</vt:lpstr>
      <vt:lpstr>2. Expart 설정 – 그래프 생성2</vt:lpstr>
      <vt:lpstr>2. Expart 설정 – 그래프 생성2</vt:lpstr>
      <vt:lpstr>2. Expart 설정 – 그래프 이미지 설정</vt:lpstr>
      <vt:lpstr>2. Expart 설정 – 경로 설정</vt:lpstr>
      <vt:lpstr>2. Expart 설정 – DIA 설정</vt:lpstr>
      <vt:lpstr>2. Expart 설정 – DIA 설정</vt:lpstr>
      <vt:lpstr>2. Expart 설정 – PLANTUML 설정</vt:lpstr>
      <vt:lpstr>2. Expart 설정 – PLANTUML 설정</vt:lpstr>
      <vt:lpstr>2. Expart 설정 – MERMAID 설정</vt:lpstr>
      <vt:lpstr>2. Expart 설정 – MERMAID 설정</vt:lpstr>
      <vt:lpstr>2. Expart 설정 – MERMAID 설정</vt:lpstr>
      <vt:lpstr>2. Expart 설정 – 기타 설정2</vt:lpstr>
      <vt:lpstr>2. Expart 설정 – 기타 설정2</vt:lpstr>
      <vt:lpstr>2. Expart 설정 – 기타 설정2</vt:lpstr>
      <vt:lpstr>2. Expart 설정 – 기타 설정2</vt:lpstr>
      <vt:lpstr>2. Expart 설정 – msc 설정</vt:lpstr>
      <vt:lpstr>2. Expart 설정 – msc 설정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User</dc:creator>
  <cp:lastModifiedBy>재준 명</cp:lastModifiedBy>
  <cp:revision>21</cp:revision>
  <dcterms:created xsi:type="dcterms:W3CDTF">2026-08-10T03:58:29Z</dcterms:created>
  <dcterms:modified xsi:type="dcterms:W3CDTF">2026-08-14T15:52:54Z</dcterms:modified>
</cp:coreProperties>
</file>